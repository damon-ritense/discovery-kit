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ink/ink1.xml" ContentType="application/inkml+xml"/>
  <Override PartName="/ppt/ink/ink2.xml" ContentType="application/inkml+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4"/>
    <p:sldMasterId id="2147483698" r:id="rId5"/>
  </p:sldMasterIdLst>
  <p:notesMasterIdLst>
    <p:notesMasterId r:id="rId27"/>
  </p:notesMasterIdLst>
  <p:sldIdLst>
    <p:sldId id="1303" r:id="rId6"/>
    <p:sldId id="257" r:id="rId7"/>
    <p:sldId id="258" r:id="rId8"/>
    <p:sldId id="259" r:id="rId9"/>
    <p:sldId id="1304" r:id="rId10"/>
    <p:sldId id="261" r:id="rId11"/>
    <p:sldId id="263" r:id="rId12"/>
    <p:sldId id="264" r:id="rId13"/>
    <p:sldId id="266" r:id="rId14"/>
    <p:sldId id="267" r:id="rId15"/>
    <p:sldId id="1305" r:id="rId16"/>
    <p:sldId id="269" r:id="rId17"/>
    <p:sldId id="270" r:id="rId18"/>
    <p:sldId id="272" r:id="rId19"/>
    <p:sldId id="256" r:id="rId20"/>
    <p:sldId id="273" r:id="rId21"/>
    <p:sldId id="1300" r:id="rId22"/>
    <p:sldId id="1301" r:id="rId23"/>
    <p:sldId id="1299" r:id="rId24"/>
    <p:sldId id="276" r:id="rId25"/>
    <p:sldId id="277" r:id="rId26"/>
  </p:sldIdLst>
  <p:sldSz cx="12192000" cy="6858000"/>
  <p:notesSz cx="6858000" cy="9144000"/>
  <p:defaultTextStyle>
    <a:defPPr>
      <a:defRPr lang="nl-NL"/>
    </a:defPPr>
    <a:lvl1pPr marL="0" algn="l" defTabSz="478940" rtl="0" eaLnBrk="1" latinLnBrk="0" hangingPunct="1">
      <a:defRPr sz="1900" kern="1200">
        <a:solidFill>
          <a:schemeClr val="tx1"/>
        </a:solidFill>
        <a:latin typeface="+mn-lt"/>
        <a:ea typeface="+mn-ea"/>
        <a:cs typeface="+mn-cs"/>
      </a:defRPr>
    </a:lvl1pPr>
    <a:lvl2pPr marL="478940" algn="l" defTabSz="478940" rtl="0" eaLnBrk="1" latinLnBrk="0" hangingPunct="1">
      <a:defRPr sz="1900" kern="1200">
        <a:solidFill>
          <a:schemeClr val="tx1"/>
        </a:solidFill>
        <a:latin typeface="+mn-lt"/>
        <a:ea typeface="+mn-ea"/>
        <a:cs typeface="+mn-cs"/>
      </a:defRPr>
    </a:lvl2pPr>
    <a:lvl3pPr marL="957879" algn="l" defTabSz="478940" rtl="0" eaLnBrk="1" latinLnBrk="0" hangingPunct="1">
      <a:defRPr sz="1900" kern="1200">
        <a:solidFill>
          <a:schemeClr val="tx1"/>
        </a:solidFill>
        <a:latin typeface="+mn-lt"/>
        <a:ea typeface="+mn-ea"/>
        <a:cs typeface="+mn-cs"/>
      </a:defRPr>
    </a:lvl3pPr>
    <a:lvl4pPr marL="1436819" algn="l" defTabSz="478940" rtl="0" eaLnBrk="1" latinLnBrk="0" hangingPunct="1">
      <a:defRPr sz="1900" kern="1200">
        <a:solidFill>
          <a:schemeClr val="tx1"/>
        </a:solidFill>
        <a:latin typeface="+mn-lt"/>
        <a:ea typeface="+mn-ea"/>
        <a:cs typeface="+mn-cs"/>
      </a:defRPr>
    </a:lvl4pPr>
    <a:lvl5pPr marL="1915758" algn="l" defTabSz="478940" rtl="0" eaLnBrk="1" latinLnBrk="0" hangingPunct="1">
      <a:defRPr sz="1900" kern="1200">
        <a:solidFill>
          <a:schemeClr val="tx1"/>
        </a:solidFill>
        <a:latin typeface="+mn-lt"/>
        <a:ea typeface="+mn-ea"/>
        <a:cs typeface="+mn-cs"/>
      </a:defRPr>
    </a:lvl5pPr>
    <a:lvl6pPr marL="2394698" algn="l" defTabSz="478940" rtl="0" eaLnBrk="1" latinLnBrk="0" hangingPunct="1">
      <a:defRPr sz="1900" kern="1200">
        <a:solidFill>
          <a:schemeClr val="tx1"/>
        </a:solidFill>
        <a:latin typeface="+mn-lt"/>
        <a:ea typeface="+mn-ea"/>
        <a:cs typeface="+mn-cs"/>
      </a:defRPr>
    </a:lvl6pPr>
    <a:lvl7pPr marL="2873637" algn="l" defTabSz="478940" rtl="0" eaLnBrk="1" latinLnBrk="0" hangingPunct="1">
      <a:defRPr sz="1900" kern="1200">
        <a:solidFill>
          <a:schemeClr val="tx1"/>
        </a:solidFill>
        <a:latin typeface="+mn-lt"/>
        <a:ea typeface="+mn-ea"/>
        <a:cs typeface="+mn-cs"/>
      </a:defRPr>
    </a:lvl7pPr>
    <a:lvl8pPr marL="3352576" algn="l" defTabSz="478940" rtl="0" eaLnBrk="1" latinLnBrk="0" hangingPunct="1">
      <a:defRPr sz="1900" kern="1200">
        <a:solidFill>
          <a:schemeClr val="tx1"/>
        </a:solidFill>
        <a:latin typeface="+mn-lt"/>
        <a:ea typeface="+mn-ea"/>
        <a:cs typeface="+mn-cs"/>
      </a:defRPr>
    </a:lvl8pPr>
    <a:lvl9pPr marL="3831516" algn="l" defTabSz="478940" rtl="0" eaLnBrk="1" latinLnBrk="0" hangingPunct="1">
      <a:defRPr sz="1900" kern="1200">
        <a:solidFill>
          <a:schemeClr val="tx1"/>
        </a:solidFill>
        <a:latin typeface="+mn-lt"/>
        <a:ea typeface="+mn-ea"/>
        <a:cs typeface="+mn-cs"/>
      </a:defRPr>
    </a:lvl9pPr>
  </p:defaultTextStyle>
  <p:extLst>
    <p:ext uri="{521415D9-36F7-43E2-AB2F-B90AF26B5E84}">
      <p14:sectionLst xmlns:p14="http://schemas.microsoft.com/office/powerpoint/2010/main">
        <p14:section name="Inleiding" id="{4983F275-25E8-DB46-81C3-A92AAAB2D166}">
          <p14:sldIdLst>
            <p14:sldId id="1303"/>
            <p14:sldId id="257"/>
          </p14:sldIdLst>
        </p14:section>
        <p14:section name="Introductie" id="{914CC7CD-1759-403B-B989-260C6C46BFC2}">
          <p14:sldIdLst>
            <p14:sldId id="258"/>
            <p14:sldId id="259"/>
            <p14:sldId id="1304"/>
          </p14:sldIdLst>
        </p14:section>
        <p14:section name="Context &amp; Doelen" id="{C35D4EB7-596B-4186-A892-A66286592AC9}">
          <p14:sldIdLst>
            <p14:sldId id="261"/>
            <p14:sldId id="263"/>
            <p14:sldId id="264"/>
            <p14:sldId id="266"/>
            <p14:sldId id="267"/>
            <p14:sldId id="1305"/>
            <p14:sldId id="269"/>
            <p14:sldId id="270"/>
          </p14:sldIdLst>
        </p14:section>
        <p14:section name="Werkwijze" id="{1E45ED9E-13F4-4B2D-BA07-69BE6023EA26}">
          <p14:sldIdLst>
            <p14:sldId id="272"/>
            <p14:sldId id="256"/>
            <p14:sldId id="273"/>
            <p14:sldId id="1300"/>
            <p14:sldId id="1301"/>
            <p14:sldId id="1299"/>
          </p14:sldIdLst>
        </p14:section>
        <p14:section name="Vervolgstappen" id="{F65022C2-882C-4F13-92C5-BFCD28ED8EA6}">
          <p14:sldIdLst>
            <p14:sldId id="276"/>
            <p14:sldId id="277"/>
          </p14:sldIdLst>
        </p14:section>
      </p14:sectionLst>
    </p:ext>
    <p:ext uri="{EFAFB233-063F-42B5-8137-9DF3F51BA10A}">
      <p15:sldGuideLst xmlns:p15="http://schemas.microsoft.com/office/powerpoint/2012/main">
        <p15:guide id="5" orient="horz" pos="618" userDrawn="1">
          <p15:clr>
            <a:srgbClr val="A4A3A4"/>
          </p15:clr>
        </p15:guide>
        <p15:guide id="7" pos="347" userDrawn="1">
          <p15:clr>
            <a:srgbClr val="A4A3A4"/>
          </p15:clr>
        </p15:guide>
        <p15:guide id="9" orient="horz" pos="867" userDrawn="1">
          <p15:clr>
            <a:srgbClr val="A4A3A4"/>
          </p15:clr>
        </p15:guide>
        <p15:guide id="12" orient="horz" pos="323" userDrawn="1">
          <p15:clr>
            <a:srgbClr val="A4A3A4"/>
          </p15:clr>
        </p15:guide>
        <p15:guide id="13" pos="619" userDrawn="1">
          <p15:clr>
            <a:srgbClr val="A4A3A4"/>
          </p15:clr>
        </p15:guide>
        <p15:guide id="14" pos="7015" userDrawn="1">
          <p15:clr>
            <a:srgbClr val="A4A3A4"/>
          </p15:clr>
        </p15:guide>
        <p15:guide id="15" pos="1459" userDrawn="1">
          <p15:clr>
            <a:srgbClr val="A4A3A4"/>
          </p15:clr>
        </p15:guide>
        <p15:guide id="16" pos="3386" userDrawn="1">
          <p15:clr>
            <a:srgbClr val="A4A3A4"/>
          </p15:clr>
        </p15:guide>
        <p15:guide id="17" pos="5564"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EAA7B27-340F-A971-2EFC-9A17764FB0E9}" name="Rutger Haagsma" initials="RH" userId="S::rutger.haagsma@ritense.com::03b2b398-53e6-432e-aa43-5e3fa7f1b071" providerId="AD"/>
  <p188:author id="{6490E690-5E4E-BAF5-CB85-0C60357174DB}" name="Damon Beynon" initials="DB" userId="S::damon.beynon@ritense.com::4e459d25-e218-4445-a18b-3d6d8848231b" providerId="AD"/>
  <p188:author id="{BB73FBD8-5E9D-CCEE-5EA3-E80DD85782A0}" name="Erwin van den Heuvel" initials="EvdH" userId="S::erwin.van.den.heuvel@ritense.com::f19f05b9-8e39-4b4c-9cf9-c12b3fe81c8a"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Jaap Bakker" initials="JB" lastIdx="2" clrIdx="0"/>
  <p:cmAuthor id="2" name="Rutger Haagsma" initials="RH" lastIdx="5" clrIdx="1">
    <p:extLst>
      <p:ext uri="{19B8F6BF-5375-455C-9EA6-DF929625EA0E}">
        <p15:presenceInfo xmlns:p15="http://schemas.microsoft.com/office/powerpoint/2012/main" userId="S::rutger.haagsma@ritense.com::03b2b398-53e6-432e-aa43-5e3fa7f1b07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61"/>
    <a:srgbClr val="EA8282"/>
    <a:srgbClr val="D98E04"/>
    <a:srgbClr val="00478A"/>
    <a:srgbClr val="8EB4E3"/>
    <a:srgbClr val="89CDF2"/>
    <a:srgbClr val="E96532"/>
    <a:srgbClr val="FF9300"/>
    <a:srgbClr val="92D050"/>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FEA414C-19CF-A858-4416-5367F299E777}" v="65" dt="2026-09-29T07:49:24.63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12C8C85-51F0-491E-9774-3900AFEF0FD7}" styleName="Stijl, licht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E9639D4-E3E2-4D34-9284-5A2195B3D0D7}" styleName="Stijl, licht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Stijl, licht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Stijl, gemiddeld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Stijl, gemiddeld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3B4B98B0-60AC-42C2-AFA5-B58CD77FA1E5}" styleName="Stijl, licht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C89EF96-8CEA-46FF-86C4-4CE0E7609802}" styleName="Stijl, licht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799B23B-EC83-4686-B30A-512413B5E67A}" styleName="Stijl, licht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69CF1AB2-1976-4502-BF36-3FF5EA218861}" styleName="Stijl, gemiddeld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10A1B5D5-9B99-4C35-A422-299274C87663}" styleName="Stijl, gemiddeld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93296810-A885-4BE3-A3E7-6D5BEEA58F35}" styleName="Stijl, gemiddeld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D7B26C5-4107-4FEC-AEDC-1716B250A1EF}" styleName="Stijl, licht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D113A9D2-9D6B-4929-AA2D-F23B5EE8CBE7}" styleName="Stijl, thema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16DA210-FB5B-4158-B5E0-FEB733F419BA}" styleName="Stijl, licht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0E3FDE45-AF77-4B5C-9715-49D594BDF05E}" styleName="Stijl, licht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0660B408-B3CF-4A94-85FC-2B1E0A45F4A2}" styleName="Stijl, donker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5FD0F851-EC5A-4D38-B0AD-8093EC10F338}" styleName="Stijl, licht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618"/>
        <p:guide pos="347"/>
        <p:guide orient="horz" pos="867"/>
        <p:guide orient="horz" pos="323"/>
        <p:guide pos="619"/>
        <p:guide pos="7015"/>
        <p:guide pos="1459"/>
        <p:guide pos="3386"/>
        <p:guide pos="5564"/>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customXml" Target="../customXml/item3.xml"/><Relationship Id="rId21" Type="http://schemas.openxmlformats.org/officeDocument/2006/relationships/slide" Target="slides/slide16.xml"/><Relationship Id="rId34" Type="http://schemas.microsoft.com/office/2015/10/relationships/revisionInfo" Target="revisionInfo.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commentAuthors" Target="commentAuthor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notesMaster" Target="notesMasters/notesMaster1.xml"/><Relationship Id="rId30" Type="http://schemas.openxmlformats.org/officeDocument/2006/relationships/viewProps" Target="viewProps.xml"/><Relationship Id="rId35" Type="http://schemas.microsoft.com/office/2018/10/relationships/authors" Target="authors.xml"/><Relationship Id="rId8" Type="http://schemas.openxmlformats.org/officeDocument/2006/relationships/slide" Target="slides/slide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mon Beynon" userId="S::damon.beynon@ritense.com::4e459d25-e218-4445-a18b-3d6d8848231b" providerId="AD" clId="Web-{8FEA414C-19CF-A858-4416-5367F299E777}"/>
    <pc:docChg chg="modSld">
      <pc:chgData name="Damon Beynon" userId="S::damon.beynon@ritense.com::4e459d25-e218-4445-a18b-3d6d8848231b" providerId="AD" clId="Web-{8FEA414C-19CF-A858-4416-5367F299E777}" dt="2026-09-29T07:49:21.541" v="59" actId="20577"/>
      <pc:docMkLst>
        <pc:docMk/>
      </pc:docMkLst>
      <pc:sldChg chg="modSp">
        <pc:chgData name="Damon Beynon" userId="S::damon.beynon@ritense.com::4e459d25-e218-4445-a18b-3d6d8848231b" providerId="AD" clId="Web-{8FEA414C-19CF-A858-4416-5367F299E777}" dt="2026-09-29T07:49:21.541" v="59" actId="20577"/>
        <pc:sldMkLst>
          <pc:docMk/>
          <pc:sldMk cId="0" sldId="264"/>
        </pc:sldMkLst>
        <pc:spChg chg="mod">
          <ac:chgData name="Damon Beynon" userId="S::damon.beynon@ritense.com::4e459d25-e218-4445-a18b-3d6d8848231b" providerId="AD" clId="Web-{8FEA414C-19CF-A858-4416-5367F299E777}" dt="2026-09-29T07:49:21.541" v="59" actId="20577"/>
          <ac:spMkLst>
            <pc:docMk/>
            <pc:sldMk cId="0" sldId="264"/>
            <ac:spMk id="9" creationId="{00000000-0000-0000-0000-000000000000}"/>
          </ac:spMkLst>
        </pc:spChg>
        <pc:spChg chg="mod">
          <ac:chgData name="Damon Beynon" userId="S::damon.beynon@ritense.com::4e459d25-e218-4445-a18b-3d6d8848231b" providerId="AD" clId="Web-{8FEA414C-19CF-A858-4416-5367F299E777}" dt="2026-09-29T07:48:05.195" v="51" actId="20577"/>
          <ac:spMkLst>
            <pc:docMk/>
            <pc:sldMk cId="0" sldId="264"/>
            <ac:spMk id="13" creationId="{00000000-0000-0000-0000-000000000000}"/>
          </ac:spMkLst>
        </pc:spChg>
        <pc:spChg chg="mod">
          <ac:chgData name="Damon Beynon" userId="S::damon.beynon@ritense.com::4e459d25-e218-4445-a18b-3d6d8848231b" providerId="AD" clId="Web-{8FEA414C-19CF-A858-4416-5367F299E777}" dt="2026-09-29T07:48:31.477" v="57" actId="20577"/>
          <ac:spMkLst>
            <pc:docMk/>
            <pc:sldMk cId="0" sldId="264"/>
            <ac:spMk id="21" creationId="{00000000-0000-0000-0000-000000000000}"/>
          </ac:spMkLst>
        </pc:spChg>
      </pc:sldChg>
      <pc:sldChg chg="modSp">
        <pc:chgData name="Damon Beynon" userId="S::damon.beynon@ritense.com::4e459d25-e218-4445-a18b-3d6d8848231b" providerId="AD" clId="Web-{8FEA414C-19CF-A858-4416-5367F299E777}" dt="2026-09-29T07:42:15.869" v="45" actId="20577"/>
        <pc:sldMkLst>
          <pc:docMk/>
          <pc:sldMk cId="2194582196" sldId="1299"/>
        </pc:sldMkLst>
        <pc:spChg chg="mod">
          <ac:chgData name="Damon Beynon" userId="S::damon.beynon@ritense.com::4e459d25-e218-4445-a18b-3d6d8848231b" providerId="AD" clId="Web-{8FEA414C-19CF-A858-4416-5367F299E777}" dt="2026-09-29T07:42:15.869" v="45" actId="20577"/>
          <ac:spMkLst>
            <pc:docMk/>
            <pc:sldMk cId="2194582196" sldId="1299"/>
            <ac:spMk id="23" creationId="{00000000-0000-0000-0000-000000000000}"/>
          </ac:spMkLst>
        </pc:spChg>
      </pc:sldChg>
    </pc:docChg>
  </pc:docChgLst>
  <pc:docChgLst>
    <pc:chgData name="Damon Beynon" userId="S::damon.beynon@ritense.com::4e459d25-e218-4445-a18b-3d6d8848231b" providerId="AD" clId="Web-{000B1D2F-3D81-1645-CBC1-957E43343B8A}"/>
    <pc:docChg chg="addSld delSld modSld sldOrd delSection modSection">
      <pc:chgData name="Damon Beynon" userId="S::damon.beynon@ritense.com::4e459d25-e218-4445-a18b-3d6d8848231b" providerId="AD" clId="Web-{000B1D2F-3D81-1645-CBC1-957E43343B8A}" dt="2026-09-07T08:45:07.798" v="37"/>
      <pc:docMkLst>
        <pc:docMk/>
      </pc:docMkLst>
    </pc:docChg>
  </pc:docChgLst>
  <pc:docChgLst>
    <pc:chgData name="Damon Beynon" userId="S::damon.beynon@ritense.com::4e459d25-e218-4445-a18b-3d6d8848231b" providerId="AD" clId="Web-{C31DA788-2B5A-2670-411A-ED25C7970113}"/>
    <pc:docChg chg="modSld">
      <pc:chgData name="Damon Beynon" userId="S::damon.beynon@ritense.com::4e459d25-e218-4445-a18b-3d6d8848231b" providerId="AD" clId="Web-{C31DA788-2B5A-2670-411A-ED25C7970113}" dt="2026-09-08T12:54:11.819" v="44"/>
      <pc:docMkLst>
        <pc:docMk/>
      </pc:docMkLst>
      <pc:sldChg chg="modSp">
        <pc:chgData name="Damon Beynon" userId="S::damon.beynon@ritense.com::4e459d25-e218-4445-a18b-3d6d8848231b" providerId="AD" clId="Web-{C31DA788-2B5A-2670-411A-ED25C7970113}" dt="2026-09-08T12:06:09.446" v="32" actId="20577"/>
        <pc:sldMkLst>
          <pc:docMk/>
          <pc:sldMk cId="0" sldId="258"/>
        </pc:sldMkLst>
        <pc:spChg chg="mod">
          <ac:chgData name="Damon Beynon" userId="S::damon.beynon@ritense.com::4e459d25-e218-4445-a18b-3d6d8848231b" providerId="AD" clId="Web-{C31DA788-2B5A-2670-411A-ED25C7970113}" dt="2026-09-08T12:06:09.446" v="32" actId="20577"/>
          <ac:spMkLst>
            <pc:docMk/>
            <pc:sldMk cId="0" sldId="258"/>
            <ac:spMk id="7" creationId="{00000000-0000-0000-0000-000000000000}"/>
          </ac:spMkLst>
        </pc:spChg>
      </pc:sldChg>
      <pc:sldChg chg="modSp">
        <pc:chgData name="Damon Beynon" userId="S::damon.beynon@ritense.com::4e459d25-e218-4445-a18b-3d6d8848231b" providerId="AD" clId="Web-{C31DA788-2B5A-2670-411A-ED25C7970113}" dt="2026-09-08T12:02:30.463" v="4" actId="1076"/>
        <pc:sldMkLst>
          <pc:docMk/>
          <pc:sldMk cId="0" sldId="259"/>
        </pc:sldMkLst>
        <pc:spChg chg="mod">
          <ac:chgData name="Damon Beynon" userId="S::damon.beynon@ritense.com::4e459d25-e218-4445-a18b-3d6d8848231b" providerId="AD" clId="Web-{C31DA788-2B5A-2670-411A-ED25C7970113}" dt="2026-09-08T12:02:30.463" v="4" actId="1076"/>
          <ac:spMkLst>
            <pc:docMk/>
            <pc:sldMk cId="0" sldId="259"/>
            <ac:spMk id="7" creationId="{00000000-0000-0000-0000-000000000000}"/>
          </ac:spMkLst>
        </pc:spChg>
        <pc:spChg chg="mod">
          <ac:chgData name="Damon Beynon" userId="S::damon.beynon@ritense.com::4e459d25-e218-4445-a18b-3d6d8848231b" providerId="AD" clId="Web-{C31DA788-2B5A-2670-411A-ED25C7970113}" dt="2026-09-08T12:02:10.838" v="3" actId="1076"/>
          <ac:spMkLst>
            <pc:docMk/>
            <pc:sldMk cId="0" sldId="259"/>
            <ac:spMk id="11" creationId="{00000000-0000-0000-0000-000000000000}"/>
          </ac:spMkLst>
        </pc:spChg>
      </pc:sldChg>
      <pc:sldChg chg="modSp">
        <pc:chgData name="Damon Beynon" userId="S::damon.beynon@ritense.com::4e459d25-e218-4445-a18b-3d6d8848231b" providerId="AD" clId="Web-{C31DA788-2B5A-2670-411A-ED25C7970113}" dt="2026-09-08T12:05:43.758" v="30" actId="20577"/>
        <pc:sldMkLst>
          <pc:docMk/>
          <pc:sldMk cId="0" sldId="261"/>
        </pc:sldMkLst>
        <pc:spChg chg="mod">
          <ac:chgData name="Damon Beynon" userId="S::damon.beynon@ritense.com::4e459d25-e218-4445-a18b-3d6d8848231b" providerId="AD" clId="Web-{C31DA788-2B5A-2670-411A-ED25C7970113}" dt="2026-09-08T12:05:43.758" v="30" actId="20577"/>
          <ac:spMkLst>
            <pc:docMk/>
            <pc:sldMk cId="0" sldId="261"/>
            <ac:spMk id="7" creationId="{00000000-0000-0000-0000-000000000000}"/>
          </ac:spMkLst>
        </pc:spChg>
      </pc:sldChg>
      <pc:sldChg chg="addSp delSp modSp">
        <pc:chgData name="Damon Beynon" userId="S::damon.beynon@ritense.com::4e459d25-e218-4445-a18b-3d6d8848231b" providerId="AD" clId="Web-{C31DA788-2B5A-2670-411A-ED25C7970113}" dt="2026-09-08T12:54:11.819" v="44"/>
        <pc:sldMkLst>
          <pc:docMk/>
          <pc:sldMk cId="0" sldId="267"/>
        </pc:sldMkLst>
      </pc:sldChg>
      <pc:sldChg chg="modSp">
        <pc:chgData name="Damon Beynon" userId="S::damon.beynon@ritense.com::4e459d25-e218-4445-a18b-3d6d8848231b" providerId="AD" clId="Web-{C31DA788-2B5A-2670-411A-ED25C7970113}" dt="2026-09-08T12:05:05.743" v="28" actId="20577"/>
        <pc:sldMkLst>
          <pc:docMk/>
          <pc:sldMk cId="0" sldId="272"/>
        </pc:sldMkLst>
        <pc:spChg chg="mod">
          <ac:chgData name="Damon Beynon" userId="S::damon.beynon@ritense.com::4e459d25-e218-4445-a18b-3d6d8848231b" providerId="AD" clId="Web-{C31DA788-2B5A-2670-411A-ED25C7970113}" dt="2026-09-08T12:05:05.743" v="28" actId="20577"/>
          <ac:spMkLst>
            <pc:docMk/>
            <pc:sldMk cId="0" sldId="272"/>
            <ac:spMk id="7" creationId="{00000000-0000-0000-0000-000000000000}"/>
          </ac:spMkLst>
        </pc:spChg>
      </pc:sldChg>
      <pc:sldChg chg="modSp">
        <pc:chgData name="Damon Beynon" userId="S::damon.beynon@ritense.com::4e459d25-e218-4445-a18b-3d6d8848231b" providerId="AD" clId="Web-{C31DA788-2B5A-2670-411A-ED25C7970113}" dt="2026-09-08T12:02:51.134" v="6" actId="20577"/>
        <pc:sldMkLst>
          <pc:docMk/>
          <pc:sldMk cId="2960146214" sldId="1304"/>
        </pc:sldMkLst>
        <pc:spChg chg="mod">
          <ac:chgData name="Damon Beynon" userId="S::damon.beynon@ritense.com::4e459d25-e218-4445-a18b-3d6d8848231b" providerId="AD" clId="Web-{C31DA788-2B5A-2670-411A-ED25C7970113}" dt="2026-09-08T12:02:51.134" v="6" actId="20577"/>
          <ac:spMkLst>
            <pc:docMk/>
            <pc:sldMk cId="2960146214" sldId="1304"/>
            <ac:spMk id="19" creationId="{00000000-0000-0000-0000-000000000000}"/>
          </ac:spMkLst>
        </pc:spChg>
      </pc:sldChg>
    </pc:docChg>
  </pc:docChgLst>
  <pc:docChgLst>
    <pc:chgData name="Damon Beynon" userId="S::damon.beynon@ritense.com::4e459d25-e218-4445-a18b-3d6d8848231b" providerId="AD" clId="Web-{24065F91-901C-8A4D-7273-CCD0E5B78B97}"/>
    <pc:docChg chg="addSld delSld modSld sldOrd modSection">
      <pc:chgData name="Damon Beynon" userId="S::damon.beynon@ritense.com::4e459d25-e218-4445-a18b-3d6d8848231b" providerId="AD" clId="Web-{24065F91-901C-8A4D-7273-CCD0E5B78B97}" dt="2026-09-08T11:52:57.396" v="796"/>
      <pc:docMkLst>
        <pc:docMk/>
      </pc:docMkLst>
      <pc:sldChg chg="ord">
        <pc:chgData name="Damon Beynon" userId="S::damon.beynon@ritense.com::4e459d25-e218-4445-a18b-3d6d8848231b" providerId="AD" clId="Web-{24065F91-901C-8A4D-7273-CCD0E5B78B97}" dt="2026-09-08T09:57:34.724" v="253"/>
        <pc:sldMkLst>
          <pc:docMk/>
          <pc:sldMk cId="0" sldId="256"/>
        </pc:sldMkLst>
      </pc:sldChg>
      <pc:sldChg chg="add">
        <pc:chgData name="Damon Beynon" userId="S::damon.beynon@ritense.com::4e459d25-e218-4445-a18b-3d6d8848231b" providerId="AD" clId="Web-{24065F91-901C-8A4D-7273-CCD0E5B78B97}" dt="2026-09-08T10:12:49.530" v="410"/>
        <pc:sldMkLst>
          <pc:docMk/>
          <pc:sldMk cId="0" sldId="257"/>
        </pc:sldMkLst>
      </pc:sldChg>
      <pc:sldChg chg="add">
        <pc:chgData name="Damon Beynon" userId="S::damon.beynon@ritense.com::4e459d25-e218-4445-a18b-3d6d8848231b" providerId="AD" clId="Web-{24065F91-901C-8A4D-7273-CCD0E5B78B97}" dt="2026-09-08T10:22:36.118" v="412"/>
        <pc:sldMkLst>
          <pc:docMk/>
          <pc:sldMk cId="0" sldId="258"/>
        </pc:sldMkLst>
      </pc:sldChg>
      <pc:sldChg chg="add">
        <pc:chgData name="Damon Beynon" userId="S::damon.beynon@ritense.com::4e459d25-e218-4445-a18b-3d6d8848231b" providerId="AD" clId="Web-{24065F91-901C-8A4D-7273-CCD0E5B78B97}" dt="2026-09-08T10:25:49.601" v="422"/>
        <pc:sldMkLst>
          <pc:docMk/>
          <pc:sldMk cId="0" sldId="259"/>
        </pc:sldMkLst>
      </pc:sldChg>
      <pc:sldChg chg="add">
        <pc:chgData name="Damon Beynon" userId="S::damon.beynon@ritense.com::4e459d25-e218-4445-a18b-3d6d8848231b" providerId="AD" clId="Web-{24065F91-901C-8A4D-7273-CCD0E5B78B97}" dt="2026-09-08T10:23:27.993" v="414"/>
        <pc:sldMkLst>
          <pc:docMk/>
          <pc:sldMk cId="0" sldId="261"/>
        </pc:sldMkLst>
      </pc:sldChg>
      <pc:sldChg chg="modSp add">
        <pc:chgData name="Damon Beynon" userId="S::damon.beynon@ritense.com::4e459d25-e218-4445-a18b-3d6d8848231b" providerId="AD" clId="Web-{24065F91-901C-8A4D-7273-CCD0E5B78B97}" dt="2026-09-08T11:15:14.443" v="462" actId="20577"/>
        <pc:sldMkLst>
          <pc:docMk/>
          <pc:sldMk cId="0" sldId="263"/>
        </pc:sldMkLst>
        <pc:spChg chg="mod">
          <ac:chgData name="Damon Beynon" userId="S::damon.beynon@ritense.com::4e459d25-e218-4445-a18b-3d6d8848231b" providerId="AD" clId="Web-{24065F91-901C-8A4D-7273-CCD0E5B78B97}" dt="2026-09-08T11:15:14.443" v="462" actId="20577"/>
          <ac:spMkLst>
            <pc:docMk/>
            <pc:sldMk cId="0" sldId="263"/>
            <ac:spMk id="9" creationId="{00000000-0000-0000-0000-000000000000}"/>
          </ac:spMkLst>
        </pc:spChg>
      </pc:sldChg>
      <pc:sldChg chg="modSp add">
        <pc:chgData name="Damon Beynon" userId="S::damon.beynon@ritense.com::4e459d25-e218-4445-a18b-3d6d8848231b" providerId="AD" clId="Web-{24065F91-901C-8A4D-7273-CCD0E5B78B97}" dt="2026-09-08T11:52:41.990" v="795" actId="20577"/>
        <pc:sldMkLst>
          <pc:docMk/>
          <pc:sldMk cId="0" sldId="264"/>
        </pc:sldMkLst>
        <pc:spChg chg="mod">
          <ac:chgData name="Damon Beynon" userId="S::damon.beynon@ritense.com::4e459d25-e218-4445-a18b-3d6d8848231b" providerId="AD" clId="Web-{24065F91-901C-8A4D-7273-CCD0E5B78B97}" dt="2026-09-08T11:52:41.990" v="795" actId="20577"/>
          <ac:spMkLst>
            <pc:docMk/>
            <pc:sldMk cId="0" sldId="264"/>
            <ac:spMk id="13" creationId="{00000000-0000-0000-0000-000000000000}"/>
          </ac:spMkLst>
        </pc:spChg>
        <pc:spChg chg="mod">
          <ac:chgData name="Damon Beynon" userId="S::damon.beynon@ritense.com::4e459d25-e218-4445-a18b-3d6d8848231b" providerId="AD" clId="Web-{24065F91-901C-8A4D-7273-CCD0E5B78B97}" dt="2026-09-08T11:52:29.459" v="793" actId="20577"/>
          <ac:spMkLst>
            <pc:docMk/>
            <pc:sldMk cId="0" sldId="264"/>
            <ac:spMk id="17" creationId="{00000000-0000-0000-0000-000000000000}"/>
          </ac:spMkLst>
        </pc:spChg>
        <pc:spChg chg="mod">
          <ac:chgData name="Damon Beynon" userId="S::damon.beynon@ritense.com::4e459d25-e218-4445-a18b-3d6d8848231b" providerId="AD" clId="Web-{24065F91-901C-8A4D-7273-CCD0E5B78B97}" dt="2026-09-08T11:52:26.115" v="792" actId="20577"/>
          <ac:spMkLst>
            <pc:docMk/>
            <pc:sldMk cId="0" sldId="264"/>
            <ac:spMk id="21" creationId="{00000000-0000-0000-0000-000000000000}"/>
          </ac:spMkLst>
        </pc:spChg>
      </pc:sldChg>
      <pc:sldChg chg="modSp add">
        <pc:chgData name="Damon Beynon" userId="S::damon.beynon@ritense.com::4e459d25-e218-4445-a18b-3d6d8848231b" providerId="AD" clId="Web-{24065F91-901C-8A4D-7273-CCD0E5B78B97}" dt="2026-09-08T11:52:06.958" v="791" actId="20577"/>
        <pc:sldMkLst>
          <pc:docMk/>
          <pc:sldMk cId="0" sldId="266"/>
        </pc:sldMkLst>
        <pc:spChg chg="mod">
          <ac:chgData name="Damon Beynon" userId="S::damon.beynon@ritense.com::4e459d25-e218-4445-a18b-3d6d8848231b" providerId="AD" clId="Web-{24065F91-901C-8A4D-7273-CCD0E5B78B97}" dt="2026-09-08T11:52:00.412" v="787" actId="20577"/>
          <ac:spMkLst>
            <pc:docMk/>
            <pc:sldMk cId="0" sldId="266"/>
            <ac:spMk id="14" creationId="{00000000-0000-0000-0000-000000000000}"/>
          </ac:spMkLst>
        </pc:spChg>
        <pc:spChg chg="mod">
          <ac:chgData name="Damon Beynon" userId="S::damon.beynon@ritense.com::4e459d25-e218-4445-a18b-3d6d8848231b" providerId="AD" clId="Web-{24065F91-901C-8A4D-7273-CCD0E5B78B97}" dt="2026-09-08T11:52:03.740" v="789" actId="20577"/>
          <ac:spMkLst>
            <pc:docMk/>
            <pc:sldMk cId="0" sldId="266"/>
            <ac:spMk id="24" creationId="{00000000-0000-0000-0000-000000000000}"/>
          </ac:spMkLst>
        </pc:spChg>
        <pc:spChg chg="mod">
          <ac:chgData name="Damon Beynon" userId="S::damon.beynon@ritense.com::4e459d25-e218-4445-a18b-3d6d8848231b" providerId="AD" clId="Web-{24065F91-901C-8A4D-7273-CCD0E5B78B97}" dt="2026-09-08T11:52:06.958" v="791" actId="20577"/>
          <ac:spMkLst>
            <pc:docMk/>
            <pc:sldMk cId="0" sldId="266"/>
            <ac:spMk id="33" creationId="{00000000-0000-0000-0000-000000000000}"/>
          </ac:spMkLst>
        </pc:spChg>
      </pc:sldChg>
      <pc:sldChg chg="modSp add">
        <pc:chgData name="Damon Beynon" userId="S::damon.beynon@ritense.com::4e459d25-e218-4445-a18b-3d6d8848231b" providerId="AD" clId="Web-{24065F91-901C-8A4D-7273-CCD0E5B78B97}" dt="2026-09-08T11:21:55.492" v="482" actId="20577"/>
        <pc:sldMkLst>
          <pc:docMk/>
          <pc:sldMk cId="0" sldId="267"/>
        </pc:sldMkLst>
        <pc:spChg chg="mod">
          <ac:chgData name="Damon Beynon" userId="S::damon.beynon@ritense.com::4e459d25-e218-4445-a18b-3d6d8848231b" providerId="AD" clId="Web-{24065F91-901C-8A4D-7273-CCD0E5B78B97}" dt="2026-09-08T11:21:55.492" v="482" actId="20577"/>
          <ac:spMkLst>
            <pc:docMk/>
            <pc:sldMk cId="0" sldId="267"/>
            <ac:spMk id="18" creationId="{00000000-0000-0000-0000-000000000000}"/>
          </ac:spMkLst>
        </pc:spChg>
        <pc:spChg chg="mod">
          <ac:chgData name="Damon Beynon" userId="S::damon.beynon@ritense.com::4e459d25-e218-4445-a18b-3d6d8848231b" providerId="AD" clId="Web-{24065F91-901C-8A4D-7273-CCD0E5B78B97}" dt="2026-09-08T11:20:58.680" v="477"/>
          <ac:spMkLst>
            <pc:docMk/>
            <pc:sldMk cId="0" sldId="267"/>
            <ac:spMk id="20" creationId="{00000000-0000-0000-0000-000000000000}"/>
          </ac:spMkLst>
        </pc:spChg>
      </pc:sldChg>
      <pc:sldChg chg="addSp delSp add">
        <pc:chgData name="Damon Beynon" userId="S::damon.beynon@ritense.com::4e459d25-e218-4445-a18b-3d6d8848231b" providerId="AD" clId="Web-{24065F91-901C-8A4D-7273-CCD0E5B78B97}" dt="2026-09-08T11:18:43.663" v="468"/>
        <pc:sldMkLst>
          <pc:docMk/>
          <pc:sldMk cId="0" sldId="269"/>
        </pc:sldMkLst>
        <pc:grpChg chg="add">
          <ac:chgData name="Damon Beynon" userId="S::damon.beynon@ritense.com::4e459d25-e218-4445-a18b-3d6d8848231b" providerId="AD" clId="Web-{24065F91-901C-8A4D-7273-CCD0E5B78B97}" dt="2026-09-08T11:18:40.038" v="467"/>
          <ac:grpSpMkLst>
            <pc:docMk/>
            <pc:sldMk cId="0" sldId="269"/>
            <ac:grpSpMk id="35" creationId="{BCD7B592-FE4B-687D-2909-39DEB26A8880}"/>
          </ac:grpSpMkLst>
        </pc:grpChg>
      </pc:sldChg>
      <pc:sldChg chg="addSp delSp modSp add">
        <pc:chgData name="Damon Beynon" userId="S::damon.beynon@ritense.com::4e459d25-e218-4445-a18b-3d6d8848231b" providerId="AD" clId="Web-{24065F91-901C-8A4D-7273-CCD0E5B78B97}" dt="2026-09-08T11:23:43.837" v="598"/>
        <pc:sldMkLst>
          <pc:docMk/>
          <pc:sldMk cId="0" sldId="270"/>
        </pc:sldMkLst>
        <pc:spChg chg="mod">
          <ac:chgData name="Damon Beynon" userId="S::damon.beynon@ritense.com::4e459d25-e218-4445-a18b-3d6d8848231b" providerId="AD" clId="Web-{24065F91-901C-8A4D-7273-CCD0E5B78B97}" dt="2026-09-08T11:19:22.835" v="473" actId="20577"/>
          <ac:spMkLst>
            <pc:docMk/>
            <pc:sldMk cId="0" sldId="270"/>
            <ac:spMk id="9" creationId="{00000000-0000-0000-0000-000000000000}"/>
          </ac:spMkLst>
        </pc:spChg>
      </pc:sldChg>
      <pc:sldChg chg="add">
        <pc:chgData name="Damon Beynon" userId="S::damon.beynon@ritense.com::4e459d25-e218-4445-a18b-3d6d8848231b" providerId="AD" clId="Web-{24065F91-901C-8A4D-7273-CCD0E5B78B97}" dt="2026-09-08T10:23:41.977" v="416"/>
        <pc:sldMkLst>
          <pc:docMk/>
          <pc:sldMk cId="0" sldId="272"/>
        </pc:sldMkLst>
      </pc:sldChg>
      <pc:sldChg chg="addSp delSp modSp add">
        <pc:chgData name="Damon Beynon" userId="S::damon.beynon@ritense.com::4e459d25-e218-4445-a18b-3d6d8848231b" providerId="AD" clId="Web-{24065F91-901C-8A4D-7273-CCD0E5B78B97}" dt="2026-09-08T11:51:31.568" v="785" actId="1076"/>
        <pc:sldMkLst>
          <pc:docMk/>
          <pc:sldMk cId="0" sldId="273"/>
        </pc:sldMkLst>
        <pc:spChg chg="mod">
          <ac:chgData name="Damon Beynon" userId="S::damon.beynon@ritense.com::4e459d25-e218-4445-a18b-3d6d8848231b" providerId="AD" clId="Web-{24065F91-901C-8A4D-7273-CCD0E5B78B97}" dt="2026-09-08T11:49:49.348" v="768" actId="20577"/>
          <ac:spMkLst>
            <pc:docMk/>
            <pc:sldMk cId="0" sldId="273"/>
            <ac:spMk id="8" creationId="{00000000-0000-0000-0000-000000000000}"/>
          </ac:spMkLst>
        </pc:spChg>
        <pc:spChg chg="mod">
          <ac:chgData name="Damon Beynon" userId="S::damon.beynon@ritense.com::4e459d25-e218-4445-a18b-3d6d8848231b" providerId="AD" clId="Web-{24065F91-901C-8A4D-7273-CCD0E5B78B97}" dt="2026-09-08T11:50:52.942" v="778" actId="14100"/>
          <ac:spMkLst>
            <pc:docMk/>
            <pc:sldMk cId="0" sldId="273"/>
            <ac:spMk id="24" creationId="{00000000-0000-0000-0000-000000000000}"/>
          </ac:spMkLst>
        </pc:spChg>
        <pc:spChg chg="mod">
          <ac:chgData name="Damon Beynon" userId="S::damon.beynon@ritense.com::4e459d25-e218-4445-a18b-3d6d8848231b" providerId="AD" clId="Web-{24065F91-901C-8A4D-7273-CCD0E5B78B97}" dt="2026-09-08T11:49:35.754" v="764" actId="20577"/>
          <ac:spMkLst>
            <pc:docMk/>
            <pc:sldMk cId="0" sldId="273"/>
            <ac:spMk id="25" creationId="{00000000-0000-0000-0000-000000000000}"/>
          </ac:spMkLst>
        </pc:spChg>
        <pc:spChg chg="add mod">
          <ac:chgData name="Damon Beynon" userId="S::damon.beynon@ritense.com::4e459d25-e218-4445-a18b-3d6d8848231b" providerId="AD" clId="Web-{24065F91-901C-8A4D-7273-CCD0E5B78B97}" dt="2026-09-08T11:51:25.021" v="783" actId="1076"/>
          <ac:spMkLst>
            <pc:docMk/>
            <pc:sldMk cId="0" sldId="273"/>
            <ac:spMk id="71" creationId="{2D5B13D8-AE44-030A-861C-A97B070C708F}"/>
          </ac:spMkLst>
        </pc:spChg>
        <pc:spChg chg="add mod">
          <ac:chgData name="Damon Beynon" userId="S::damon.beynon@ritense.com::4e459d25-e218-4445-a18b-3d6d8848231b" providerId="AD" clId="Web-{24065F91-901C-8A4D-7273-CCD0E5B78B97}" dt="2026-09-08T11:51:31.568" v="785" actId="1076"/>
          <ac:spMkLst>
            <pc:docMk/>
            <pc:sldMk cId="0" sldId="273"/>
            <ac:spMk id="72" creationId="{D5B74F18-9177-C7D5-6B8C-18C4F50B99A0}"/>
          </ac:spMkLst>
        </pc:spChg>
      </pc:sldChg>
      <pc:sldChg chg="add mod modClrScheme chgLayout">
        <pc:chgData name="Damon Beynon" userId="S::damon.beynon@ritense.com::4e459d25-e218-4445-a18b-3d6d8848231b" providerId="AD" clId="Web-{24065F91-901C-8A4D-7273-CCD0E5B78B97}" dt="2026-09-08T11:28:02.448" v="608"/>
        <pc:sldMkLst>
          <pc:docMk/>
          <pc:sldMk cId="0" sldId="276"/>
        </pc:sldMkLst>
      </pc:sldChg>
      <pc:sldChg chg="delSp add">
        <pc:chgData name="Damon Beynon" userId="S::damon.beynon@ritense.com::4e459d25-e218-4445-a18b-3d6d8848231b" providerId="AD" clId="Web-{24065F91-901C-8A4D-7273-CCD0E5B78B97}" dt="2026-09-08T11:27:04.729" v="606"/>
        <pc:sldMkLst>
          <pc:docMk/>
          <pc:sldMk cId="0" sldId="277"/>
        </pc:sldMkLst>
      </pc:sldChg>
      <pc:sldChg chg="addSp delSp modSp">
        <pc:chgData name="Damon Beynon" userId="S::damon.beynon@ritense.com::4e459d25-e218-4445-a18b-3d6d8848231b" providerId="AD" clId="Web-{24065F91-901C-8A4D-7273-CCD0E5B78B97}" dt="2026-09-08T11:23:54.587" v="601" actId="1076"/>
        <pc:sldMkLst>
          <pc:docMk/>
          <pc:sldMk cId="2194582196" sldId="1299"/>
        </pc:sldMkLst>
        <pc:spChg chg="add">
          <ac:chgData name="Damon Beynon" userId="S::damon.beynon@ritense.com::4e459d25-e218-4445-a18b-3d6d8848231b" providerId="AD" clId="Web-{24065F91-901C-8A4D-7273-CCD0E5B78B97}" dt="2026-09-08T11:23:47.665" v="599"/>
          <ac:spMkLst>
            <pc:docMk/>
            <pc:sldMk cId="2194582196" sldId="1299"/>
            <ac:spMk id="44" creationId="{DBD2DF5C-6673-170E-57AD-08B55A2133FD}"/>
          </ac:spMkLst>
        </pc:spChg>
        <pc:spChg chg="add mod">
          <ac:chgData name="Damon Beynon" userId="S::damon.beynon@ritense.com::4e459d25-e218-4445-a18b-3d6d8848231b" providerId="AD" clId="Web-{24065F91-901C-8A4D-7273-CCD0E5B78B97}" dt="2026-09-08T11:23:54.587" v="601" actId="1076"/>
          <ac:spMkLst>
            <pc:docMk/>
            <pc:sldMk cId="2194582196" sldId="1299"/>
            <ac:spMk id="46" creationId="{750F4A48-2813-208A-002E-A7DA579BFC39}"/>
          </ac:spMkLst>
        </pc:spChg>
      </pc:sldChg>
      <pc:sldChg chg="addSp modSp">
        <pc:chgData name="Damon Beynon" userId="S::damon.beynon@ritense.com::4e459d25-e218-4445-a18b-3d6d8848231b" providerId="AD" clId="Web-{24065F91-901C-8A4D-7273-CCD0E5B78B97}" dt="2026-09-08T09:56:55.272" v="245" actId="20577"/>
        <pc:sldMkLst>
          <pc:docMk/>
          <pc:sldMk cId="4166508224" sldId="1300"/>
        </pc:sldMkLst>
        <pc:spChg chg="add mod">
          <ac:chgData name="Damon Beynon" userId="S::damon.beynon@ritense.com::4e459d25-e218-4445-a18b-3d6d8848231b" providerId="AD" clId="Web-{24065F91-901C-8A4D-7273-CCD0E5B78B97}" dt="2026-09-08T09:56:55.272" v="245" actId="20577"/>
          <ac:spMkLst>
            <pc:docMk/>
            <pc:sldMk cId="4166508224" sldId="1300"/>
            <ac:spMk id="62" creationId="{ADD00C71-C77F-0445-8AE6-3407656B868F}"/>
          </ac:spMkLst>
        </pc:spChg>
      </pc:sldChg>
      <pc:sldChg chg="addSp modSp">
        <pc:chgData name="Damon Beynon" userId="S::damon.beynon@ritense.com::4e459d25-e218-4445-a18b-3d6d8848231b" providerId="AD" clId="Web-{24065F91-901C-8A4D-7273-CCD0E5B78B97}" dt="2026-09-08T09:57:03.397" v="249" actId="20577"/>
        <pc:sldMkLst>
          <pc:docMk/>
          <pc:sldMk cId="1737352538" sldId="1301"/>
        </pc:sldMkLst>
        <pc:spChg chg="mod">
          <ac:chgData name="Damon Beynon" userId="S::damon.beynon@ritense.com::4e459d25-e218-4445-a18b-3d6d8848231b" providerId="AD" clId="Web-{24065F91-901C-8A4D-7273-CCD0E5B78B97}" dt="2026-09-08T09:53:23.445" v="55" actId="1076"/>
          <ac:spMkLst>
            <pc:docMk/>
            <pc:sldMk cId="1737352538" sldId="1301"/>
            <ac:spMk id="13" creationId="{1D204873-CA2D-F9FB-752D-91386E4855BE}"/>
          </ac:spMkLst>
        </pc:spChg>
        <pc:spChg chg="mod">
          <ac:chgData name="Damon Beynon" userId="S::damon.beynon@ritense.com::4e459d25-e218-4445-a18b-3d6d8848231b" providerId="AD" clId="Web-{24065F91-901C-8A4D-7273-CCD0E5B78B97}" dt="2026-09-08T09:53:23.461" v="56" actId="1076"/>
          <ac:spMkLst>
            <pc:docMk/>
            <pc:sldMk cId="1737352538" sldId="1301"/>
            <ac:spMk id="14" creationId="{937F7D79-7B48-B048-D247-B5F449DA4D29}"/>
          </ac:spMkLst>
        </pc:spChg>
        <pc:spChg chg="mod">
          <ac:chgData name="Damon Beynon" userId="S::damon.beynon@ritense.com::4e459d25-e218-4445-a18b-3d6d8848231b" providerId="AD" clId="Web-{24065F91-901C-8A4D-7273-CCD0E5B78B97}" dt="2026-09-08T09:53:23.492" v="57" actId="1076"/>
          <ac:spMkLst>
            <pc:docMk/>
            <pc:sldMk cId="1737352538" sldId="1301"/>
            <ac:spMk id="15" creationId="{638F9203-69F2-64DF-518D-40A29889921A}"/>
          </ac:spMkLst>
        </pc:spChg>
        <pc:spChg chg="mod">
          <ac:chgData name="Damon Beynon" userId="S::damon.beynon@ritense.com::4e459d25-e218-4445-a18b-3d6d8848231b" providerId="AD" clId="Web-{24065F91-901C-8A4D-7273-CCD0E5B78B97}" dt="2026-09-08T09:53:23.508" v="58" actId="1076"/>
          <ac:spMkLst>
            <pc:docMk/>
            <pc:sldMk cId="1737352538" sldId="1301"/>
            <ac:spMk id="16" creationId="{AC4C404B-BCF3-A2FF-7C1A-07E82E45D72A}"/>
          </ac:spMkLst>
        </pc:spChg>
        <pc:spChg chg="mod">
          <ac:chgData name="Damon Beynon" userId="S::damon.beynon@ritense.com::4e459d25-e218-4445-a18b-3d6d8848231b" providerId="AD" clId="Web-{24065F91-901C-8A4D-7273-CCD0E5B78B97}" dt="2026-09-08T09:53:23.523" v="59" actId="1076"/>
          <ac:spMkLst>
            <pc:docMk/>
            <pc:sldMk cId="1737352538" sldId="1301"/>
            <ac:spMk id="17" creationId="{AE7A972B-13F6-46EE-42FF-3A3AB5A5A440}"/>
          </ac:spMkLst>
        </pc:spChg>
        <pc:spChg chg="mod">
          <ac:chgData name="Damon Beynon" userId="S::damon.beynon@ritense.com::4e459d25-e218-4445-a18b-3d6d8848231b" providerId="AD" clId="Web-{24065F91-901C-8A4D-7273-CCD0E5B78B97}" dt="2026-09-08T09:53:23.555" v="60" actId="1076"/>
          <ac:spMkLst>
            <pc:docMk/>
            <pc:sldMk cId="1737352538" sldId="1301"/>
            <ac:spMk id="18" creationId="{361B3E8F-4E01-89D9-07BA-3253C2ADBDCB}"/>
          </ac:spMkLst>
        </pc:spChg>
        <pc:spChg chg="mod">
          <ac:chgData name="Damon Beynon" userId="S::damon.beynon@ritense.com::4e459d25-e218-4445-a18b-3d6d8848231b" providerId="AD" clId="Web-{24065F91-901C-8A4D-7273-CCD0E5B78B97}" dt="2026-09-08T09:53:23.570" v="61" actId="1076"/>
          <ac:spMkLst>
            <pc:docMk/>
            <pc:sldMk cId="1737352538" sldId="1301"/>
            <ac:spMk id="19" creationId="{3C769216-F244-8101-D7B7-54B46EB8F567}"/>
          </ac:spMkLst>
        </pc:spChg>
        <pc:spChg chg="mod">
          <ac:chgData name="Damon Beynon" userId="S::damon.beynon@ritense.com::4e459d25-e218-4445-a18b-3d6d8848231b" providerId="AD" clId="Web-{24065F91-901C-8A4D-7273-CCD0E5B78B97}" dt="2026-09-08T09:53:23.586" v="62" actId="1076"/>
          <ac:spMkLst>
            <pc:docMk/>
            <pc:sldMk cId="1737352538" sldId="1301"/>
            <ac:spMk id="20" creationId="{2E7B18F6-FC27-97C6-1D99-C314D0E8C8E3}"/>
          </ac:spMkLst>
        </pc:spChg>
        <pc:spChg chg="mod">
          <ac:chgData name="Damon Beynon" userId="S::damon.beynon@ritense.com::4e459d25-e218-4445-a18b-3d6d8848231b" providerId="AD" clId="Web-{24065F91-901C-8A4D-7273-CCD0E5B78B97}" dt="2026-09-08T09:53:23.602" v="63" actId="1076"/>
          <ac:spMkLst>
            <pc:docMk/>
            <pc:sldMk cId="1737352538" sldId="1301"/>
            <ac:spMk id="21" creationId="{D490B8B5-5771-CD27-265D-7929DA241505}"/>
          </ac:spMkLst>
        </pc:spChg>
        <pc:spChg chg="mod">
          <ac:chgData name="Damon Beynon" userId="S::damon.beynon@ritense.com::4e459d25-e218-4445-a18b-3d6d8848231b" providerId="AD" clId="Web-{24065F91-901C-8A4D-7273-CCD0E5B78B97}" dt="2026-09-08T09:53:23.617" v="64" actId="1076"/>
          <ac:spMkLst>
            <pc:docMk/>
            <pc:sldMk cId="1737352538" sldId="1301"/>
            <ac:spMk id="22" creationId="{E64289B5-ED3A-D2A1-A127-8E8397071B1F}"/>
          </ac:spMkLst>
        </pc:spChg>
        <pc:spChg chg="mod">
          <ac:chgData name="Damon Beynon" userId="S::damon.beynon@ritense.com::4e459d25-e218-4445-a18b-3d6d8848231b" providerId="AD" clId="Web-{24065F91-901C-8A4D-7273-CCD0E5B78B97}" dt="2026-09-08T09:53:23.648" v="65" actId="1076"/>
          <ac:spMkLst>
            <pc:docMk/>
            <pc:sldMk cId="1737352538" sldId="1301"/>
            <ac:spMk id="23" creationId="{A7935012-2310-2A63-D381-E93DC1FFA117}"/>
          </ac:spMkLst>
        </pc:spChg>
        <pc:spChg chg="mod">
          <ac:chgData name="Damon Beynon" userId="S::damon.beynon@ritense.com::4e459d25-e218-4445-a18b-3d6d8848231b" providerId="AD" clId="Web-{24065F91-901C-8A4D-7273-CCD0E5B78B97}" dt="2026-09-08T09:53:23.664" v="66" actId="1076"/>
          <ac:spMkLst>
            <pc:docMk/>
            <pc:sldMk cId="1737352538" sldId="1301"/>
            <ac:spMk id="24" creationId="{3741CB43-87ED-9954-9F02-E22BFB042E2C}"/>
          </ac:spMkLst>
        </pc:spChg>
        <pc:spChg chg="mod">
          <ac:chgData name="Damon Beynon" userId="S::damon.beynon@ritense.com::4e459d25-e218-4445-a18b-3d6d8848231b" providerId="AD" clId="Web-{24065F91-901C-8A4D-7273-CCD0E5B78B97}" dt="2026-09-08T09:53:23.680" v="67" actId="1076"/>
          <ac:spMkLst>
            <pc:docMk/>
            <pc:sldMk cId="1737352538" sldId="1301"/>
            <ac:spMk id="25" creationId="{2B6D13A6-8527-C06B-6D91-FEEE6161E97A}"/>
          </ac:spMkLst>
        </pc:spChg>
        <pc:spChg chg="mod">
          <ac:chgData name="Damon Beynon" userId="S::damon.beynon@ritense.com::4e459d25-e218-4445-a18b-3d6d8848231b" providerId="AD" clId="Web-{24065F91-901C-8A4D-7273-CCD0E5B78B97}" dt="2026-09-08T09:53:23.695" v="68" actId="1076"/>
          <ac:spMkLst>
            <pc:docMk/>
            <pc:sldMk cId="1737352538" sldId="1301"/>
            <ac:spMk id="26" creationId="{197FFAE1-C1DD-5153-212F-F551AE47C894}"/>
          </ac:spMkLst>
        </pc:spChg>
        <pc:spChg chg="mod">
          <ac:chgData name="Damon Beynon" userId="S::damon.beynon@ritense.com::4e459d25-e218-4445-a18b-3d6d8848231b" providerId="AD" clId="Web-{24065F91-901C-8A4D-7273-CCD0E5B78B97}" dt="2026-09-08T09:53:23.711" v="69" actId="1076"/>
          <ac:spMkLst>
            <pc:docMk/>
            <pc:sldMk cId="1737352538" sldId="1301"/>
            <ac:spMk id="27" creationId="{0E0C2E45-7823-B12E-F27F-6A92D6AFF87E}"/>
          </ac:spMkLst>
        </pc:spChg>
        <pc:spChg chg="mod">
          <ac:chgData name="Damon Beynon" userId="S::damon.beynon@ritense.com::4e459d25-e218-4445-a18b-3d6d8848231b" providerId="AD" clId="Web-{24065F91-901C-8A4D-7273-CCD0E5B78B97}" dt="2026-09-08T09:53:23.742" v="70" actId="1076"/>
          <ac:spMkLst>
            <pc:docMk/>
            <pc:sldMk cId="1737352538" sldId="1301"/>
            <ac:spMk id="28" creationId="{2CE24382-6631-3D4C-6177-BE512366F8B3}"/>
          </ac:spMkLst>
        </pc:spChg>
        <pc:spChg chg="mod">
          <ac:chgData name="Damon Beynon" userId="S::damon.beynon@ritense.com::4e459d25-e218-4445-a18b-3d6d8848231b" providerId="AD" clId="Web-{24065F91-901C-8A4D-7273-CCD0E5B78B97}" dt="2026-09-08T09:53:23.758" v="71" actId="1076"/>
          <ac:spMkLst>
            <pc:docMk/>
            <pc:sldMk cId="1737352538" sldId="1301"/>
            <ac:spMk id="29" creationId="{A1185C08-862A-0C18-03ED-C4A0A245AAF7}"/>
          </ac:spMkLst>
        </pc:spChg>
        <pc:spChg chg="mod">
          <ac:chgData name="Damon Beynon" userId="S::damon.beynon@ritense.com::4e459d25-e218-4445-a18b-3d6d8848231b" providerId="AD" clId="Web-{24065F91-901C-8A4D-7273-CCD0E5B78B97}" dt="2026-09-08T09:53:23.773" v="72" actId="1076"/>
          <ac:spMkLst>
            <pc:docMk/>
            <pc:sldMk cId="1737352538" sldId="1301"/>
            <ac:spMk id="30" creationId="{67B28ECC-2DDA-4315-0877-1510BE603F51}"/>
          </ac:spMkLst>
        </pc:spChg>
        <pc:spChg chg="mod">
          <ac:chgData name="Damon Beynon" userId="S::damon.beynon@ritense.com::4e459d25-e218-4445-a18b-3d6d8848231b" providerId="AD" clId="Web-{24065F91-901C-8A4D-7273-CCD0E5B78B97}" dt="2026-09-08T09:53:23.789" v="73" actId="1076"/>
          <ac:spMkLst>
            <pc:docMk/>
            <pc:sldMk cId="1737352538" sldId="1301"/>
            <ac:spMk id="31" creationId="{4136C91E-19EF-9059-3741-35001EBF1E7D}"/>
          </ac:spMkLst>
        </pc:spChg>
        <pc:spChg chg="mod">
          <ac:chgData name="Damon Beynon" userId="S::damon.beynon@ritense.com::4e459d25-e218-4445-a18b-3d6d8848231b" providerId="AD" clId="Web-{24065F91-901C-8A4D-7273-CCD0E5B78B97}" dt="2026-09-08T09:53:23.820" v="74" actId="1076"/>
          <ac:spMkLst>
            <pc:docMk/>
            <pc:sldMk cId="1737352538" sldId="1301"/>
            <ac:spMk id="32" creationId="{1BD9863B-0814-91E8-0154-EEB79E239AC1}"/>
          </ac:spMkLst>
        </pc:spChg>
        <pc:spChg chg="mod">
          <ac:chgData name="Damon Beynon" userId="S::damon.beynon@ritense.com::4e459d25-e218-4445-a18b-3d6d8848231b" providerId="AD" clId="Web-{24065F91-901C-8A4D-7273-CCD0E5B78B97}" dt="2026-09-08T09:53:23.836" v="75" actId="1076"/>
          <ac:spMkLst>
            <pc:docMk/>
            <pc:sldMk cId="1737352538" sldId="1301"/>
            <ac:spMk id="33" creationId="{4B1CF5B3-A8B8-618F-4EA0-4A28AB82BB6C}"/>
          </ac:spMkLst>
        </pc:spChg>
        <pc:spChg chg="mod">
          <ac:chgData name="Damon Beynon" userId="S::damon.beynon@ritense.com::4e459d25-e218-4445-a18b-3d6d8848231b" providerId="AD" clId="Web-{24065F91-901C-8A4D-7273-CCD0E5B78B97}" dt="2026-09-08T09:53:23.851" v="76" actId="1076"/>
          <ac:spMkLst>
            <pc:docMk/>
            <pc:sldMk cId="1737352538" sldId="1301"/>
            <ac:spMk id="34" creationId="{FC651402-F506-09CA-4758-9EBD03CFC67E}"/>
          </ac:spMkLst>
        </pc:spChg>
        <pc:spChg chg="mod">
          <ac:chgData name="Damon Beynon" userId="S::damon.beynon@ritense.com::4e459d25-e218-4445-a18b-3d6d8848231b" providerId="AD" clId="Web-{24065F91-901C-8A4D-7273-CCD0E5B78B97}" dt="2026-09-08T09:53:23.883" v="77" actId="1076"/>
          <ac:spMkLst>
            <pc:docMk/>
            <pc:sldMk cId="1737352538" sldId="1301"/>
            <ac:spMk id="35" creationId="{FB494288-186E-CEAC-D631-F89880FF80F2}"/>
          </ac:spMkLst>
        </pc:spChg>
        <pc:spChg chg="mod">
          <ac:chgData name="Damon Beynon" userId="S::damon.beynon@ritense.com::4e459d25-e218-4445-a18b-3d6d8848231b" providerId="AD" clId="Web-{24065F91-901C-8A4D-7273-CCD0E5B78B97}" dt="2026-09-08T09:53:23.898" v="78" actId="1076"/>
          <ac:spMkLst>
            <pc:docMk/>
            <pc:sldMk cId="1737352538" sldId="1301"/>
            <ac:spMk id="36" creationId="{93664AF7-A9B4-76DF-06FB-D2F02F1DE7B2}"/>
          </ac:spMkLst>
        </pc:spChg>
        <pc:spChg chg="mod">
          <ac:chgData name="Damon Beynon" userId="S::damon.beynon@ritense.com::4e459d25-e218-4445-a18b-3d6d8848231b" providerId="AD" clId="Web-{24065F91-901C-8A4D-7273-CCD0E5B78B97}" dt="2026-09-08T09:53:23.914" v="79" actId="1076"/>
          <ac:spMkLst>
            <pc:docMk/>
            <pc:sldMk cId="1737352538" sldId="1301"/>
            <ac:spMk id="37" creationId="{52DCA5B9-9C22-1650-6C50-801ED155D85E}"/>
          </ac:spMkLst>
        </pc:spChg>
        <pc:spChg chg="mod">
          <ac:chgData name="Damon Beynon" userId="S::damon.beynon@ritense.com::4e459d25-e218-4445-a18b-3d6d8848231b" providerId="AD" clId="Web-{24065F91-901C-8A4D-7273-CCD0E5B78B97}" dt="2026-09-08T09:53:23.945" v="80" actId="1076"/>
          <ac:spMkLst>
            <pc:docMk/>
            <pc:sldMk cId="1737352538" sldId="1301"/>
            <ac:spMk id="38" creationId="{F68A602F-C831-F39C-D393-B438CF1E8406}"/>
          </ac:spMkLst>
        </pc:spChg>
        <pc:spChg chg="mod">
          <ac:chgData name="Damon Beynon" userId="S::damon.beynon@ritense.com::4e459d25-e218-4445-a18b-3d6d8848231b" providerId="AD" clId="Web-{24065F91-901C-8A4D-7273-CCD0E5B78B97}" dt="2026-09-08T09:53:23.961" v="81" actId="1076"/>
          <ac:spMkLst>
            <pc:docMk/>
            <pc:sldMk cId="1737352538" sldId="1301"/>
            <ac:spMk id="39" creationId="{8283B407-302F-197E-D41E-41282BA8C76D}"/>
          </ac:spMkLst>
        </pc:spChg>
        <pc:spChg chg="mod">
          <ac:chgData name="Damon Beynon" userId="S::damon.beynon@ritense.com::4e459d25-e218-4445-a18b-3d6d8848231b" providerId="AD" clId="Web-{24065F91-901C-8A4D-7273-CCD0E5B78B97}" dt="2026-09-08T09:53:23.977" v="82" actId="1076"/>
          <ac:spMkLst>
            <pc:docMk/>
            <pc:sldMk cId="1737352538" sldId="1301"/>
            <ac:spMk id="40" creationId="{535E95AA-9257-465D-BB2B-EB38F55D03ED}"/>
          </ac:spMkLst>
        </pc:spChg>
        <pc:spChg chg="mod">
          <ac:chgData name="Damon Beynon" userId="S::damon.beynon@ritense.com::4e459d25-e218-4445-a18b-3d6d8848231b" providerId="AD" clId="Web-{24065F91-901C-8A4D-7273-CCD0E5B78B97}" dt="2026-09-08T09:53:23.992" v="83" actId="1076"/>
          <ac:spMkLst>
            <pc:docMk/>
            <pc:sldMk cId="1737352538" sldId="1301"/>
            <ac:spMk id="41" creationId="{3BAA601A-06FE-E2D0-09F2-8B724DD5B24F}"/>
          </ac:spMkLst>
        </pc:spChg>
        <pc:spChg chg="mod">
          <ac:chgData name="Damon Beynon" userId="S::damon.beynon@ritense.com::4e459d25-e218-4445-a18b-3d6d8848231b" providerId="AD" clId="Web-{24065F91-901C-8A4D-7273-CCD0E5B78B97}" dt="2026-09-08T09:53:24.023" v="84" actId="1076"/>
          <ac:spMkLst>
            <pc:docMk/>
            <pc:sldMk cId="1737352538" sldId="1301"/>
            <ac:spMk id="42" creationId="{49702772-8010-40BA-E907-F996DD5D08FE}"/>
          </ac:spMkLst>
        </pc:spChg>
        <pc:spChg chg="mod">
          <ac:chgData name="Damon Beynon" userId="S::damon.beynon@ritense.com::4e459d25-e218-4445-a18b-3d6d8848231b" providerId="AD" clId="Web-{24065F91-901C-8A4D-7273-CCD0E5B78B97}" dt="2026-09-08T09:53:24.039" v="85" actId="1076"/>
          <ac:spMkLst>
            <pc:docMk/>
            <pc:sldMk cId="1737352538" sldId="1301"/>
            <ac:spMk id="43" creationId="{1275929A-B346-F1FF-465C-B3C7E5CBB331}"/>
          </ac:spMkLst>
        </pc:spChg>
        <pc:spChg chg="mod">
          <ac:chgData name="Damon Beynon" userId="S::damon.beynon@ritense.com::4e459d25-e218-4445-a18b-3d6d8848231b" providerId="AD" clId="Web-{24065F91-901C-8A4D-7273-CCD0E5B78B97}" dt="2026-09-08T09:53:24.055" v="86" actId="1076"/>
          <ac:spMkLst>
            <pc:docMk/>
            <pc:sldMk cId="1737352538" sldId="1301"/>
            <ac:spMk id="44" creationId="{7E9657C9-8EFF-A480-4569-1E12EED5DE78}"/>
          </ac:spMkLst>
        </pc:spChg>
        <pc:spChg chg="mod">
          <ac:chgData name="Damon Beynon" userId="S::damon.beynon@ritense.com::4e459d25-e218-4445-a18b-3d6d8848231b" providerId="AD" clId="Web-{24065F91-901C-8A4D-7273-CCD0E5B78B97}" dt="2026-09-08T09:53:24.070" v="87" actId="1076"/>
          <ac:spMkLst>
            <pc:docMk/>
            <pc:sldMk cId="1737352538" sldId="1301"/>
            <ac:spMk id="45" creationId="{00267391-CEC6-37C5-EFC9-E9977251BA14}"/>
          </ac:spMkLst>
        </pc:spChg>
        <pc:spChg chg="mod">
          <ac:chgData name="Damon Beynon" userId="S::damon.beynon@ritense.com::4e459d25-e218-4445-a18b-3d6d8848231b" providerId="AD" clId="Web-{24065F91-901C-8A4D-7273-CCD0E5B78B97}" dt="2026-09-08T09:53:24.101" v="88" actId="1076"/>
          <ac:spMkLst>
            <pc:docMk/>
            <pc:sldMk cId="1737352538" sldId="1301"/>
            <ac:spMk id="46" creationId="{00AE5D7E-A0B3-BB4C-7770-D1B2CB5C13BA}"/>
          </ac:spMkLst>
        </pc:spChg>
        <pc:spChg chg="mod">
          <ac:chgData name="Damon Beynon" userId="S::damon.beynon@ritense.com::4e459d25-e218-4445-a18b-3d6d8848231b" providerId="AD" clId="Web-{24065F91-901C-8A4D-7273-CCD0E5B78B97}" dt="2026-09-08T09:53:24.117" v="89" actId="1076"/>
          <ac:spMkLst>
            <pc:docMk/>
            <pc:sldMk cId="1737352538" sldId="1301"/>
            <ac:spMk id="47" creationId="{4F25377D-F884-AFAF-36EB-F67EBB989204}"/>
          </ac:spMkLst>
        </pc:spChg>
        <pc:spChg chg="mod">
          <ac:chgData name="Damon Beynon" userId="S::damon.beynon@ritense.com::4e459d25-e218-4445-a18b-3d6d8848231b" providerId="AD" clId="Web-{24065F91-901C-8A4D-7273-CCD0E5B78B97}" dt="2026-09-08T09:53:24.133" v="90" actId="1076"/>
          <ac:spMkLst>
            <pc:docMk/>
            <pc:sldMk cId="1737352538" sldId="1301"/>
            <ac:spMk id="48" creationId="{0E79EDD8-9714-65F8-D77B-D626DFE4D3BA}"/>
          </ac:spMkLst>
        </pc:spChg>
        <pc:spChg chg="mod">
          <ac:chgData name="Damon Beynon" userId="S::damon.beynon@ritense.com::4e459d25-e218-4445-a18b-3d6d8848231b" providerId="AD" clId="Web-{24065F91-901C-8A4D-7273-CCD0E5B78B97}" dt="2026-09-08T09:53:24.148" v="91" actId="1076"/>
          <ac:spMkLst>
            <pc:docMk/>
            <pc:sldMk cId="1737352538" sldId="1301"/>
            <ac:spMk id="49" creationId="{E574916C-E1F6-C854-D8C8-E9F74AA10F0D}"/>
          </ac:spMkLst>
        </pc:spChg>
        <pc:spChg chg="add mod">
          <ac:chgData name="Damon Beynon" userId="S::damon.beynon@ritense.com::4e459d25-e218-4445-a18b-3d6d8848231b" providerId="AD" clId="Web-{24065F91-901C-8A4D-7273-CCD0E5B78B97}" dt="2026-09-08T09:57:03.397" v="249" actId="20577"/>
          <ac:spMkLst>
            <pc:docMk/>
            <pc:sldMk cId="1737352538" sldId="1301"/>
            <ac:spMk id="51" creationId="{153F3605-BB80-A1E3-C45E-CF21F3CC0B2D}"/>
          </ac:spMkLst>
        </pc:spChg>
      </pc:sldChg>
      <pc:sldChg chg="modSp add">
        <pc:chgData name="Damon Beynon" userId="S::damon.beynon@ritense.com::4e459d25-e218-4445-a18b-3d6d8848231b" providerId="AD" clId="Web-{24065F91-901C-8A4D-7273-CCD0E5B78B97}" dt="2026-09-08T10:10:24.609" v="409" actId="20577"/>
        <pc:sldMkLst>
          <pc:docMk/>
          <pc:sldMk cId="466047466" sldId="1303"/>
        </pc:sldMkLst>
        <pc:spChg chg="mod">
          <ac:chgData name="Damon Beynon" userId="S::damon.beynon@ritense.com::4e459d25-e218-4445-a18b-3d6d8848231b" providerId="AD" clId="Web-{24065F91-901C-8A4D-7273-CCD0E5B78B97}" dt="2026-09-08T10:10:24.609" v="409" actId="20577"/>
          <ac:spMkLst>
            <pc:docMk/>
            <pc:sldMk cId="466047466" sldId="1303"/>
            <ac:spMk id="10" creationId="{00000000-0000-0000-0000-000000000000}"/>
          </ac:spMkLst>
        </pc:spChg>
      </pc:sldChg>
      <pc:sldChg chg="add">
        <pc:chgData name="Damon Beynon" userId="S::damon.beynon@ritense.com::4e459d25-e218-4445-a18b-3d6d8848231b" providerId="AD" clId="Web-{24065F91-901C-8A4D-7273-CCD0E5B78B97}" dt="2026-09-08T11:12:50.130" v="430"/>
        <pc:sldMkLst>
          <pc:docMk/>
          <pc:sldMk cId="2960146214" sldId="1304"/>
        </pc:sldMkLst>
      </pc:sldChg>
      <pc:sldChg chg="add">
        <pc:chgData name="Damon Beynon" userId="S::damon.beynon@ritense.com::4e459d25-e218-4445-a18b-3d6d8848231b" providerId="AD" clId="Web-{24065F91-901C-8A4D-7273-CCD0E5B78B97}" dt="2026-09-08T11:18:19.007" v="465"/>
        <pc:sldMkLst>
          <pc:docMk/>
          <pc:sldMk cId="2449586733" sldId="1305"/>
        </pc:sldMkLst>
      </pc:sldChg>
    </pc:docChg>
  </pc:docChgLst>
  <pc:docChgLst>
    <pc:chgData name="Damon Beynon" userId="S::damon.beynon@ritense.com::4e459d25-e218-4445-a18b-3d6d8848231b" providerId="AD" clId="Web-{9CEFA197-1174-D6DA-63D9-8A1E13E427E0}"/>
    <pc:docChg chg="addSld delSld modSld sldOrd addSection modSection">
      <pc:chgData name="Damon Beynon" userId="S::damon.beynon@ritense.com::4e459d25-e218-4445-a18b-3d6d8848231b" providerId="AD" clId="Web-{9CEFA197-1174-D6DA-63D9-8A1E13E427E0}" dt="2026-09-08T09:43:10.234" v="1030"/>
      <pc:docMkLst>
        <pc:docMk/>
      </pc:docMkLst>
      <pc:sldChg chg="add ord">
        <pc:chgData name="Damon Beynon" userId="S::damon.beynon@ritense.com::4e459d25-e218-4445-a18b-3d6d8848231b" providerId="AD" clId="Web-{9CEFA197-1174-D6DA-63D9-8A1E13E427E0}" dt="2026-09-08T09:10:08.833" v="995"/>
        <pc:sldMkLst>
          <pc:docMk/>
          <pc:sldMk cId="0" sldId="256"/>
        </pc:sldMkLst>
      </pc:sldChg>
      <pc:sldChg chg="addSp delSp modSp add ord">
        <pc:chgData name="Damon Beynon" userId="S::damon.beynon@ritense.com::4e459d25-e218-4445-a18b-3d6d8848231b" providerId="AD" clId="Web-{9CEFA197-1174-D6DA-63D9-8A1E13E427E0}" dt="2026-09-08T09:10:08.833" v="993"/>
        <pc:sldMkLst>
          <pc:docMk/>
          <pc:sldMk cId="2194582196" sldId="1299"/>
        </pc:sldMkLst>
        <pc:spChg chg="mod">
          <ac:chgData name="Damon Beynon" userId="S::damon.beynon@ritense.com::4e459d25-e218-4445-a18b-3d6d8848231b" providerId="AD" clId="Web-{9CEFA197-1174-D6DA-63D9-8A1E13E427E0}" dt="2026-09-08T08:49:39.451" v="950" actId="20577"/>
          <ac:spMkLst>
            <pc:docMk/>
            <pc:sldMk cId="2194582196" sldId="1299"/>
            <ac:spMk id="4" creationId="{00000000-0000-0000-0000-000000000000}"/>
          </ac:spMkLst>
        </pc:spChg>
        <pc:spChg chg="mod">
          <ac:chgData name="Damon Beynon" userId="S::damon.beynon@ritense.com::4e459d25-e218-4445-a18b-3d6d8848231b" providerId="AD" clId="Web-{9CEFA197-1174-D6DA-63D9-8A1E13E427E0}" dt="2026-09-08T08:49:46.670" v="952" actId="20577"/>
          <ac:spMkLst>
            <pc:docMk/>
            <pc:sldMk cId="2194582196" sldId="1299"/>
            <ac:spMk id="12" creationId="{00000000-0000-0000-0000-000000000000}"/>
          </ac:spMkLst>
        </pc:spChg>
        <pc:spChg chg="mod">
          <ac:chgData name="Damon Beynon" userId="S::damon.beynon@ritense.com::4e459d25-e218-4445-a18b-3d6d8848231b" providerId="AD" clId="Web-{9CEFA197-1174-D6DA-63D9-8A1E13E427E0}" dt="2026-09-08T08:50:11.701" v="955"/>
          <ac:spMkLst>
            <pc:docMk/>
            <pc:sldMk cId="2194582196" sldId="1299"/>
            <ac:spMk id="17" creationId="{00000000-0000-0000-0000-000000000000}"/>
          </ac:spMkLst>
        </pc:spChg>
        <pc:spChg chg="mod">
          <ac:chgData name="Damon Beynon" userId="S::damon.beynon@ritense.com::4e459d25-e218-4445-a18b-3d6d8848231b" providerId="AD" clId="Web-{9CEFA197-1174-D6DA-63D9-8A1E13E427E0}" dt="2026-09-08T08:50:15.858" v="956" actId="20577"/>
          <ac:spMkLst>
            <pc:docMk/>
            <pc:sldMk cId="2194582196" sldId="1299"/>
            <ac:spMk id="18" creationId="{00000000-0000-0000-0000-000000000000}"/>
          </ac:spMkLst>
        </pc:spChg>
        <pc:spChg chg="mod">
          <ac:chgData name="Damon Beynon" userId="S::damon.beynon@ritense.com::4e459d25-e218-4445-a18b-3d6d8848231b" providerId="AD" clId="Web-{9CEFA197-1174-D6DA-63D9-8A1E13E427E0}" dt="2026-09-08T08:50:22.405" v="958" actId="20577"/>
          <ac:spMkLst>
            <pc:docMk/>
            <pc:sldMk cId="2194582196" sldId="1299"/>
            <ac:spMk id="19" creationId="{00000000-0000-0000-0000-000000000000}"/>
          </ac:spMkLst>
        </pc:spChg>
        <pc:spChg chg="mod">
          <ac:chgData name="Damon Beynon" userId="S::damon.beynon@ritense.com::4e459d25-e218-4445-a18b-3d6d8848231b" providerId="AD" clId="Web-{9CEFA197-1174-D6DA-63D9-8A1E13E427E0}" dt="2026-09-08T08:50:44.311" v="960"/>
          <ac:spMkLst>
            <pc:docMk/>
            <pc:sldMk cId="2194582196" sldId="1299"/>
            <ac:spMk id="24" creationId="{00000000-0000-0000-0000-000000000000}"/>
          </ac:spMkLst>
        </pc:spChg>
        <pc:spChg chg="mod">
          <ac:chgData name="Damon Beynon" userId="S::damon.beynon@ritense.com::4e459d25-e218-4445-a18b-3d6d8848231b" providerId="AD" clId="Web-{9CEFA197-1174-D6DA-63D9-8A1E13E427E0}" dt="2026-09-08T08:50:28.483" v="959" actId="20577"/>
          <ac:spMkLst>
            <pc:docMk/>
            <pc:sldMk cId="2194582196" sldId="1299"/>
            <ac:spMk id="25" creationId="{00000000-0000-0000-0000-000000000000}"/>
          </ac:spMkLst>
        </pc:spChg>
        <pc:spChg chg="mod">
          <ac:chgData name="Damon Beynon" userId="S::damon.beynon@ritense.com::4e459d25-e218-4445-a18b-3d6d8848231b" providerId="AD" clId="Web-{9CEFA197-1174-D6DA-63D9-8A1E13E427E0}" dt="2026-09-08T08:51:01.999" v="962" actId="20577"/>
          <ac:spMkLst>
            <pc:docMk/>
            <pc:sldMk cId="2194582196" sldId="1299"/>
            <ac:spMk id="26" creationId="{00000000-0000-0000-0000-000000000000}"/>
          </ac:spMkLst>
        </pc:spChg>
        <pc:spChg chg="mod">
          <ac:chgData name="Damon Beynon" userId="S::damon.beynon@ritense.com::4e459d25-e218-4445-a18b-3d6d8848231b" providerId="AD" clId="Web-{9CEFA197-1174-D6DA-63D9-8A1E13E427E0}" dt="2026-09-08T08:49:50.373" v="954" actId="20577"/>
          <ac:spMkLst>
            <pc:docMk/>
            <pc:sldMk cId="2194582196" sldId="1299"/>
            <ac:spMk id="42" creationId="{00000000-0000-0000-0000-000000000000}"/>
          </ac:spMkLst>
        </pc:spChg>
      </pc:sldChg>
      <pc:sldChg chg="add ord">
        <pc:chgData name="Damon Beynon" userId="S::damon.beynon@ritense.com::4e459d25-e218-4445-a18b-3d6d8848231b" providerId="AD" clId="Web-{9CEFA197-1174-D6DA-63D9-8A1E13E427E0}" dt="2026-09-08T09:36:28.388" v="1014"/>
        <pc:sldMkLst>
          <pc:docMk/>
          <pc:sldMk cId="4166508224" sldId="1300"/>
        </pc:sldMkLst>
      </pc:sldChg>
      <pc:sldChg chg="delSp add replId">
        <pc:chgData name="Damon Beynon" userId="S::damon.beynon@ritense.com::4e459d25-e218-4445-a18b-3d6d8848231b" providerId="AD" clId="Web-{9CEFA197-1174-D6DA-63D9-8A1E13E427E0}" dt="2026-09-08T09:42:52.203" v="1024"/>
        <pc:sldMkLst>
          <pc:docMk/>
          <pc:sldMk cId="1737352538" sldId="1301"/>
        </pc:sldMkLst>
      </pc:sldChg>
      <pc:sldMasterChg chg="addSldLayout">
        <pc:chgData name="Damon Beynon" userId="S::damon.beynon@ritense.com::4e459d25-e218-4445-a18b-3d6d8848231b" providerId="AD" clId="Web-{9CEFA197-1174-D6DA-63D9-8A1E13E427E0}" dt="2026-09-08T08:40:46.964" v="877"/>
        <pc:sldMasterMkLst>
          <pc:docMk/>
          <pc:sldMasterMk cId="2605486932" sldId="2147483698"/>
        </pc:sldMasterMkLst>
        <pc:sldLayoutChg chg="add">
          <pc:chgData name="Damon Beynon" userId="S::damon.beynon@ritense.com::4e459d25-e218-4445-a18b-3d6d8848231b" providerId="AD" clId="Web-{9CEFA197-1174-D6DA-63D9-8A1E13E427E0}" dt="2026-09-08T08:40:46.964" v="877"/>
          <pc:sldLayoutMkLst>
            <pc:docMk/>
            <pc:sldMasterMk cId="2605486932" sldId="2147483698"/>
            <pc:sldLayoutMk cId="4197723421" sldId="2147483752"/>
          </pc:sldLayoutMkLst>
        </pc:sldLayoutChg>
      </pc:sldMaster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8T11:18:39.944"/>
    </inkml:context>
    <inkml:brush xml:id="br0">
      <inkml:brushProperty name="width" value="0.1" units="cm"/>
      <inkml:brushProperty name="height" value="0.1" units="cm"/>
      <inkml:brushProperty name="color" value="#003D6A"/>
    </inkml:brush>
  </inkml:definitions>
  <inkml:trace contextRef="#ctx0" brushRef="#br0">0 1711 24575,'3'0'0,"-1"-1"0,-1 0 0,3-2 0,-1 0 0,1 0 0,0-1 0,2 0 0,-1 1 0,3-1 0,4-1 0,-1 3 0,0-1 0,5-1 0,1 0 0,2 2 0,-1-1 0,1 1 0,-2-2 0,-5 2 0,-3 0 0,3 0 0,-10 1 0,0 1 0,1-2 0,0 0 0,1-1 0,-1 0 0,2 0 0,0 0 0,3-1 0,4-2 0,2-1 0,-2 1 0,-4 1 0,-3 2 0,1-2 0,6 0 0,6-4 0,-6 5 0,-1 0 0,2-1 0,-1 1 0,-2 1 0,1-1 0,3 0 0,-1 0 0,0-1 0,-3 2 0,0-1 0,2-2 0,0 1 0,-1 0 0,0-1 0,1 0 0,-3 0 0,4-1 0,1-3 0,2 0 0,-8 3 0,3-2 0,1 1 0,2-2 0,1 0 0,-1-2 0,-1 4 0,-2-1 0,0 1 0,-2-1 0,5-3 0,-1 0 0,0-2 0,-1 0 0,2 0 0,-5 5 0,-3 0 0,4 0 0,-2 0 0,3-2 0,0-1 0,-6 9 0,0-3 0,-3 5 0,5-2 0,4 0 0,1-1 0,4-3 0,-1 1 0,2 0 0,-4-1 0,2 1 0,-8 3 0,-4 2 0,-1 1 0,1-2 0,-1 2 0,2-1 0,-2 1 0,0 0 0,2 0 0,-2 0 0,2 0 0,0-2 0,-1 1 0,1 0 0,-2 1 0,0 0 0,0 0 0,8-1 0,1 2 0,2-1 0,4 4 0,-8-3 0,5 2 0,-2 0 0,-3 0 0,-1 0 0,0 1 0,-2-3 0,-1 1 0,0-1 0,4 0 0,2 1 0,3-1 0,4 1 0,-5-1 0,-1-1 0,0 0 0,8 0 0,-6 0 0,1 0 0,-3 0 0,-2 0 0,3 0 0,1 0 0,-1-1 0,-2 1 0,9-1 0,-7 0 0,1-1 0,1 1 0,2-2 0,-8 1 0,-4-1 0,3 0 0,2-2 0,1 1 0,-1-1 0,0 0 0,4-1 0,-4 2 0,-1-2 0,4 0 0,1 1 0,-4-1 0,2 0 0,3-2 0,0 1 0,-4 1 0,0 0 0,1-1 0,-1 1 0,0-1 0,1 1 0,-3 1 0,1-1 0,2-1 0,0 0 0,4-2 0,-3 4 0,-2-1 0,3 0 0,-4 3 0,-1 0 0,7-5 0,-4 5 0,-3-1 0,-2 1 0,-2-3 0,0 2 0,5-5 0,-2 1 0,2-4 0,-6 7 0,0-3 0,1-1 0,0-3 0,3-2 0,0-5 0,1 3 0,-3 2 0,1 2 0,-4 7 0,3-1 0,-4 1 0,1 2 0,-1 0 0,3-2 0,-3 1 0,4 0 0,-2-2 0,4-1 0,2-4 0,2 2 0,-3-1 0,-2 4 0,2-3 0,-5 6 0,7-6 0,-3 3 0,2-3 0,-1 2 0,-2 4 0,-2-1 0,2 0 0,-2 1 0,3-2 0,0 2 0,1-2 0,-2 3 0,3-1 0,-4 1 0,4-1 0,5-4 0,1 3 0,-5 0 0,-1 0 0,3 1 0,5-4 0,-3 3 0,-5 1 0,2 0 0,2-2 0,-2 1 0,4 0 0,0 0 0,-2 0 0,0 0 0,-2 1 0,-2 1 0,3 0 0,0 0 0,-2-3 0,1 3 0,0 0 0,-1-2 0,3 1 0,-8 0 0,7 0 0,-8 2 0,6 0 0,-6 0 0,5 1 0,-5-1 0,2 1 0,2 0 0,3 0 0,4 0 0,4-1 0,-3-1 0,0-1 0,-6 2 0,0 0 0,9-4 0,1 2 0,-8 1 0,-1 0 0,5-2 0,1 0 0,-8 0 0,2 2 0,1-2 0,-2 1 0,0 0 0,2-2 0,-7 3 0,5-1 0,-2 0 0,2 0 0,-1-1 0,1-1 0,3 1 0,1-1 0,-5 1 0,1-1 0,8-2 0,-8 3 0,-2-1 0,6-1 0,-3-2 0,-5 3 0,-1-1 0,-1 3 0,1-3 0,-3 2 0,2-1 0,-1 2 0,0-2 0,1-1 0,-3 2 0,6-6 0,-3 2 0,5-2 0,-2-1 0,2 0 0,-1 0 0,1-1 0,-2 3 0,1-4 0,-1 0 0,2 2 0,-2-2 0,1 1 0,-2 4 0,-1 1 0,-2 4 0,-2-2 0,2 0 0,0-2 0,2 0 0,0-3 0,0 1 0,0 1 0,0-2 0,-2 3 0,1-3 0,-1 3 0,-2-2 0,-1 4 0,0 1 0,1 1 0,-2 2 0,0-2 0,1 1 0,-1-1 0,1 1 0,-1 0 0,1-1 0,-1 1 0,2-2 0,0 0 0,4-1 0,0-3 0,4 0 0,-3 2 0,4-4 0,-5 3 0,6-3 0,-2-1 0,0 2 0,0-1 0,-3 3 0,2 0 0,-1 0 0,2 1 0,-1 0 0,-1 2 0,2-2 0,-4 3 0,9-4 0,-5 3 0,7-1 0,-7 1 0,-1 0 0,-6 3 0,-1 0 0,0 1 0,0 0 0,1-1 0,1 0 0,-1 0 0,0 1 0,-1-1 0,-1 1 0,0 0 0,0 1 0,0-1 0,-1 0 0,0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8T11:18:39.945"/>
    </inkml:context>
    <inkml:brush xml:id="br0">
      <inkml:brushProperty name="width" value="0.1" units="cm"/>
      <inkml:brushProperty name="height" value="0.1" units="cm"/>
      <inkml:brushProperty name="color" value="#003D6A"/>
    </inkml:brush>
  </inkml:definitions>
  <inkml:trace contextRef="#ctx0" brushRef="#br0">0 5509 24575,'9'0'0,"-2"-4"0,-1 2 0,3-7 0,-1-1 0,8-2 0,-2-1 0,3 2 0,-1 2 0,12-3 0,10-5 0,-5 8 0,5 1 0,14-4 0,3-1 0,4 4 0,1 0 0,0 1 0,-4-2 0,-19 3 0,-5 1 0,6 1 0,-32 1 0,0 2 0,1-4 0,2-2 0,4-1 0,0 0 0,3-1 0,-4 3 0,17-7 0,9-5 0,7-5 0,-7 4 0,-12 5 0,-11 5 0,6-5 0,17-1 0,22-13 0,-24 16 0,2 0 0,2-1 0,0 1 0,-6 0 0,-2 1 0,12-1 0,-3 0 0,4-4 0,-13 7 0,1-1 0,5-7 0,0-1 0,-2 3 0,0 0 0,0-5 0,-4 1 0,8 1 0,5-16 0,6 4 0,-22 6 0,2-2 0,12-1 0,2-1 0,1-7 0,0 0 0,-6 7 0,-1 1 0,-7 3 0,0-2 0,11-13 0,-2 0 0,0-5 0,2 1 0,1-1 0,-19 17 0,-2 0 0,6-2 0,0 1 0,3-7 0,8-4 0,-29 30 0,7-7 0,-9 14 0,13-7 0,13-1 0,3-3 0,11-5 0,5-1 0,-2 0 0,-9-1 0,4 1 0,-23 8 0,-17 8 0,-1 4 0,4-5 0,-3 5 0,5-3 0,-4 3 0,1 0 0,0 0 0,-1 0 0,4-2 0,1-1 0,-2 0 0,1 1 0,-8 2 0,3 0 0,2-3 0,20 2 0,11 4 0,0-2 0,13 7 0,-20-3 0,11 4 0,-7 3 0,-7-4 0,-6 4 0,4-4 0,-13-2 0,3-1 0,0-1 0,9-1 0,11 4 0,6-2 0,13 0 0,-16-1 0,-2-4 0,2 0 0,22 0 0,-17 0 0,1 0 0,-10 0 0,-1 0 0,6 0 0,0 0 0,-2-3 0,0 1 0,23 1 0,-20-4 0,0 0 0,6-1 0,3-2 0,-20 1 0,-17 0 0,10-4 0,7-4 0,6-1 0,-8 2 0,5-2 0,10-4 0,-16 5 0,3-1 0,10-3 0,0-1 0,-6 3 0,-1-2 0,14-6 0,-1 1 0,-12 5 0,-1 0 0,2-2 0,0 0 0,-1 0 0,0 0 0,-5 4 0,0-2 0,10-2 0,-2 0 0,11-9 0,-9 13 0,-3 0 0,5-4 0,-11 10 0,0 0 0,19-11 0,-13 10 0,-8-2 0,-11 4 0,-1-5 0,-1 0 0,15-16 0,-6 6 0,4-10 0,-16 18 0,-1-11 0,3 2 0,2-13 0,8-11 0,-2-8 0,5 5 0,-10 9 0,5 6 0,-13 20 0,4-1 0,-8 4 0,2 6 0,-2-3 0,10-3 0,-10 4 0,11-4 0,-3-6 0,11 1 0,5-15 0,5 8 0,-5-7 0,-8 15 0,5-10 0,-13 18 0,18-18 0,-6 9 0,6-6 0,-3 3 0,-11 11 0,-1-3 0,2 5 0,-3-1 0,12-4 0,-6 6 0,8-5 0,-11 7 0,14-4 0,-17 3 0,17 0 0,15-13 0,0 6 0,-13 2 0,-1 1 0,4-1 0,21-6 0,-13 6 0,-12 3 0,3-1 0,3-2 0,2 0 0,7-2 0,1 1 0,-5 2 0,-1 1 0,-10 1 0,-1 1 0,10 3 0,-3-1 0,-5-5 0,2 5 0,0-1 0,0-7 0,5 5 0,-21 1 0,18 1 0,-24 5 0,19-1 0,-17 2 0,11 1 0,-12-2 0,6 3 0,5 0 0,10 0 0,14 0 0,13-4 0,-10-3 0,0-1 0,-20 4 0,1-1 0,30-7 0,0 0 0,-26 6 0,-2-1 0,18-6 0,1-2 0,-21 7 0,-1-1 0,6-4 0,-3 2 0,-4 2 0,8-4 0,-21 7 0,13-5 0,-2 0 0,2 0 0,-1-2 0,1 0 0,11-2 0,1 0 0,-10 0 0,-1 0 0,25-7 0,-26 8 0,-3-1 0,16-5 0,-8-5 0,-16 11 0,-1-7 0,-11 12 0,10-12 0,-12 10 0,10-6 0,-9 5 0,3-1 0,4-8 0,-8 8 0,15-19 0,-8 7 0,15-8 0,-3-5 0,1 7 0,2-4 0,2-7 0,-8 14 0,2-12 0,1-2 0,2 4 0,-3-2 0,0 2 0,-1 13 0,-8 1 0,-8 13 0,0-3 0,3-2 0,1-7 0,3 2 0,2-14 0,1 7 0,-4 1 0,8-5 0,-12 11 0,5-11 0,-7 8 0,-3-5 0,-2 14 0,-2-1 0,2 9 0,-5 2 0,2-3 0,0 1 0,-2-1 0,4-1 0,-4 3 0,4-2 0,-4 1 0,7-5 0,-1 0 0,11-7 0,5-3 0,8-7 0,-7 10 0,10-13 0,-10 9 0,12-9 0,0-2 0,-4 3 0,4-1 0,-15 10 0,12-2 0,-9 5 0,10-3 0,-7 4 0,3 4 0,1-4 0,-8 6 0,24-9 0,-16 9 0,27-7 0,-24 7 0,-4 1 0,-19 8 0,-6 1 0,6 0 0,-5 1 0,7-1 0,-3-1 0,1 1 0,0-1 0,-4 1 0,-2 2 0,0 0 0,-1 2 0,0-1 0,-2 0 0,0-1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Helvetica Light" panose="020B0403020202020204"/>
              </a:defRPr>
            </a:lvl1pPr>
          </a:lstStyle>
          <a:p>
            <a:endParaRPr lang="nl-N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Helvetica Light" panose="020B0403020202020204"/>
              </a:defRPr>
            </a:lvl1pPr>
          </a:lstStyle>
          <a:p>
            <a:fld id="{E6A26F95-67AE-43FD-B2E9-FD4A9139C23A}" type="datetimeFigureOut">
              <a:rPr lang="nl-NL" smtClean="0"/>
              <a:pPr/>
              <a:t>29-9-2026</a:t>
            </a:fld>
            <a:endParaRPr lang="nl-N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Helvetica Light" panose="020B0403020202020204"/>
              </a:defRPr>
            </a:lvl1pPr>
          </a:lstStyle>
          <a:p>
            <a:endParaRPr lang="nl-N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Helvetica Light" panose="020B0403020202020204"/>
              </a:defRPr>
            </a:lvl1pPr>
          </a:lstStyle>
          <a:p>
            <a:fld id="{5CEC80DC-B23A-46AF-9776-E317BC1A65B1}" type="slidenum">
              <a:rPr lang="nl-NL" smtClean="0"/>
              <a:pPr/>
              <a:t>‹nr.›</a:t>
            </a:fld>
            <a:endParaRPr lang="nl-NL"/>
          </a:p>
        </p:txBody>
      </p:sp>
    </p:spTree>
    <p:extLst>
      <p:ext uri="{BB962C8B-B14F-4D97-AF65-F5344CB8AC3E}">
        <p14:creationId xmlns:p14="http://schemas.microsoft.com/office/powerpoint/2010/main" val="14260195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Helvetica Light" panose="020B0403020202020204"/>
        <a:ea typeface="+mn-ea"/>
        <a:cs typeface="+mn-cs"/>
      </a:defRPr>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EEC07A-C5A7-F50E-A7D8-DA8F3ED1D4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F23D85-41A4-54DB-2470-D07DE14F77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B91511-3A53-8F86-B72E-82C07DB07EB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4936A7B-93A7-9835-FD4C-CA3E72FFAFE4}"/>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21703493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Valtimo - Default title slide">
    <p:spTree>
      <p:nvGrpSpPr>
        <p:cNvPr id="1" name=""/>
        <p:cNvGrpSpPr/>
        <p:nvPr/>
      </p:nvGrpSpPr>
      <p:grpSpPr>
        <a:xfrm>
          <a:off x="0" y="0"/>
          <a:ext cx="0" cy="0"/>
          <a:chOff x="0" y="0"/>
          <a:chExt cx="0" cy="0"/>
        </a:xfrm>
      </p:grpSpPr>
      <p:pic>
        <p:nvPicPr>
          <p:cNvPr id="2" name="Picture 1" descr="A close up of a piece of paper&#10;&#10;Description automatically generated">
            <a:extLst>
              <a:ext uri="{FF2B5EF4-FFF2-40B4-BE49-F238E27FC236}">
                <a16:creationId xmlns:a16="http://schemas.microsoft.com/office/drawing/2014/main" id="{80BA395A-A603-F860-07EF-2583120A9437}"/>
              </a:ext>
            </a:extLst>
          </p:cNvPr>
          <p:cNvPicPr>
            <a:picLocks noChangeAspect="1"/>
          </p:cNvPicPr>
          <p:nvPr userDrawn="1"/>
        </p:nvPicPr>
        <p:blipFill rotWithShape="1">
          <a:blip r:embed="rId2"/>
          <a:srcRect t="16594"/>
          <a:stretch/>
        </p:blipFill>
        <p:spPr>
          <a:xfrm>
            <a:off x="-9526" y="1552600"/>
            <a:ext cx="7194781" cy="4032714"/>
          </a:xfrm>
          <a:prstGeom prst="rect">
            <a:avLst/>
          </a:prstGeom>
        </p:spPr>
      </p:pic>
      <p:sp>
        <p:nvSpPr>
          <p:cNvPr id="6" name="Rectangle 5">
            <a:extLst>
              <a:ext uri="{FF2B5EF4-FFF2-40B4-BE49-F238E27FC236}">
                <a16:creationId xmlns:a16="http://schemas.microsoft.com/office/drawing/2014/main" id="{ABB5B142-CE8B-267D-ED87-147F842E4062}"/>
              </a:ext>
            </a:extLst>
          </p:cNvPr>
          <p:cNvSpPr/>
          <p:nvPr userDrawn="1"/>
        </p:nvSpPr>
        <p:spPr>
          <a:xfrm>
            <a:off x="632073" y="1272686"/>
            <a:ext cx="4536504" cy="4596356"/>
          </a:xfrm>
          <a:prstGeom prst="rect">
            <a:avLst/>
          </a:prstGeom>
          <a:solidFill>
            <a:srgbClr val="003361">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lang="nl-NL" sz="1800">
              <a:solidFill>
                <a:schemeClr val="bg1"/>
              </a:solidFill>
              <a:latin typeface="Helvetica Light" panose="020B0403020202020204"/>
            </a:endParaRPr>
          </a:p>
        </p:txBody>
      </p:sp>
      <p:sp>
        <p:nvSpPr>
          <p:cNvPr id="12" name="Text Placeholder 11">
            <a:extLst>
              <a:ext uri="{FF2B5EF4-FFF2-40B4-BE49-F238E27FC236}">
                <a16:creationId xmlns:a16="http://schemas.microsoft.com/office/drawing/2014/main" id="{D1573E96-ECAF-8078-BC29-5FA1F9C3002B}"/>
              </a:ext>
            </a:extLst>
          </p:cNvPr>
          <p:cNvSpPr>
            <a:spLocks noGrp="1"/>
          </p:cNvSpPr>
          <p:nvPr>
            <p:ph type="body" sz="quarter" idx="10"/>
          </p:nvPr>
        </p:nvSpPr>
        <p:spPr>
          <a:xfrm>
            <a:off x="632073" y="2938021"/>
            <a:ext cx="3659511" cy="490979"/>
          </a:xfrm>
          <a:prstGeom prst="rect">
            <a:avLst/>
          </a:prstGeom>
        </p:spPr>
        <p:txBody>
          <a:bodyPr anchor="ctr"/>
          <a:lstStyle>
            <a:lvl1pPr marL="0" indent="0">
              <a:buNone/>
              <a:defRPr sz="2800">
                <a:solidFill>
                  <a:schemeClr val="bg1"/>
                </a:solidFill>
                <a:latin typeface="Helvetica Light" panose="020B0403020202020204"/>
              </a:defRPr>
            </a:lvl1pPr>
          </a:lstStyle>
          <a:p>
            <a:pPr lvl="0"/>
            <a:r>
              <a:rPr lang="en-GB"/>
              <a:t>Click to edit Master text</a:t>
            </a:r>
            <a:endParaRPr lang="nl-NL"/>
          </a:p>
        </p:txBody>
      </p:sp>
      <p:sp>
        <p:nvSpPr>
          <p:cNvPr id="13" name="Text Placeholder 11">
            <a:extLst>
              <a:ext uri="{FF2B5EF4-FFF2-40B4-BE49-F238E27FC236}">
                <a16:creationId xmlns:a16="http://schemas.microsoft.com/office/drawing/2014/main" id="{A4DE80FE-77BD-88C7-4FCE-300B927A9F00}"/>
              </a:ext>
            </a:extLst>
          </p:cNvPr>
          <p:cNvSpPr>
            <a:spLocks noGrp="1"/>
          </p:cNvSpPr>
          <p:nvPr>
            <p:ph type="body" sz="quarter" idx="11"/>
          </p:nvPr>
        </p:nvSpPr>
        <p:spPr>
          <a:xfrm>
            <a:off x="632071" y="3458908"/>
            <a:ext cx="3659511" cy="490979"/>
          </a:xfrm>
          <a:prstGeom prst="rect">
            <a:avLst/>
          </a:prstGeom>
        </p:spPr>
        <p:txBody>
          <a:bodyPr anchor="ctr"/>
          <a:lstStyle>
            <a:lvl1pPr marL="0" indent="0">
              <a:buNone/>
              <a:defRPr sz="2000" b="1" i="0">
                <a:solidFill>
                  <a:srgbClr val="E96532"/>
                </a:solidFill>
                <a:latin typeface="Helvetica Light" panose="020B0403020202020204" pitchFamily="34" charset="0"/>
              </a:defRPr>
            </a:lvl1pPr>
          </a:lstStyle>
          <a:p>
            <a:pPr lvl="0"/>
            <a:r>
              <a:rPr lang="en-GB"/>
              <a:t>Click to edit Master text</a:t>
            </a:r>
            <a:endParaRPr lang="nl-NL"/>
          </a:p>
        </p:txBody>
      </p:sp>
      <p:sp>
        <p:nvSpPr>
          <p:cNvPr id="14" name="Text Placeholder 11">
            <a:extLst>
              <a:ext uri="{FF2B5EF4-FFF2-40B4-BE49-F238E27FC236}">
                <a16:creationId xmlns:a16="http://schemas.microsoft.com/office/drawing/2014/main" id="{5F00C0CE-1EC9-90FB-6372-64E57A40FB11}"/>
              </a:ext>
            </a:extLst>
          </p:cNvPr>
          <p:cNvSpPr>
            <a:spLocks noGrp="1"/>
          </p:cNvSpPr>
          <p:nvPr>
            <p:ph type="body" sz="quarter" idx="12"/>
          </p:nvPr>
        </p:nvSpPr>
        <p:spPr>
          <a:xfrm>
            <a:off x="632071" y="3961286"/>
            <a:ext cx="3659511" cy="490979"/>
          </a:xfrm>
          <a:prstGeom prst="rect">
            <a:avLst/>
          </a:prstGeom>
        </p:spPr>
        <p:txBody>
          <a:bodyPr anchor="ctr"/>
          <a:lstStyle>
            <a:lvl1pPr marL="0" indent="0">
              <a:buNone/>
              <a:defRPr lang="en-GB" sz="2000" kern="1200" dirty="0" smtClean="0">
                <a:solidFill>
                  <a:schemeClr val="bg1"/>
                </a:solidFill>
                <a:latin typeface="Helvetica Light" panose="020B0403020202020204"/>
                <a:ea typeface="+mn-ea"/>
                <a:cs typeface="+mn-cs"/>
              </a:defRPr>
            </a:lvl1pPr>
          </a:lstStyle>
          <a:p>
            <a:pPr lvl="0"/>
            <a:r>
              <a:rPr lang="en-GB"/>
              <a:t>Click to edit Master text</a:t>
            </a:r>
            <a:endParaRPr lang="nl-NL"/>
          </a:p>
        </p:txBody>
      </p:sp>
    </p:spTree>
    <p:extLst>
      <p:ext uri="{BB962C8B-B14F-4D97-AF65-F5344CB8AC3E}">
        <p14:creationId xmlns:p14="http://schemas.microsoft.com/office/powerpoint/2010/main" val="33237903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Valtimo - Default section slide">
    <p:spTree>
      <p:nvGrpSpPr>
        <p:cNvPr id="1" name=""/>
        <p:cNvGrpSpPr/>
        <p:nvPr/>
      </p:nvGrpSpPr>
      <p:grpSpPr>
        <a:xfrm>
          <a:off x="0" y="0"/>
          <a:ext cx="0" cy="0"/>
          <a:chOff x="0" y="0"/>
          <a:chExt cx="0" cy="0"/>
        </a:xfrm>
      </p:grpSpPr>
      <p:pic>
        <p:nvPicPr>
          <p:cNvPr id="3" name="Picture 2" descr="A close up of text on a white background&#10;&#10;Description automatically generated">
            <a:extLst>
              <a:ext uri="{FF2B5EF4-FFF2-40B4-BE49-F238E27FC236}">
                <a16:creationId xmlns:a16="http://schemas.microsoft.com/office/drawing/2014/main" id="{17070033-5514-0C8D-1551-730C2170D7C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982664" y="2003698"/>
            <a:ext cx="7084507" cy="2243862"/>
          </a:xfrm>
          <a:prstGeom prst="rect">
            <a:avLst/>
          </a:prstGeom>
        </p:spPr>
      </p:pic>
      <p:sp>
        <p:nvSpPr>
          <p:cNvPr id="4" name="Rectangle 3">
            <a:extLst>
              <a:ext uri="{FF2B5EF4-FFF2-40B4-BE49-F238E27FC236}">
                <a16:creationId xmlns:a16="http://schemas.microsoft.com/office/drawing/2014/main" id="{25E6E07B-048D-17F0-F3A9-B9570213DAAF}"/>
              </a:ext>
            </a:extLst>
          </p:cNvPr>
          <p:cNvSpPr/>
          <p:nvPr userDrawn="1"/>
        </p:nvSpPr>
        <p:spPr>
          <a:xfrm>
            <a:off x="982663" y="3095432"/>
            <a:ext cx="6480721" cy="1644572"/>
          </a:xfrm>
          <a:prstGeom prst="rect">
            <a:avLst/>
          </a:prstGeom>
          <a:solidFill>
            <a:srgbClr val="003361">
              <a:alpha val="8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latin typeface="Helvetica Light" panose="020B0403020202020204"/>
            </a:endParaRPr>
          </a:p>
        </p:txBody>
      </p:sp>
      <p:sp>
        <p:nvSpPr>
          <p:cNvPr id="5" name="Title 1">
            <a:extLst>
              <a:ext uri="{FF2B5EF4-FFF2-40B4-BE49-F238E27FC236}">
                <a16:creationId xmlns:a16="http://schemas.microsoft.com/office/drawing/2014/main" id="{AAD68C45-14B2-819C-884D-22D8DD6263F6}"/>
              </a:ext>
            </a:extLst>
          </p:cNvPr>
          <p:cNvSpPr>
            <a:spLocks noGrp="1"/>
          </p:cNvSpPr>
          <p:nvPr>
            <p:ph type="title"/>
          </p:nvPr>
        </p:nvSpPr>
        <p:spPr>
          <a:xfrm>
            <a:off x="982662" y="4247560"/>
            <a:ext cx="6480721" cy="461446"/>
          </a:xfrm>
          <a:prstGeom prst="rect">
            <a:avLst/>
          </a:prstGeom>
        </p:spPr>
        <p:txBody>
          <a:bodyPr>
            <a:normAutofit/>
          </a:bodyPr>
          <a:lstStyle>
            <a:lvl1pPr algn="l">
              <a:defRPr sz="2400" b="0" i="0">
                <a:solidFill>
                  <a:schemeClr val="bg1"/>
                </a:solidFill>
                <a:latin typeface="Helvetica Light" panose="020B0403020202020204" pitchFamily="34" charset="0"/>
              </a:defRPr>
            </a:lvl1pPr>
          </a:lstStyle>
          <a:p>
            <a:r>
              <a:rPr lang="en-GB"/>
              <a:t>Click to edit Master title style</a:t>
            </a:r>
          </a:p>
        </p:txBody>
      </p:sp>
    </p:spTree>
    <p:extLst>
      <p:ext uri="{BB962C8B-B14F-4D97-AF65-F5344CB8AC3E}">
        <p14:creationId xmlns:p14="http://schemas.microsoft.com/office/powerpoint/2010/main" val="38931991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Valtimo - default content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4ED28-B227-A091-3E2B-FCCA533920E0}"/>
              </a:ext>
            </a:extLst>
          </p:cNvPr>
          <p:cNvSpPr>
            <a:spLocks noGrp="1"/>
          </p:cNvSpPr>
          <p:nvPr>
            <p:ph type="title"/>
          </p:nvPr>
        </p:nvSpPr>
        <p:spPr>
          <a:xfrm>
            <a:off x="996950" y="524890"/>
            <a:ext cx="10139363" cy="461446"/>
          </a:xfrm>
          <a:prstGeom prst="rect">
            <a:avLst/>
          </a:prstGeom>
        </p:spPr>
        <p:txBody>
          <a:bodyPr>
            <a:normAutofit/>
          </a:bodyPr>
          <a:lstStyle>
            <a:lvl1pPr algn="l">
              <a:defRPr sz="2400" b="0" i="0">
                <a:solidFill>
                  <a:srgbClr val="003361"/>
                </a:solidFill>
                <a:latin typeface="Helvetica Light" panose="020B0403020202020204" pitchFamily="34" charset="0"/>
              </a:defRPr>
            </a:lvl1pPr>
          </a:lstStyle>
          <a:p>
            <a:r>
              <a:rPr lang="nl-NL" noProof="0"/>
              <a:t>Click </a:t>
            </a:r>
            <a:r>
              <a:rPr lang="nl-NL" noProof="0" err="1"/>
              <a:t>to</a:t>
            </a:r>
            <a:r>
              <a:rPr lang="nl-NL" noProof="0"/>
              <a:t> </a:t>
            </a:r>
            <a:r>
              <a:rPr lang="nl-NL" noProof="0" err="1"/>
              <a:t>edit</a:t>
            </a:r>
            <a:r>
              <a:rPr lang="nl-NL" noProof="0"/>
              <a:t> Master </a:t>
            </a:r>
            <a:r>
              <a:rPr lang="nl-NL" noProof="0" err="1"/>
              <a:t>title</a:t>
            </a:r>
            <a:r>
              <a:rPr lang="nl-NL" noProof="0"/>
              <a:t> </a:t>
            </a:r>
            <a:r>
              <a:rPr lang="nl-NL" noProof="0" err="1"/>
              <a:t>style</a:t>
            </a:r>
            <a:endParaRPr lang="nl-NL" noProof="0"/>
          </a:p>
        </p:txBody>
      </p:sp>
      <p:sp>
        <p:nvSpPr>
          <p:cNvPr id="4" name="Content Placeholder 10">
            <a:extLst>
              <a:ext uri="{FF2B5EF4-FFF2-40B4-BE49-F238E27FC236}">
                <a16:creationId xmlns:a16="http://schemas.microsoft.com/office/drawing/2014/main" id="{3B248598-86FA-9571-5BF3-56F14F016E5B}"/>
              </a:ext>
            </a:extLst>
          </p:cNvPr>
          <p:cNvSpPr>
            <a:spLocks noGrp="1"/>
          </p:cNvSpPr>
          <p:nvPr>
            <p:ph sz="quarter" idx="10"/>
          </p:nvPr>
        </p:nvSpPr>
        <p:spPr>
          <a:xfrm>
            <a:off x="996950" y="1376363"/>
            <a:ext cx="10139363" cy="2260600"/>
          </a:xfrm>
          <a:prstGeom prst="rect">
            <a:avLst/>
          </a:prstGeom>
        </p:spPr>
        <p:txBody>
          <a:bodyPr/>
          <a:lstStyle>
            <a:lvl1pPr marL="0" indent="0">
              <a:lnSpc>
                <a:spcPct val="150000"/>
              </a:lnSpc>
              <a:buNone/>
              <a:defRPr sz="1400" b="0" i="0">
                <a:solidFill>
                  <a:schemeClr val="tx2"/>
                </a:solidFill>
                <a:latin typeface="Helvetica Light" panose="020B0403020202020204" pitchFamily="34" charset="0"/>
              </a:defRPr>
            </a:lvl1pPr>
            <a:lvl2pPr marL="778276" indent="-299337">
              <a:buFont typeface="Arial" panose="020B0604020202020204" pitchFamily="34" charset="0"/>
              <a:buChar char="•"/>
              <a:defRPr sz="2400" b="0" i="0">
                <a:solidFill>
                  <a:schemeClr val="tx2"/>
                </a:solidFill>
                <a:latin typeface="Helvetica Light" panose="020B0403020202020204" pitchFamily="34" charset="0"/>
              </a:defRPr>
            </a:lvl2pPr>
            <a:lvl3pPr marL="1197349" indent="-239469">
              <a:buFont typeface="Arial" panose="020B0604020202020204" pitchFamily="34" charset="0"/>
              <a:buChar char="•"/>
              <a:defRPr sz="2000" b="0" i="0">
                <a:solidFill>
                  <a:schemeClr val="tx2"/>
                </a:solidFill>
                <a:latin typeface="Helvetica Light" panose="020B0403020202020204" pitchFamily="34" charset="0"/>
              </a:defRPr>
            </a:lvl3pPr>
            <a:lvl4pPr marL="1676288" indent="-239469">
              <a:buFont typeface="Arial" panose="020B0604020202020204" pitchFamily="34" charset="0"/>
              <a:buChar char="•"/>
              <a:defRPr sz="1800" b="0" i="0">
                <a:solidFill>
                  <a:schemeClr val="tx2"/>
                </a:solidFill>
                <a:latin typeface="Helvetica Light" panose="020B0403020202020204" pitchFamily="34" charset="0"/>
              </a:defRPr>
            </a:lvl4pPr>
            <a:lvl5pPr marL="2155228" indent="-239469">
              <a:buFont typeface="Arial" panose="020B0604020202020204" pitchFamily="34" charset="0"/>
              <a:buChar char="•"/>
              <a:defRPr sz="1800" b="0" i="0">
                <a:solidFill>
                  <a:schemeClr val="tx2"/>
                </a:solidFill>
                <a:latin typeface="Helvetica Light" panose="020B0403020202020204" pitchFamily="34" charset="0"/>
              </a:defRPr>
            </a:lvl5pPr>
          </a:lstStyle>
          <a:p>
            <a:pPr lvl="0"/>
            <a:r>
              <a:rPr lang="nl-NL" noProof="0"/>
              <a:t>Click </a:t>
            </a:r>
            <a:r>
              <a:rPr lang="nl-NL" noProof="0" err="1"/>
              <a:t>to</a:t>
            </a:r>
            <a:r>
              <a:rPr lang="nl-NL" noProof="0"/>
              <a:t> </a:t>
            </a:r>
            <a:r>
              <a:rPr lang="nl-NL" noProof="0" err="1"/>
              <a:t>edit</a:t>
            </a:r>
            <a:r>
              <a:rPr lang="nl-NL" noProof="0"/>
              <a:t> Master </a:t>
            </a:r>
            <a:r>
              <a:rPr lang="nl-NL" noProof="0" err="1"/>
              <a:t>text</a:t>
            </a:r>
            <a:r>
              <a:rPr lang="nl-NL" noProof="0"/>
              <a:t> </a:t>
            </a:r>
            <a:r>
              <a:rPr lang="nl-NL" noProof="0" err="1"/>
              <a:t>styles</a:t>
            </a:r>
            <a:endParaRPr lang="nl-NL" noProof="0"/>
          </a:p>
        </p:txBody>
      </p:sp>
    </p:spTree>
    <p:extLst>
      <p:ext uri="{BB962C8B-B14F-4D97-AF65-F5344CB8AC3E}">
        <p14:creationId xmlns:p14="http://schemas.microsoft.com/office/powerpoint/2010/main" val="2267951192"/>
      </p:ext>
    </p:extLst>
  </p:cSld>
  <p:clrMapOvr>
    <a:masterClrMapping/>
  </p:clrMapOvr>
  <p:extLst>
    <p:ext uri="{DCECCB84-F9BA-43D5-87BE-67443E8EF086}">
      <p15:sldGuideLst xmlns:p15="http://schemas.microsoft.com/office/powerpoint/2012/main">
        <p15:guide id="1" orient="horz" pos="323">
          <p15:clr>
            <a:srgbClr val="FBAE40"/>
          </p15:clr>
        </p15:guide>
        <p15:guide id="2" pos="619">
          <p15:clr>
            <a:srgbClr val="FBAE40"/>
          </p15:clr>
        </p15:guide>
        <p15:guide id="4" orient="horz" pos="618">
          <p15:clr>
            <a:srgbClr val="FBAE40"/>
          </p15:clr>
        </p15:guide>
        <p15:guide id="5" orient="horz" pos="867">
          <p15:clr>
            <a:srgbClr val="FBAE40"/>
          </p15:clr>
        </p15:guide>
        <p15:guide id="6" pos="7015"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Valtimo - default content slide w side mark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4ED28-B227-A091-3E2B-FCCA533920E0}"/>
              </a:ext>
            </a:extLst>
          </p:cNvPr>
          <p:cNvSpPr>
            <a:spLocks noGrp="1"/>
          </p:cNvSpPr>
          <p:nvPr>
            <p:ph type="title"/>
          </p:nvPr>
        </p:nvSpPr>
        <p:spPr>
          <a:xfrm>
            <a:off x="996950" y="524890"/>
            <a:ext cx="10139363" cy="461446"/>
          </a:xfrm>
          <a:prstGeom prst="rect">
            <a:avLst/>
          </a:prstGeom>
        </p:spPr>
        <p:txBody>
          <a:bodyPr>
            <a:normAutofit/>
          </a:bodyPr>
          <a:lstStyle>
            <a:lvl1pPr algn="l">
              <a:defRPr sz="2400" b="0" i="0">
                <a:solidFill>
                  <a:srgbClr val="003361"/>
                </a:solidFill>
                <a:latin typeface="Helvetica Light" panose="020B0403020202020204" pitchFamily="34" charset="0"/>
              </a:defRPr>
            </a:lvl1pPr>
          </a:lstStyle>
          <a:p>
            <a:r>
              <a:rPr lang="nl-NL" noProof="0"/>
              <a:t>Click </a:t>
            </a:r>
            <a:r>
              <a:rPr lang="nl-NL" noProof="0" err="1"/>
              <a:t>to</a:t>
            </a:r>
            <a:r>
              <a:rPr lang="nl-NL" noProof="0"/>
              <a:t> </a:t>
            </a:r>
            <a:r>
              <a:rPr lang="nl-NL" noProof="0" err="1"/>
              <a:t>edit</a:t>
            </a:r>
            <a:r>
              <a:rPr lang="nl-NL" noProof="0"/>
              <a:t> Master </a:t>
            </a:r>
            <a:r>
              <a:rPr lang="nl-NL" noProof="0" err="1"/>
              <a:t>title</a:t>
            </a:r>
            <a:r>
              <a:rPr lang="nl-NL" noProof="0"/>
              <a:t> </a:t>
            </a:r>
            <a:r>
              <a:rPr lang="nl-NL" noProof="0" err="1"/>
              <a:t>style</a:t>
            </a:r>
            <a:endParaRPr lang="nl-NL" noProof="0"/>
          </a:p>
        </p:txBody>
      </p:sp>
      <p:sp>
        <p:nvSpPr>
          <p:cNvPr id="3" name="Rectangle 3">
            <a:extLst>
              <a:ext uri="{FF2B5EF4-FFF2-40B4-BE49-F238E27FC236}">
                <a16:creationId xmlns:a16="http://schemas.microsoft.com/office/drawing/2014/main" id="{68FB7AF6-41E3-F358-9400-152DDE72C050}"/>
              </a:ext>
            </a:extLst>
          </p:cNvPr>
          <p:cNvSpPr/>
          <p:nvPr userDrawn="1"/>
        </p:nvSpPr>
        <p:spPr>
          <a:xfrm>
            <a:off x="0" y="379503"/>
            <a:ext cx="72126" cy="1080120"/>
          </a:xfrm>
          <a:prstGeom prst="rect">
            <a:avLst/>
          </a:prstGeom>
          <a:solidFill>
            <a:schemeClr val="tx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latin typeface="Helvetica Light" panose="020B0403020202020204"/>
            </a:endParaRPr>
          </a:p>
        </p:txBody>
      </p:sp>
      <p:sp>
        <p:nvSpPr>
          <p:cNvPr id="5" name="Content Placeholder 10">
            <a:extLst>
              <a:ext uri="{FF2B5EF4-FFF2-40B4-BE49-F238E27FC236}">
                <a16:creationId xmlns:a16="http://schemas.microsoft.com/office/drawing/2014/main" id="{9BD2350D-5909-4350-4C4A-526D6CE430E5}"/>
              </a:ext>
            </a:extLst>
          </p:cNvPr>
          <p:cNvSpPr>
            <a:spLocks noGrp="1"/>
          </p:cNvSpPr>
          <p:nvPr>
            <p:ph sz="quarter" idx="10"/>
          </p:nvPr>
        </p:nvSpPr>
        <p:spPr>
          <a:xfrm>
            <a:off x="996950" y="1376363"/>
            <a:ext cx="10139363" cy="2260600"/>
          </a:xfrm>
          <a:prstGeom prst="rect">
            <a:avLst/>
          </a:prstGeom>
        </p:spPr>
        <p:txBody>
          <a:bodyPr/>
          <a:lstStyle>
            <a:lvl1pPr marL="0" indent="0">
              <a:lnSpc>
                <a:spcPct val="150000"/>
              </a:lnSpc>
              <a:buNone/>
              <a:defRPr sz="1400" b="0" i="0">
                <a:solidFill>
                  <a:schemeClr val="tx2"/>
                </a:solidFill>
                <a:latin typeface="Helvetica Light" panose="020B0403020202020204" pitchFamily="34" charset="0"/>
              </a:defRPr>
            </a:lvl1pPr>
            <a:lvl2pPr marL="778276" indent="-299337">
              <a:buFont typeface="Arial" panose="020B0604020202020204" pitchFamily="34" charset="0"/>
              <a:buChar char="•"/>
              <a:defRPr sz="2400" b="0" i="0">
                <a:solidFill>
                  <a:schemeClr val="tx2"/>
                </a:solidFill>
                <a:latin typeface="Helvetica Light" panose="020B0403020202020204" pitchFamily="34" charset="0"/>
              </a:defRPr>
            </a:lvl2pPr>
            <a:lvl3pPr marL="1197349" indent="-239469">
              <a:buFont typeface="Arial" panose="020B0604020202020204" pitchFamily="34" charset="0"/>
              <a:buChar char="•"/>
              <a:defRPr sz="2000" b="0" i="0">
                <a:solidFill>
                  <a:schemeClr val="tx2"/>
                </a:solidFill>
                <a:latin typeface="Helvetica Light" panose="020B0403020202020204" pitchFamily="34" charset="0"/>
              </a:defRPr>
            </a:lvl3pPr>
            <a:lvl4pPr marL="1676288" indent="-239469">
              <a:buFont typeface="Arial" panose="020B0604020202020204" pitchFamily="34" charset="0"/>
              <a:buChar char="•"/>
              <a:defRPr sz="1800" b="0" i="0">
                <a:solidFill>
                  <a:schemeClr val="tx2"/>
                </a:solidFill>
                <a:latin typeface="Helvetica Light" panose="020B0403020202020204" pitchFamily="34" charset="0"/>
              </a:defRPr>
            </a:lvl4pPr>
            <a:lvl5pPr marL="2155228" indent="-239469">
              <a:buFont typeface="Arial" panose="020B0604020202020204" pitchFamily="34" charset="0"/>
              <a:buChar char="•"/>
              <a:defRPr sz="1800" b="0" i="0">
                <a:solidFill>
                  <a:schemeClr val="tx2"/>
                </a:solidFill>
                <a:latin typeface="Helvetica Light" panose="020B0403020202020204" pitchFamily="34" charset="0"/>
              </a:defRPr>
            </a:lvl5pPr>
          </a:lstStyle>
          <a:p>
            <a:pPr lvl="0"/>
            <a:r>
              <a:rPr lang="nl-NL" noProof="0"/>
              <a:t>Click </a:t>
            </a:r>
            <a:r>
              <a:rPr lang="nl-NL" noProof="0" err="1"/>
              <a:t>to</a:t>
            </a:r>
            <a:r>
              <a:rPr lang="nl-NL" noProof="0"/>
              <a:t> </a:t>
            </a:r>
            <a:r>
              <a:rPr lang="nl-NL" noProof="0" err="1"/>
              <a:t>edit</a:t>
            </a:r>
            <a:r>
              <a:rPr lang="nl-NL" noProof="0"/>
              <a:t> Master </a:t>
            </a:r>
            <a:r>
              <a:rPr lang="nl-NL" noProof="0" err="1"/>
              <a:t>text</a:t>
            </a:r>
            <a:r>
              <a:rPr lang="nl-NL" noProof="0"/>
              <a:t> </a:t>
            </a:r>
            <a:r>
              <a:rPr lang="nl-NL" noProof="0" err="1"/>
              <a:t>styles</a:t>
            </a:r>
            <a:endParaRPr lang="nl-NL" noProof="0"/>
          </a:p>
        </p:txBody>
      </p:sp>
    </p:spTree>
    <p:extLst>
      <p:ext uri="{BB962C8B-B14F-4D97-AF65-F5344CB8AC3E}">
        <p14:creationId xmlns:p14="http://schemas.microsoft.com/office/powerpoint/2010/main" val="3760312601"/>
      </p:ext>
    </p:extLst>
  </p:cSld>
  <p:clrMapOvr>
    <a:masterClrMapping/>
  </p:clrMapOvr>
  <p:extLst>
    <p:ext uri="{DCECCB84-F9BA-43D5-87BE-67443E8EF086}">
      <p15:sldGuideLst xmlns:p15="http://schemas.microsoft.com/office/powerpoint/2012/main">
        <p15:guide id="1" orient="horz" pos="323">
          <p15:clr>
            <a:srgbClr val="FBAE40"/>
          </p15:clr>
        </p15:guide>
        <p15:guide id="2" pos="619">
          <p15:clr>
            <a:srgbClr val="FBAE40"/>
          </p15:clr>
        </p15:guide>
        <p15:guide id="3" pos="7015" userDrawn="1">
          <p15:clr>
            <a:srgbClr val="FBAE40"/>
          </p15:clr>
        </p15:guide>
        <p15:guide id="4" orient="horz" pos="618">
          <p15:clr>
            <a:srgbClr val="FBAE40"/>
          </p15:clr>
        </p15:guide>
        <p15:guide id="5" orient="horz" pos="867">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Valtimo - default slide w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4ED28-B227-A091-3E2B-FCCA533920E0}"/>
              </a:ext>
            </a:extLst>
          </p:cNvPr>
          <p:cNvSpPr>
            <a:spLocks noGrp="1"/>
          </p:cNvSpPr>
          <p:nvPr>
            <p:ph type="title"/>
          </p:nvPr>
        </p:nvSpPr>
        <p:spPr>
          <a:xfrm>
            <a:off x="996950" y="524890"/>
            <a:ext cx="10139363" cy="461446"/>
          </a:xfrm>
          <a:prstGeom prst="rect">
            <a:avLst/>
          </a:prstGeom>
        </p:spPr>
        <p:txBody>
          <a:bodyPr>
            <a:normAutofit/>
          </a:bodyPr>
          <a:lstStyle>
            <a:lvl1pPr algn="l">
              <a:defRPr sz="2400" b="0" i="0">
                <a:solidFill>
                  <a:srgbClr val="003361"/>
                </a:solidFill>
                <a:latin typeface="Helvetica Light" panose="020B0403020202020204" pitchFamily="34" charset="0"/>
              </a:defRPr>
            </a:lvl1pPr>
          </a:lstStyle>
          <a:p>
            <a:r>
              <a:rPr lang="nl-NL" noProof="0"/>
              <a:t>Click </a:t>
            </a:r>
            <a:r>
              <a:rPr lang="nl-NL" noProof="0" err="1"/>
              <a:t>to</a:t>
            </a:r>
            <a:r>
              <a:rPr lang="nl-NL" noProof="0"/>
              <a:t> </a:t>
            </a:r>
            <a:r>
              <a:rPr lang="nl-NL" noProof="0" err="1"/>
              <a:t>edit</a:t>
            </a:r>
            <a:r>
              <a:rPr lang="nl-NL" noProof="0"/>
              <a:t> Master </a:t>
            </a:r>
            <a:r>
              <a:rPr lang="nl-NL" noProof="0" err="1"/>
              <a:t>title</a:t>
            </a:r>
            <a:r>
              <a:rPr lang="nl-NL" noProof="0"/>
              <a:t> </a:t>
            </a:r>
            <a:r>
              <a:rPr lang="nl-NL" noProof="0" err="1"/>
              <a:t>style</a:t>
            </a:r>
            <a:endParaRPr lang="nl-NL" noProof="0"/>
          </a:p>
        </p:txBody>
      </p:sp>
    </p:spTree>
    <p:extLst>
      <p:ext uri="{BB962C8B-B14F-4D97-AF65-F5344CB8AC3E}">
        <p14:creationId xmlns:p14="http://schemas.microsoft.com/office/powerpoint/2010/main" val="4217714685"/>
      </p:ext>
    </p:extLst>
  </p:cSld>
  <p:clrMapOvr>
    <a:masterClrMapping/>
  </p:clrMapOvr>
  <p:extLst>
    <p:ext uri="{DCECCB84-F9BA-43D5-87BE-67443E8EF086}">
      <p15:sldGuideLst xmlns:p15="http://schemas.microsoft.com/office/powerpoint/2012/main">
        <p15:guide id="1" orient="horz" pos="323">
          <p15:clr>
            <a:srgbClr val="FBAE40"/>
          </p15:clr>
        </p15:guide>
        <p15:guide id="2" pos="619">
          <p15:clr>
            <a:srgbClr val="FBAE40"/>
          </p15:clr>
        </p15:guide>
        <p15:guide id="4" orient="horz" pos="618">
          <p15:clr>
            <a:srgbClr val="FBAE40"/>
          </p15:clr>
        </p15:guide>
        <p15:guide id="5" orient="horz" pos="867">
          <p15:clr>
            <a:srgbClr val="FBAE40"/>
          </p15:clr>
        </p15:guide>
        <p15:guide id="6" pos="7015">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Valtimo - default slide w header and side mark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4ED28-B227-A091-3E2B-FCCA533920E0}"/>
              </a:ext>
            </a:extLst>
          </p:cNvPr>
          <p:cNvSpPr>
            <a:spLocks noGrp="1"/>
          </p:cNvSpPr>
          <p:nvPr>
            <p:ph type="title"/>
          </p:nvPr>
        </p:nvSpPr>
        <p:spPr>
          <a:xfrm>
            <a:off x="996950" y="524890"/>
            <a:ext cx="10139363" cy="461446"/>
          </a:xfrm>
          <a:prstGeom prst="rect">
            <a:avLst/>
          </a:prstGeom>
        </p:spPr>
        <p:txBody>
          <a:bodyPr>
            <a:normAutofit/>
          </a:bodyPr>
          <a:lstStyle>
            <a:lvl1pPr algn="l">
              <a:defRPr sz="2400" b="0" i="0">
                <a:solidFill>
                  <a:srgbClr val="003361"/>
                </a:solidFill>
                <a:latin typeface="Helvetica Light" panose="020B0403020202020204" pitchFamily="34" charset="0"/>
              </a:defRPr>
            </a:lvl1pPr>
          </a:lstStyle>
          <a:p>
            <a:r>
              <a:rPr lang="nl-NL" noProof="0"/>
              <a:t>Click </a:t>
            </a:r>
            <a:r>
              <a:rPr lang="nl-NL" noProof="0" err="1"/>
              <a:t>to</a:t>
            </a:r>
            <a:r>
              <a:rPr lang="nl-NL" noProof="0"/>
              <a:t> </a:t>
            </a:r>
            <a:r>
              <a:rPr lang="nl-NL" noProof="0" err="1"/>
              <a:t>edit</a:t>
            </a:r>
            <a:r>
              <a:rPr lang="nl-NL" noProof="0"/>
              <a:t> Master </a:t>
            </a:r>
            <a:r>
              <a:rPr lang="nl-NL" noProof="0" err="1"/>
              <a:t>title</a:t>
            </a:r>
            <a:r>
              <a:rPr lang="nl-NL" noProof="0"/>
              <a:t> </a:t>
            </a:r>
            <a:r>
              <a:rPr lang="nl-NL" noProof="0" err="1"/>
              <a:t>style</a:t>
            </a:r>
            <a:endParaRPr lang="nl-NL" noProof="0"/>
          </a:p>
        </p:txBody>
      </p:sp>
      <p:sp>
        <p:nvSpPr>
          <p:cNvPr id="3" name="Rectangle 3">
            <a:extLst>
              <a:ext uri="{FF2B5EF4-FFF2-40B4-BE49-F238E27FC236}">
                <a16:creationId xmlns:a16="http://schemas.microsoft.com/office/drawing/2014/main" id="{68FB7AF6-41E3-F358-9400-152DDE72C050}"/>
              </a:ext>
            </a:extLst>
          </p:cNvPr>
          <p:cNvSpPr/>
          <p:nvPr userDrawn="1"/>
        </p:nvSpPr>
        <p:spPr>
          <a:xfrm>
            <a:off x="0" y="379503"/>
            <a:ext cx="72126" cy="1080120"/>
          </a:xfrm>
          <a:prstGeom prst="rect">
            <a:avLst/>
          </a:prstGeom>
          <a:solidFill>
            <a:schemeClr val="tx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latin typeface="Helvetica Light" panose="020B0403020202020204"/>
            </a:endParaRPr>
          </a:p>
        </p:txBody>
      </p:sp>
    </p:spTree>
    <p:extLst>
      <p:ext uri="{BB962C8B-B14F-4D97-AF65-F5344CB8AC3E}">
        <p14:creationId xmlns:p14="http://schemas.microsoft.com/office/powerpoint/2010/main" val="1469932369"/>
      </p:ext>
    </p:extLst>
  </p:cSld>
  <p:clrMapOvr>
    <a:masterClrMapping/>
  </p:clrMapOvr>
  <p:extLst>
    <p:ext uri="{DCECCB84-F9BA-43D5-87BE-67443E8EF086}">
      <p15:sldGuideLst xmlns:p15="http://schemas.microsoft.com/office/powerpoint/2012/main">
        <p15:guide id="1" orient="horz" pos="323">
          <p15:clr>
            <a:srgbClr val="FBAE40"/>
          </p15:clr>
        </p15:guide>
        <p15:guide id="2" pos="619">
          <p15:clr>
            <a:srgbClr val="FBAE40"/>
          </p15:clr>
        </p15:guide>
        <p15:guide id="3" pos="7015">
          <p15:clr>
            <a:srgbClr val="FBAE40"/>
          </p15:clr>
        </p15:guide>
        <p15:guide id="4" orient="horz" pos="618">
          <p15:clr>
            <a:srgbClr val="FBAE40"/>
          </p15:clr>
        </p15:guide>
        <p15:guide id="5" orient="horz" pos="867">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Valtimo - Default slide w side marker">
    <p:spTree>
      <p:nvGrpSpPr>
        <p:cNvPr id="1" name=""/>
        <p:cNvGrpSpPr/>
        <p:nvPr/>
      </p:nvGrpSpPr>
      <p:grpSpPr>
        <a:xfrm>
          <a:off x="0" y="0"/>
          <a:ext cx="0" cy="0"/>
          <a:chOff x="0" y="0"/>
          <a:chExt cx="0" cy="0"/>
        </a:xfrm>
      </p:grpSpPr>
      <p:grpSp>
        <p:nvGrpSpPr>
          <p:cNvPr id="5" name="Groep 4">
            <a:extLst>
              <a:ext uri="{FF2B5EF4-FFF2-40B4-BE49-F238E27FC236}">
                <a16:creationId xmlns:a16="http://schemas.microsoft.com/office/drawing/2014/main" id="{8D9E0B22-F4BD-45C1-BDAB-32D803E9E73B}"/>
              </a:ext>
            </a:extLst>
          </p:cNvPr>
          <p:cNvGrpSpPr/>
          <p:nvPr userDrawn="1"/>
        </p:nvGrpSpPr>
        <p:grpSpPr>
          <a:xfrm>
            <a:off x="1429" y="6804000"/>
            <a:ext cx="12192000" cy="54000"/>
            <a:chOff x="1161" y="6804000"/>
            <a:chExt cx="9906000" cy="54000"/>
          </a:xfrm>
        </p:grpSpPr>
        <p:sp>
          <p:nvSpPr>
            <p:cNvPr id="3" name="Rechthoek 2">
              <a:extLst>
                <a:ext uri="{FF2B5EF4-FFF2-40B4-BE49-F238E27FC236}">
                  <a16:creationId xmlns:a16="http://schemas.microsoft.com/office/drawing/2014/main" id="{1D76585E-82E9-42DB-A4DF-A8A114CA3B6C}"/>
                </a:ext>
              </a:extLst>
            </p:cNvPr>
            <p:cNvSpPr/>
            <p:nvPr/>
          </p:nvSpPr>
          <p:spPr>
            <a:xfrm>
              <a:off x="1161" y="6804167"/>
              <a:ext cx="9906000" cy="53833"/>
            </a:xfrm>
            <a:prstGeom prst="rect">
              <a:avLst/>
            </a:prstGeom>
            <a:solidFill>
              <a:srgbClr val="00336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nl-NL" sz="1900">
                <a:latin typeface="Helvetica Light" panose="020B0403020202020204"/>
              </a:endParaRPr>
            </a:p>
          </p:txBody>
        </p:sp>
        <p:sp>
          <p:nvSpPr>
            <p:cNvPr id="4" name="Rechthoek 3">
              <a:extLst>
                <a:ext uri="{FF2B5EF4-FFF2-40B4-BE49-F238E27FC236}">
                  <a16:creationId xmlns:a16="http://schemas.microsoft.com/office/drawing/2014/main" id="{D0BEBE83-9B89-4EA1-90BF-31F1830D4B0E}"/>
                </a:ext>
              </a:extLst>
            </p:cNvPr>
            <p:cNvSpPr/>
            <p:nvPr/>
          </p:nvSpPr>
          <p:spPr>
            <a:xfrm>
              <a:off x="681765" y="6804000"/>
              <a:ext cx="720000" cy="53833"/>
            </a:xfrm>
            <a:prstGeom prst="rect">
              <a:avLst/>
            </a:prstGeom>
            <a:solidFill>
              <a:srgbClr val="E9653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nl-NL" sz="1900">
                <a:latin typeface="Helvetica Light" panose="020B0403020202020204"/>
              </a:endParaRPr>
            </a:p>
          </p:txBody>
        </p:sp>
      </p:grpSp>
      <p:sp>
        <p:nvSpPr>
          <p:cNvPr id="2" name="Rectangle 3">
            <a:extLst>
              <a:ext uri="{FF2B5EF4-FFF2-40B4-BE49-F238E27FC236}">
                <a16:creationId xmlns:a16="http://schemas.microsoft.com/office/drawing/2014/main" id="{4C44EFF6-C284-2FCA-9B57-491B83515E9B}"/>
              </a:ext>
            </a:extLst>
          </p:cNvPr>
          <p:cNvSpPr/>
          <p:nvPr userDrawn="1"/>
        </p:nvSpPr>
        <p:spPr>
          <a:xfrm>
            <a:off x="0" y="379503"/>
            <a:ext cx="72126" cy="1080120"/>
          </a:xfrm>
          <a:prstGeom prst="rect">
            <a:avLst/>
          </a:prstGeom>
          <a:solidFill>
            <a:schemeClr val="tx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latin typeface="Helvetica Light" panose="020B0403020202020204"/>
            </a:endParaRPr>
          </a:p>
        </p:txBody>
      </p:sp>
    </p:spTree>
    <p:extLst>
      <p:ext uri="{BB962C8B-B14F-4D97-AF65-F5344CB8AC3E}">
        <p14:creationId xmlns:p14="http://schemas.microsoft.com/office/powerpoint/2010/main" val="9066706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GZAC - Default title slide">
    <p:spTree>
      <p:nvGrpSpPr>
        <p:cNvPr id="1" name=""/>
        <p:cNvGrpSpPr/>
        <p:nvPr/>
      </p:nvGrpSpPr>
      <p:grpSpPr>
        <a:xfrm>
          <a:off x="0" y="0"/>
          <a:ext cx="0" cy="0"/>
          <a:chOff x="0" y="0"/>
          <a:chExt cx="0" cy="0"/>
        </a:xfrm>
      </p:grpSpPr>
      <p:pic>
        <p:nvPicPr>
          <p:cNvPr id="2" name="Picture 1" descr="A close up of a piece of paper&#10;&#10;Description automatically generated">
            <a:extLst>
              <a:ext uri="{FF2B5EF4-FFF2-40B4-BE49-F238E27FC236}">
                <a16:creationId xmlns:a16="http://schemas.microsoft.com/office/drawing/2014/main" id="{C249C2D7-0265-4F5E-25D9-013D74830D66}"/>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982663" y="1656277"/>
            <a:ext cx="7194781" cy="4032714"/>
          </a:xfrm>
          <a:prstGeom prst="rect">
            <a:avLst/>
          </a:prstGeom>
        </p:spPr>
      </p:pic>
      <p:sp>
        <p:nvSpPr>
          <p:cNvPr id="3" name="Rectangle 2">
            <a:extLst>
              <a:ext uri="{FF2B5EF4-FFF2-40B4-BE49-F238E27FC236}">
                <a16:creationId xmlns:a16="http://schemas.microsoft.com/office/drawing/2014/main" id="{3271AEB0-2450-251A-EF7F-BB1A7722A8D8}"/>
              </a:ext>
            </a:extLst>
          </p:cNvPr>
          <p:cNvSpPr/>
          <p:nvPr userDrawn="1"/>
        </p:nvSpPr>
        <p:spPr>
          <a:xfrm>
            <a:off x="1624261" y="1376363"/>
            <a:ext cx="5499028" cy="4596356"/>
          </a:xfrm>
          <a:prstGeom prst="rect">
            <a:avLst/>
          </a:prstGeom>
          <a:solidFill>
            <a:srgbClr val="003361">
              <a:alpha val="8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lang="nl-NL" sz="1800">
              <a:solidFill>
                <a:schemeClr val="bg1"/>
              </a:solidFill>
              <a:latin typeface="Helvetica Light" panose="020B0403020202020204"/>
            </a:endParaRPr>
          </a:p>
        </p:txBody>
      </p:sp>
      <p:sp>
        <p:nvSpPr>
          <p:cNvPr id="5" name="Text Placeholder 11">
            <a:extLst>
              <a:ext uri="{FF2B5EF4-FFF2-40B4-BE49-F238E27FC236}">
                <a16:creationId xmlns:a16="http://schemas.microsoft.com/office/drawing/2014/main" id="{2FD5F683-4978-7EDD-7D11-5CC0D51182B5}"/>
              </a:ext>
            </a:extLst>
          </p:cNvPr>
          <p:cNvSpPr>
            <a:spLocks noGrp="1"/>
          </p:cNvSpPr>
          <p:nvPr>
            <p:ph type="body" sz="quarter" idx="10"/>
          </p:nvPr>
        </p:nvSpPr>
        <p:spPr>
          <a:xfrm>
            <a:off x="1624263" y="2938021"/>
            <a:ext cx="3659511" cy="490979"/>
          </a:xfrm>
          <a:prstGeom prst="rect">
            <a:avLst/>
          </a:prstGeom>
        </p:spPr>
        <p:txBody>
          <a:bodyPr anchor="ctr"/>
          <a:lstStyle>
            <a:lvl1pPr marL="0" indent="0">
              <a:lnSpc>
                <a:spcPct val="100000"/>
              </a:lnSpc>
              <a:buNone/>
              <a:defRPr sz="2800">
                <a:solidFill>
                  <a:schemeClr val="bg1"/>
                </a:solidFill>
                <a:latin typeface="Helvetica Light" panose="020B0403020202020204"/>
              </a:defRPr>
            </a:lvl1pPr>
          </a:lstStyle>
          <a:p>
            <a:pPr lvl="0"/>
            <a:r>
              <a:rPr lang="en-GB"/>
              <a:t>Click to edit Master text</a:t>
            </a:r>
            <a:endParaRPr lang="nl-NL"/>
          </a:p>
        </p:txBody>
      </p:sp>
      <p:sp>
        <p:nvSpPr>
          <p:cNvPr id="6" name="Text Placeholder 11">
            <a:extLst>
              <a:ext uri="{FF2B5EF4-FFF2-40B4-BE49-F238E27FC236}">
                <a16:creationId xmlns:a16="http://schemas.microsoft.com/office/drawing/2014/main" id="{FCC8C1BD-983E-9AE9-2FA2-62FDBD5ADCB2}"/>
              </a:ext>
            </a:extLst>
          </p:cNvPr>
          <p:cNvSpPr>
            <a:spLocks noGrp="1"/>
          </p:cNvSpPr>
          <p:nvPr>
            <p:ph type="body" sz="quarter" idx="11"/>
          </p:nvPr>
        </p:nvSpPr>
        <p:spPr>
          <a:xfrm>
            <a:off x="1624261" y="3458908"/>
            <a:ext cx="3659511" cy="490979"/>
          </a:xfrm>
          <a:prstGeom prst="rect">
            <a:avLst/>
          </a:prstGeom>
        </p:spPr>
        <p:txBody>
          <a:bodyPr anchor="ctr"/>
          <a:lstStyle>
            <a:lvl1pPr marL="0" indent="0">
              <a:lnSpc>
                <a:spcPct val="100000"/>
              </a:lnSpc>
              <a:buNone/>
              <a:defRPr sz="2000" b="1" i="0">
                <a:solidFill>
                  <a:srgbClr val="89CDF2"/>
                </a:solidFill>
                <a:latin typeface="Helvetica Light" panose="020B0403020202020204" pitchFamily="34" charset="0"/>
              </a:defRPr>
            </a:lvl1pPr>
          </a:lstStyle>
          <a:p>
            <a:pPr lvl="0"/>
            <a:r>
              <a:rPr lang="en-GB"/>
              <a:t>Click to edit Master text</a:t>
            </a:r>
            <a:endParaRPr lang="nl-NL"/>
          </a:p>
        </p:txBody>
      </p:sp>
      <p:sp>
        <p:nvSpPr>
          <p:cNvPr id="9" name="Text Placeholder 11">
            <a:extLst>
              <a:ext uri="{FF2B5EF4-FFF2-40B4-BE49-F238E27FC236}">
                <a16:creationId xmlns:a16="http://schemas.microsoft.com/office/drawing/2014/main" id="{BB0C2427-188A-D06C-74C0-6EA6977B9D89}"/>
              </a:ext>
            </a:extLst>
          </p:cNvPr>
          <p:cNvSpPr>
            <a:spLocks noGrp="1"/>
          </p:cNvSpPr>
          <p:nvPr>
            <p:ph type="body" sz="quarter" idx="12"/>
          </p:nvPr>
        </p:nvSpPr>
        <p:spPr>
          <a:xfrm>
            <a:off x="1624261" y="3961286"/>
            <a:ext cx="3659511" cy="490979"/>
          </a:xfrm>
          <a:prstGeom prst="rect">
            <a:avLst/>
          </a:prstGeom>
        </p:spPr>
        <p:txBody>
          <a:bodyPr anchor="ctr"/>
          <a:lstStyle>
            <a:lvl1pPr marL="0" indent="0">
              <a:lnSpc>
                <a:spcPct val="100000"/>
              </a:lnSpc>
              <a:buNone/>
              <a:defRPr lang="en-GB" sz="2000" kern="1200" dirty="0" smtClean="0">
                <a:solidFill>
                  <a:schemeClr val="bg1"/>
                </a:solidFill>
                <a:latin typeface="Helvetica Light" panose="020B0403020202020204"/>
                <a:ea typeface="+mn-ea"/>
                <a:cs typeface="+mn-cs"/>
              </a:defRPr>
            </a:lvl1pPr>
          </a:lstStyle>
          <a:p>
            <a:pPr lvl="0"/>
            <a:r>
              <a:rPr lang="en-GB"/>
              <a:t>Click to edit Master text</a:t>
            </a:r>
            <a:endParaRPr lang="nl-NL"/>
          </a:p>
        </p:txBody>
      </p:sp>
    </p:spTree>
    <p:extLst>
      <p:ext uri="{BB962C8B-B14F-4D97-AF65-F5344CB8AC3E}">
        <p14:creationId xmlns:p14="http://schemas.microsoft.com/office/powerpoint/2010/main" val="7622780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GZAC - Default Section slide">
    <p:spTree>
      <p:nvGrpSpPr>
        <p:cNvPr id="1" name=""/>
        <p:cNvGrpSpPr/>
        <p:nvPr/>
      </p:nvGrpSpPr>
      <p:grpSpPr>
        <a:xfrm>
          <a:off x="0" y="0"/>
          <a:ext cx="0" cy="0"/>
          <a:chOff x="0" y="0"/>
          <a:chExt cx="0" cy="0"/>
        </a:xfrm>
      </p:grpSpPr>
      <p:pic>
        <p:nvPicPr>
          <p:cNvPr id="7" name="Picture 2" descr="A close up of text on a white background&#10;&#10;Description automatically generated">
            <a:extLst>
              <a:ext uri="{FF2B5EF4-FFF2-40B4-BE49-F238E27FC236}">
                <a16:creationId xmlns:a16="http://schemas.microsoft.com/office/drawing/2014/main" id="{BB3A4055-13DF-AA14-98A4-E7FDAB7A9D5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982664" y="2003698"/>
            <a:ext cx="7084507" cy="2243862"/>
          </a:xfrm>
          <a:prstGeom prst="rect">
            <a:avLst/>
          </a:prstGeom>
        </p:spPr>
      </p:pic>
      <p:sp>
        <p:nvSpPr>
          <p:cNvPr id="8" name="Rectangle 3">
            <a:extLst>
              <a:ext uri="{FF2B5EF4-FFF2-40B4-BE49-F238E27FC236}">
                <a16:creationId xmlns:a16="http://schemas.microsoft.com/office/drawing/2014/main" id="{4C4D6086-3FCD-0768-956B-15E5F01B9F84}"/>
              </a:ext>
            </a:extLst>
          </p:cNvPr>
          <p:cNvSpPr/>
          <p:nvPr userDrawn="1"/>
        </p:nvSpPr>
        <p:spPr>
          <a:xfrm>
            <a:off x="982663" y="3095432"/>
            <a:ext cx="6480721" cy="1644572"/>
          </a:xfrm>
          <a:prstGeom prst="rect">
            <a:avLst/>
          </a:prstGeom>
          <a:solidFill>
            <a:srgbClr val="003361">
              <a:alpha val="8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latin typeface="Helvetica Light" panose="020B0403020202020204"/>
            </a:endParaRPr>
          </a:p>
        </p:txBody>
      </p:sp>
      <p:sp>
        <p:nvSpPr>
          <p:cNvPr id="10" name="Title 1">
            <a:extLst>
              <a:ext uri="{FF2B5EF4-FFF2-40B4-BE49-F238E27FC236}">
                <a16:creationId xmlns:a16="http://schemas.microsoft.com/office/drawing/2014/main" id="{14B55F7D-3B96-9018-0E8A-0415C55B32BD}"/>
              </a:ext>
            </a:extLst>
          </p:cNvPr>
          <p:cNvSpPr>
            <a:spLocks noGrp="1"/>
          </p:cNvSpPr>
          <p:nvPr>
            <p:ph type="title"/>
          </p:nvPr>
        </p:nvSpPr>
        <p:spPr>
          <a:xfrm>
            <a:off x="982662" y="4247560"/>
            <a:ext cx="6480721" cy="461446"/>
          </a:xfrm>
          <a:prstGeom prst="rect">
            <a:avLst/>
          </a:prstGeom>
        </p:spPr>
        <p:txBody>
          <a:bodyPr>
            <a:normAutofit/>
          </a:bodyPr>
          <a:lstStyle>
            <a:lvl1pPr>
              <a:lnSpc>
                <a:spcPct val="100000"/>
              </a:lnSpc>
              <a:defRPr sz="2400" b="0" i="0">
                <a:solidFill>
                  <a:schemeClr val="bg1"/>
                </a:solidFill>
                <a:latin typeface="Helvetica Light" panose="020B0403020202020204" pitchFamily="34" charset="0"/>
              </a:defRPr>
            </a:lvl1pPr>
          </a:lstStyle>
          <a:p>
            <a:r>
              <a:rPr lang="nl-NL" noProof="0"/>
              <a:t>Click </a:t>
            </a:r>
            <a:r>
              <a:rPr lang="nl-NL" noProof="0" err="1"/>
              <a:t>to</a:t>
            </a:r>
            <a:r>
              <a:rPr lang="nl-NL" noProof="0"/>
              <a:t> </a:t>
            </a:r>
            <a:r>
              <a:rPr lang="nl-NL" noProof="0" err="1"/>
              <a:t>edit</a:t>
            </a:r>
            <a:r>
              <a:rPr lang="nl-NL" noProof="0"/>
              <a:t> Master </a:t>
            </a:r>
            <a:r>
              <a:rPr lang="nl-NL" noProof="0" err="1"/>
              <a:t>title</a:t>
            </a:r>
            <a:r>
              <a:rPr lang="nl-NL" noProof="0"/>
              <a:t> </a:t>
            </a:r>
            <a:r>
              <a:rPr lang="nl-NL" noProof="0" err="1"/>
              <a:t>style</a:t>
            </a:r>
            <a:endParaRPr lang="nl-NL" noProof="0"/>
          </a:p>
        </p:txBody>
      </p:sp>
    </p:spTree>
    <p:extLst>
      <p:ext uri="{BB962C8B-B14F-4D97-AF65-F5344CB8AC3E}">
        <p14:creationId xmlns:p14="http://schemas.microsoft.com/office/powerpoint/2010/main" val="20915406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GZAC - default content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4ED28-B227-A091-3E2B-FCCA533920E0}"/>
              </a:ext>
            </a:extLst>
          </p:cNvPr>
          <p:cNvSpPr>
            <a:spLocks noGrp="1"/>
          </p:cNvSpPr>
          <p:nvPr>
            <p:ph type="title"/>
          </p:nvPr>
        </p:nvSpPr>
        <p:spPr>
          <a:xfrm>
            <a:off x="996950" y="524890"/>
            <a:ext cx="10139363" cy="461446"/>
          </a:xfrm>
          <a:prstGeom prst="rect">
            <a:avLst/>
          </a:prstGeom>
        </p:spPr>
        <p:txBody>
          <a:bodyPr>
            <a:normAutofit/>
          </a:bodyPr>
          <a:lstStyle>
            <a:lvl1pPr>
              <a:lnSpc>
                <a:spcPct val="100000"/>
              </a:lnSpc>
              <a:defRPr sz="2400" b="0" i="0">
                <a:solidFill>
                  <a:srgbClr val="003361"/>
                </a:solidFill>
                <a:latin typeface="Helvetica Light" panose="020B0403020202020204" pitchFamily="34" charset="0"/>
              </a:defRPr>
            </a:lvl1pPr>
          </a:lstStyle>
          <a:p>
            <a:r>
              <a:rPr lang="nl-NL" noProof="0"/>
              <a:t>Click </a:t>
            </a:r>
            <a:r>
              <a:rPr lang="nl-NL" noProof="0" err="1"/>
              <a:t>to</a:t>
            </a:r>
            <a:r>
              <a:rPr lang="nl-NL" noProof="0"/>
              <a:t> </a:t>
            </a:r>
            <a:r>
              <a:rPr lang="nl-NL" noProof="0" err="1"/>
              <a:t>edit</a:t>
            </a:r>
            <a:r>
              <a:rPr lang="nl-NL" noProof="0"/>
              <a:t> Master </a:t>
            </a:r>
            <a:r>
              <a:rPr lang="nl-NL" noProof="0" err="1"/>
              <a:t>title</a:t>
            </a:r>
            <a:r>
              <a:rPr lang="nl-NL" noProof="0"/>
              <a:t> </a:t>
            </a:r>
            <a:r>
              <a:rPr lang="nl-NL" noProof="0" err="1"/>
              <a:t>style</a:t>
            </a:r>
            <a:endParaRPr lang="nl-NL" noProof="0"/>
          </a:p>
        </p:txBody>
      </p:sp>
      <p:sp>
        <p:nvSpPr>
          <p:cNvPr id="4" name="Content Placeholder 10">
            <a:extLst>
              <a:ext uri="{FF2B5EF4-FFF2-40B4-BE49-F238E27FC236}">
                <a16:creationId xmlns:a16="http://schemas.microsoft.com/office/drawing/2014/main" id="{7A19DD44-50B1-F342-7A53-ACD7B8349832}"/>
              </a:ext>
            </a:extLst>
          </p:cNvPr>
          <p:cNvSpPr>
            <a:spLocks noGrp="1"/>
          </p:cNvSpPr>
          <p:nvPr>
            <p:ph sz="quarter" idx="10"/>
          </p:nvPr>
        </p:nvSpPr>
        <p:spPr>
          <a:xfrm>
            <a:off x="996950" y="1376363"/>
            <a:ext cx="10139363" cy="2260600"/>
          </a:xfrm>
          <a:prstGeom prst="rect">
            <a:avLst/>
          </a:prstGeom>
        </p:spPr>
        <p:txBody>
          <a:bodyPr/>
          <a:lstStyle>
            <a:lvl1pPr marL="0" indent="0">
              <a:lnSpc>
                <a:spcPct val="150000"/>
              </a:lnSpc>
              <a:buNone/>
              <a:defRPr sz="1400" b="0" i="0">
                <a:solidFill>
                  <a:schemeClr val="tx2"/>
                </a:solidFill>
                <a:latin typeface="Helvetica Light" panose="020B0403020202020204" pitchFamily="34" charset="0"/>
              </a:defRPr>
            </a:lvl1pPr>
            <a:lvl2pPr marL="457200" indent="0">
              <a:buNone/>
              <a:defRPr b="0" i="0">
                <a:solidFill>
                  <a:schemeClr val="tx2"/>
                </a:solidFill>
                <a:latin typeface="Helvetica Light" panose="020B0403020202020204" pitchFamily="34" charset="0"/>
              </a:defRPr>
            </a:lvl2pPr>
            <a:lvl3pPr marL="914400" indent="0">
              <a:buNone/>
              <a:defRPr b="0" i="0">
                <a:solidFill>
                  <a:schemeClr val="tx2"/>
                </a:solidFill>
                <a:latin typeface="Helvetica Light" panose="020B0403020202020204" pitchFamily="34" charset="0"/>
              </a:defRPr>
            </a:lvl3pPr>
            <a:lvl4pPr marL="1371600" indent="0">
              <a:buNone/>
              <a:defRPr b="0" i="0">
                <a:solidFill>
                  <a:schemeClr val="tx2"/>
                </a:solidFill>
                <a:latin typeface="Helvetica Light" panose="020B0403020202020204" pitchFamily="34" charset="0"/>
              </a:defRPr>
            </a:lvl4pPr>
            <a:lvl5pPr marL="1828800" indent="0">
              <a:buNone/>
              <a:defRPr b="0" i="0">
                <a:solidFill>
                  <a:schemeClr val="tx2"/>
                </a:solidFill>
                <a:latin typeface="Helvetica Light" panose="020B0403020202020204" pitchFamily="34" charset="0"/>
              </a:defRPr>
            </a:lvl5pPr>
          </a:lstStyle>
          <a:p>
            <a:pPr lvl="0"/>
            <a:r>
              <a:rPr lang="nl-NL" noProof="0"/>
              <a:t>Click </a:t>
            </a:r>
            <a:r>
              <a:rPr lang="nl-NL" noProof="0" err="1"/>
              <a:t>to</a:t>
            </a:r>
            <a:r>
              <a:rPr lang="nl-NL" noProof="0"/>
              <a:t> </a:t>
            </a:r>
            <a:r>
              <a:rPr lang="nl-NL" noProof="0" err="1"/>
              <a:t>edit</a:t>
            </a:r>
            <a:r>
              <a:rPr lang="nl-NL" noProof="0"/>
              <a:t> Master </a:t>
            </a:r>
            <a:r>
              <a:rPr lang="nl-NL" noProof="0" err="1"/>
              <a:t>text</a:t>
            </a:r>
            <a:r>
              <a:rPr lang="nl-NL" noProof="0"/>
              <a:t> </a:t>
            </a:r>
            <a:r>
              <a:rPr lang="nl-NL" noProof="0" err="1"/>
              <a:t>styles</a:t>
            </a:r>
            <a:endParaRPr lang="nl-NL" noProof="0"/>
          </a:p>
        </p:txBody>
      </p:sp>
    </p:spTree>
    <p:extLst>
      <p:ext uri="{BB962C8B-B14F-4D97-AF65-F5344CB8AC3E}">
        <p14:creationId xmlns:p14="http://schemas.microsoft.com/office/powerpoint/2010/main" val="4020719518"/>
      </p:ext>
    </p:extLst>
  </p:cSld>
  <p:clrMapOvr>
    <a:masterClrMapping/>
  </p:clrMapOvr>
  <p:extLst>
    <p:ext uri="{DCECCB84-F9BA-43D5-87BE-67443E8EF086}">
      <p15:sldGuideLst xmlns:p15="http://schemas.microsoft.com/office/powerpoint/2012/main">
        <p15:guide id="1" orient="horz" pos="323" userDrawn="1">
          <p15:clr>
            <a:srgbClr val="FBAE40"/>
          </p15:clr>
        </p15:guide>
        <p15:guide id="2" pos="619" userDrawn="1">
          <p15:clr>
            <a:srgbClr val="FBAE40"/>
          </p15:clr>
        </p15:guide>
        <p15:guide id="3" pos="7015" userDrawn="1">
          <p15:clr>
            <a:srgbClr val="FBAE40"/>
          </p15:clr>
        </p15:guide>
        <p15:guide id="4" orient="horz" pos="618" userDrawn="1">
          <p15:clr>
            <a:srgbClr val="FBAE40"/>
          </p15:clr>
        </p15:guide>
        <p15:guide id="5" orient="horz" pos="867" userDrawn="1">
          <p15:clr>
            <a:srgbClr val="FBAE40"/>
          </p15:clr>
        </p15:guide>
        <p15:guide id="6"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GZAC - default content slide w side mark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4ED28-B227-A091-3E2B-FCCA533920E0}"/>
              </a:ext>
            </a:extLst>
          </p:cNvPr>
          <p:cNvSpPr>
            <a:spLocks noGrp="1"/>
          </p:cNvSpPr>
          <p:nvPr>
            <p:ph type="title"/>
          </p:nvPr>
        </p:nvSpPr>
        <p:spPr>
          <a:xfrm>
            <a:off x="996950" y="524890"/>
            <a:ext cx="10139363" cy="456185"/>
          </a:xfrm>
          <a:prstGeom prst="rect">
            <a:avLst/>
          </a:prstGeom>
        </p:spPr>
        <p:txBody>
          <a:bodyPr>
            <a:normAutofit/>
          </a:bodyPr>
          <a:lstStyle>
            <a:lvl1pPr>
              <a:lnSpc>
                <a:spcPct val="100000"/>
              </a:lnSpc>
              <a:defRPr sz="2400" b="0" i="0">
                <a:solidFill>
                  <a:srgbClr val="003361"/>
                </a:solidFill>
                <a:latin typeface="Helvetica Light" panose="020B0403020202020204" pitchFamily="34" charset="0"/>
              </a:defRPr>
            </a:lvl1pPr>
          </a:lstStyle>
          <a:p>
            <a:r>
              <a:rPr lang="nl-NL" noProof="0"/>
              <a:t>Click </a:t>
            </a:r>
            <a:r>
              <a:rPr lang="nl-NL" noProof="0" err="1"/>
              <a:t>to</a:t>
            </a:r>
            <a:r>
              <a:rPr lang="nl-NL" noProof="0"/>
              <a:t> </a:t>
            </a:r>
            <a:r>
              <a:rPr lang="nl-NL" noProof="0" err="1"/>
              <a:t>edit</a:t>
            </a:r>
            <a:r>
              <a:rPr lang="nl-NL" noProof="0"/>
              <a:t> Master </a:t>
            </a:r>
            <a:r>
              <a:rPr lang="nl-NL" noProof="0" err="1"/>
              <a:t>title</a:t>
            </a:r>
            <a:r>
              <a:rPr lang="nl-NL" noProof="0"/>
              <a:t> </a:t>
            </a:r>
            <a:r>
              <a:rPr lang="nl-NL" noProof="0" err="1"/>
              <a:t>style</a:t>
            </a:r>
            <a:endParaRPr lang="nl-NL" noProof="0"/>
          </a:p>
        </p:txBody>
      </p:sp>
      <p:pic>
        <p:nvPicPr>
          <p:cNvPr id="7" name="Picture 6" descr="Icon&#10;&#10;Description automatically generated">
            <a:extLst>
              <a:ext uri="{FF2B5EF4-FFF2-40B4-BE49-F238E27FC236}">
                <a16:creationId xmlns:a16="http://schemas.microsoft.com/office/drawing/2014/main" id="{B3BAD128-2439-7B8E-CE97-CA166C5AD7E2}"/>
              </a:ext>
            </a:extLst>
          </p:cNvPr>
          <p:cNvPicPr>
            <a:picLocks noChangeAspect="1"/>
          </p:cNvPicPr>
          <p:nvPr userDrawn="1"/>
        </p:nvPicPr>
        <p:blipFill rotWithShape="1">
          <a:blip r:embed="rId2"/>
          <a:srcRect l="50001" r="-1"/>
          <a:stretch/>
        </p:blipFill>
        <p:spPr>
          <a:xfrm>
            <a:off x="0" y="518678"/>
            <a:ext cx="234633" cy="461446"/>
          </a:xfrm>
          <a:prstGeom prst="rect">
            <a:avLst/>
          </a:prstGeom>
        </p:spPr>
      </p:pic>
      <p:sp>
        <p:nvSpPr>
          <p:cNvPr id="4" name="Content Placeholder 10">
            <a:extLst>
              <a:ext uri="{FF2B5EF4-FFF2-40B4-BE49-F238E27FC236}">
                <a16:creationId xmlns:a16="http://schemas.microsoft.com/office/drawing/2014/main" id="{22C22960-ACE1-F1A0-8D37-53DC88DA16B1}"/>
              </a:ext>
            </a:extLst>
          </p:cNvPr>
          <p:cNvSpPr>
            <a:spLocks noGrp="1"/>
          </p:cNvSpPr>
          <p:nvPr>
            <p:ph sz="quarter" idx="10"/>
          </p:nvPr>
        </p:nvSpPr>
        <p:spPr>
          <a:xfrm>
            <a:off x="996949" y="1376363"/>
            <a:ext cx="10139363" cy="2260600"/>
          </a:xfrm>
          <a:prstGeom prst="rect">
            <a:avLst/>
          </a:prstGeom>
        </p:spPr>
        <p:txBody>
          <a:bodyPr/>
          <a:lstStyle>
            <a:lvl1pPr marL="0" indent="0">
              <a:lnSpc>
                <a:spcPct val="150000"/>
              </a:lnSpc>
              <a:buNone/>
              <a:defRPr sz="1400" b="0" i="0">
                <a:solidFill>
                  <a:schemeClr val="tx2"/>
                </a:solidFill>
                <a:latin typeface="Helvetica Light" panose="020B0403020202020204" pitchFamily="34" charset="0"/>
              </a:defRPr>
            </a:lvl1pPr>
            <a:lvl2pPr>
              <a:defRPr b="0" i="0">
                <a:solidFill>
                  <a:schemeClr val="tx2"/>
                </a:solidFill>
                <a:latin typeface="Helvetica Light" panose="020B0403020202020204" pitchFamily="34" charset="0"/>
              </a:defRPr>
            </a:lvl2pPr>
            <a:lvl3pPr>
              <a:defRPr b="0" i="0">
                <a:solidFill>
                  <a:schemeClr val="tx2"/>
                </a:solidFill>
                <a:latin typeface="Helvetica Light" panose="020B0403020202020204" pitchFamily="34" charset="0"/>
              </a:defRPr>
            </a:lvl3pPr>
            <a:lvl4pPr>
              <a:defRPr b="0" i="0">
                <a:solidFill>
                  <a:schemeClr val="tx2"/>
                </a:solidFill>
                <a:latin typeface="Helvetica Light" panose="020B0403020202020204" pitchFamily="34" charset="0"/>
              </a:defRPr>
            </a:lvl4pPr>
            <a:lvl5pPr>
              <a:defRPr b="0" i="0">
                <a:solidFill>
                  <a:schemeClr val="tx2"/>
                </a:solidFill>
                <a:latin typeface="Helvetica Light" panose="020B0403020202020204" pitchFamily="34" charset="0"/>
              </a:defRPr>
            </a:lvl5pPr>
          </a:lstStyle>
          <a:p>
            <a:pPr lvl="0"/>
            <a:r>
              <a:rPr lang="nl-NL" noProof="0"/>
              <a:t>Click </a:t>
            </a:r>
            <a:r>
              <a:rPr lang="nl-NL" noProof="0" err="1"/>
              <a:t>to</a:t>
            </a:r>
            <a:r>
              <a:rPr lang="nl-NL" noProof="0"/>
              <a:t> </a:t>
            </a:r>
            <a:r>
              <a:rPr lang="nl-NL" noProof="0" err="1"/>
              <a:t>edit</a:t>
            </a:r>
            <a:r>
              <a:rPr lang="nl-NL" noProof="0"/>
              <a:t> Master </a:t>
            </a:r>
            <a:r>
              <a:rPr lang="nl-NL" noProof="0" err="1"/>
              <a:t>text</a:t>
            </a:r>
            <a:r>
              <a:rPr lang="nl-NL" noProof="0"/>
              <a:t> </a:t>
            </a:r>
            <a:r>
              <a:rPr lang="nl-NL" noProof="0" err="1"/>
              <a:t>styles</a:t>
            </a:r>
            <a:endParaRPr lang="nl-NL" noProof="0"/>
          </a:p>
        </p:txBody>
      </p:sp>
    </p:spTree>
    <p:extLst>
      <p:ext uri="{BB962C8B-B14F-4D97-AF65-F5344CB8AC3E}">
        <p14:creationId xmlns:p14="http://schemas.microsoft.com/office/powerpoint/2010/main" val="2163958749"/>
      </p:ext>
    </p:extLst>
  </p:cSld>
  <p:clrMapOvr>
    <a:masterClrMapping/>
  </p:clrMapOvr>
  <p:extLst>
    <p:ext uri="{DCECCB84-F9BA-43D5-87BE-67443E8EF086}">
      <p15:sldGuideLst xmlns:p15="http://schemas.microsoft.com/office/powerpoint/2012/main">
        <p15:guide id="1" orient="horz" pos="323" userDrawn="1">
          <p15:clr>
            <a:srgbClr val="FBAE40"/>
          </p15:clr>
        </p15:guide>
        <p15:guide id="2" pos="619" userDrawn="1">
          <p15:clr>
            <a:srgbClr val="FBAE40"/>
          </p15:clr>
        </p15:guide>
        <p15:guide id="3" pos="7015" userDrawn="1">
          <p15:clr>
            <a:srgbClr val="FBAE40"/>
          </p15:clr>
        </p15:guide>
        <p15:guide id="4" orient="horz" pos="618" userDrawn="1">
          <p15:clr>
            <a:srgbClr val="FBAE40"/>
          </p15:clr>
        </p15:guide>
        <p15:guide id="5" orient="horz" pos="867" userDrawn="1">
          <p15:clr>
            <a:srgbClr val="FBAE40"/>
          </p15:clr>
        </p15:guide>
        <p15:guide id="6"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GZAC - Default slide w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4ED28-B227-A091-3E2B-FCCA533920E0}"/>
              </a:ext>
            </a:extLst>
          </p:cNvPr>
          <p:cNvSpPr>
            <a:spLocks noGrp="1"/>
          </p:cNvSpPr>
          <p:nvPr>
            <p:ph type="title"/>
          </p:nvPr>
        </p:nvSpPr>
        <p:spPr>
          <a:xfrm>
            <a:off x="996950" y="524890"/>
            <a:ext cx="10139363" cy="461446"/>
          </a:xfrm>
          <a:prstGeom prst="rect">
            <a:avLst/>
          </a:prstGeom>
        </p:spPr>
        <p:txBody>
          <a:bodyPr>
            <a:normAutofit/>
          </a:bodyPr>
          <a:lstStyle>
            <a:lvl1pPr>
              <a:lnSpc>
                <a:spcPct val="100000"/>
              </a:lnSpc>
              <a:defRPr sz="2400" b="0" i="0">
                <a:solidFill>
                  <a:srgbClr val="003361"/>
                </a:solidFill>
                <a:latin typeface="Helvetica Light" panose="020B0403020202020204" pitchFamily="34" charset="0"/>
              </a:defRPr>
            </a:lvl1pPr>
          </a:lstStyle>
          <a:p>
            <a:r>
              <a:rPr lang="nl-NL" noProof="0"/>
              <a:t>Click </a:t>
            </a:r>
            <a:r>
              <a:rPr lang="nl-NL" noProof="0" err="1"/>
              <a:t>to</a:t>
            </a:r>
            <a:r>
              <a:rPr lang="nl-NL" noProof="0"/>
              <a:t> </a:t>
            </a:r>
            <a:r>
              <a:rPr lang="nl-NL" noProof="0" err="1"/>
              <a:t>edit</a:t>
            </a:r>
            <a:r>
              <a:rPr lang="nl-NL" noProof="0"/>
              <a:t> Master </a:t>
            </a:r>
            <a:r>
              <a:rPr lang="nl-NL" noProof="0" err="1"/>
              <a:t>title</a:t>
            </a:r>
            <a:r>
              <a:rPr lang="nl-NL" noProof="0"/>
              <a:t> </a:t>
            </a:r>
            <a:r>
              <a:rPr lang="nl-NL" noProof="0" err="1"/>
              <a:t>style</a:t>
            </a:r>
            <a:endParaRPr lang="nl-NL" noProof="0"/>
          </a:p>
        </p:txBody>
      </p:sp>
    </p:spTree>
    <p:extLst>
      <p:ext uri="{BB962C8B-B14F-4D97-AF65-F5344CB8AC3E}">
        <p14:creationId xmlns:p14="http://schemas.microsoft.com/office/powerpoint/2010/main" val="877238768"/>
      </p:ext>
    </p:extLst>
  </p:cSld>
  <p:clrMapOvr>
    <a:masterClrMapping/>
  </p:clrMapOvr>
  <p:extLst>
    <p:ext uri="{DCECCB84-F9BA-43D5-87BE-67443E8EF086}">
      <p15:sldGuideLst xmlns:p15="http://schemas.microsoft.com/office/powerpoint/2012/main">
        <p15:guide id="1" orient="horz" pos="323">
          <p15:clr>
            <a:srgbClr val="FBAE40"/>
          </p15:clr>
        </p15:guide>
        <p15:guide id="2" pos="619">
          <p15:clr>
            <a:srgbClr val="FBAE40"/>
          </p15:clr>
        </p15:guide>
        <p15:guide id="3" pos="7015">
          <p15:clr>
            <a:srgbClr val="FBAE40"/>
          </p15:clr>
        </p15:guide>
        <p15:guide id="4" orient="horz" pos="618">
          <p15:clr>
            <a:srgbClr val="FBAE40"/>
          </p15:clr>
        </p15:guide>
        <p15:guide id="5" orient="horz" pos="867">
          <p15:clr>
            <a:srgbClr val="FBAE40"/>
          </p15:clr>
        </p15:guide>
        <p15:guide id="6"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GZAC - default slide w header and side mark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4ED28-B227-A091-3E2B-FCCA533920E0}"/>
              </a:ext>
            </a:extLst>
          </p:cNvPr>
          <p:cNvSpPr>
            <a:spLocks noGrp="1"/>
          </p:cNvSpPr>
          <p:nvPr>
            <p:ph type="title"/>
          </p:nvPr>
        </p:nvSpPr>
        <p:spPr>
          <a:xfrm>
            <a:off x="996950" y="524890"/>
            <a:ext cx="10139363" cy="456185"/>
          </a:xfrm>
          <a:prstGeom prst="rect">
            <a:avLst/>
          </a:prstGeom>
        </p:spPr>
        <p:txBody>
          <a:bodyPr>
            <a:normAutofit/>
          </a:bodyPr>
          <a:lstStyle>
            <a:lvl1pPr>
              <a:lnSpc>
                <a:spcPct val="100000"/>
              </a:lnSpc>
              <a:defRPr sz="2400" b="0" i="0">
                <a:solidFill>
                  <a:srgbClr val="003361"/>
                </a:solidFill>
                <a:latin typeface="Helvetica Light" panose="020B0403020202020204" pitchFamily="34" charset="0"/>
              </a:defRPr>
            </a:lvl1pPr>
          </a:lstStyle>
          <a:p>
            <a:r>
              <a:rPr lang="nl-NL" noProof="0"/>
              <a:t>Click </a:t>
            </a:r>
            <a:r>
              <a:rPr lang="nl-NL" noProof="0" err="1"/>
              <a:t>to</a:t>
            </a:r>
            <a:r>
              <a:rPr lang="nl-NL" noProof="0"/>
              <a:t> </a:t>
            </a:r>
            <a:r>
              <a:rPr lang="nl-NL" noProof="0" err="1"/>
              <a:t>edit</a:t>
            </a:r>
            <a:r>
              <a:rPr lang="nl-NL" noProof="0"/>
              <a:t> Master </a:t>
            </a:r>
            <a:r>
              <a:rPr lang="nl-NL" noProof="0" err="1"/>
              <a:t>title</a:t>
            </a:r>
            <a:r>
              <a:rPr lang="nl-NL" noProof="0"/>
              <a:t> </a:t>
            </a:r>
            <a:r>
              <a:rPr lang="nl-NL" noProof="0" err="1"/>
              <a:t>style</a:t>
            </a:r>
            <a:endParaRPr lang="nl-NL" noProof="0"/>
          </a:p>
        </p:txBody>
      </p:sp>
      <p:pic>
        <p:nvPicPr>
          <p:cNvPr id="7" name="Picture 6" descr="Icon&#10;&#10;Description automatically generated">
            <a:extLst>
              <a:ext uri="{FF2B5EF4-FFF2-40B4-BE49-F238E27FC236}">
                <a16:creationId xmlns:a16="http://schemas.microsoft.com/office/drawing/2014/main" id="{B3BAD128-2439-7B8E-CE97-CA166C5AD7E2}"/>
              </a:ext>
            </a:extLst>
          </p:cNvPr>
          <p:cNvPicPr>
            <a:picLocks noChangeAspect="1"/>
          </p:cNvPicPr>
          <p:nvPr userDrawn="1"/>
        </p:nvPicPr>
        <p:blipFill rotWithShape="1">
          <a:blip r:embed="rId2"/>
          <a:srcRect l="50001" r="-1"/>
          <a:stretch/>
        </p:blipFill>
        <p:spPr>
          <a:xfrm>
            <a:off x="0" y="518678"/>
            <a:ext cx="234633" cy="461446"/>
          </a:xfrm>
          <a:prstGeom prst="rect">
            <a:avLst/>
          </a:prstGeom>
        </p:spPr>
      </p:pic>
    </p:spTree>
    <p:extLst>
      <p:ext uri="{BB962C8B-B14F-4D97-AF65-F5344CB8AC3E}">
        <p14:creationId xmlns:p14="http://schemas.microsoft.com/office/powerpoint/2010/main" val="3394323910"/>
      </p:ext>
    </p:extLst>
  </p:cSld>
  <p:clrMapOvr>
    <a:masterClrMapping/>
  </p:clrMapOvr>
  <p:extLst>
    <p:ext uri="{DCECCB84-F9BA-43D5-87BE-67443E8EF086}">
      <p15:sldGuideLst xmlns:p15="http://schemas.microsoft.com/office/powerpoint/2012/main">
        <p15:guide id="1" orient="horz" pos="323">
          <p15:clr>
            <a:srgbClr val="FBAE40"/>
          </p15:clr>
        </p15:guide>
        <p15:guide id="2" pos="619">
          <p15:clr>
            <a:srgbClr val="FBAE40"/>
          </p15:clr>
        </p15:guide>
        <p15:guide id="3" pos="7015">
          <p15:clr>
            <a:srgbClr val="FBAE40"/>
          </p15:clr>
        </p15:guide>
        <p15:guide id="4" orient="horz" pos="618">
          <p15:clr>
            <a:srgbClr val="FBAE40"/>
          </p15:clr>
        </p15:guide>
        <p15:guide id="5" orient="horz" pos="867">
          <p15:clr>
            <a:srgbClr val="FBAE40"/>
          </p15:clr>
        </p15:guide>
        <p15:guide id="6" pos="3840">
          <p15:clr>
            <a:srgbClr val="FBAE40"/>
          </p15:clr>
        </p15:guide>
        <p15:guide id="7" pos="3386"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GZAC - Default slide w side marker">
    <p:spTree>
      <p:nvGrpSpPr>
        <p:cNvPr id="1" name=""/>
        <p:cNvGrpSpPr/>
        <p:nvPr/>
      </p:nvGrpSpPr>
      <p:grpSpPr>
        <a:xfrm>
          <a:off x="0" y="0"/>
          <a:ext cx="0" cy="0"/>
          <a:chOff x="0" y="0"/>
          <a:chExt cx="0" cy="0"/>
        </a:xfrm>
      </p:grpSpPr>
      <p:pic>
        <p:nvPicPr>
          <p:cNvPr id="2" name="Picture 1" descr="Icon&#10;&#10;Description automatically generated">
            <a:extLst>
              <a:ext uri="{FF2B5EF4-FFF2-40B4-BE49-F238E27FC236}">
                <a16:creationId xmlns:a16="http://schemas.microsoft.com/office/drawing/2014/main" id="{D062F9C7-9609-E364-7412-51078909DB8D}"/>
              </a:ext>
            </a:extLst>
          </p:cNvPr>
          <p:cNvPicPr>
            <a:picLocks noChangeAspect="1"/>
          </p:cNvPicPr>
          <p:nvPr userDrawn="1"/>
        </p:nvPicPr>
        <p:blipFill rotWithShape="1">
          <a:blip r:embed="rId2"/>
          <a:srcRect l="50001" r="-1"/>
          <a:stretch/>
        </p:blipFill>
        <p:spPr>
          <a:xfrm>
            <a:off x="0" y="518678"/>
            <a:ext cx="234633" cy="461446"/>
          </a:xfrm>
          <a:prstGeom prst="rect">
            <a:avLst/>
          </a:prstGeom>
        </p:spPr>
      </p:pic>
    </p:spTree>
    <p:extLst>
      <p:ext uri="{BB962C8B-B14F-4D97-AF65-F5344CB8AC3E}">
        <p14:creationId xmlns:p14="http://schemas.microsoft.com/office/powerpoint/2010/main" val="383454232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cSld name="Alleen titel">
    <p:spTree>
      <p:nvGrpSpPr>
        <p:cNvPr id="1" name=""/>
        <p:cNvGrpSpPr/>
        <p:nvPr/>
      </p:nvGrpSpPr>
      <p:grpSpPr>
        <a:xfrm>
          <a:off x="0" y="0"/>
          <a:ext cx="0" cy="0"/>
          <a:chOff x="0" y="0"/>
          <a:chExt cx="0" cy="0"/>
        </a:xfrm>
      </p:grpSpPr>
      <p:sp>
        <p:nvSpPr>
          <p:cNvPr id="2" name="Titel 1"/>
          <p:cNvSpPr>
            <a:spLocks noGrp="1"/>
          </p:cNvSpPr>
          <p:nvPr>
            <p:ph type="title"/>
          </p:nvPr>
        </p:nvSpPr>
        <p:spPr>
          <a:xfrm>
            <a:off x="609600" y="274639"/>
            <a:ext cx="10972800" cy="1143000"/>
          </a:xfrm>
          <a:prstGeom prst="rect">
            <a:avLst/>
          </a:prstGeom>
        </p:spPr>
        <p:txBody>
          <a:bodyPr lIns="95788" tIns="47894" rIns="95788" bIns="47894"/>
          <a:lstStyle/>
          <a:p>
            <a:r>
              <a:rPr lang="nl-NL"/>
              <a:t>Titelstijl van model bewerken</a:t>
            </a:r>
          </a:p>
        </p:txBody>
      </p:sp>
      <p:sp>
        <p:nvSpPr>
          <p:cNvPr id="3" name="Tijdelijke aanduiding voor datum 2"/>
          <p:cNvSpPr>
            <a:spLocks noGrp="1"/>
          </p:cNvSpPr>
          <p:nvPr>
            <p:ph type="dt" sz="half" idx="10"/>
          </p:nvPr>
        </p:nvSpPr>
        <p:spPr>
          <a:xfrm>
            <a:off x="609600" y="6356352"/>
            <a:ext cx="2844800" cy="365125"/>
          </a:xfrm>
          <a:prstGeom prst="rect">
            <a:avLst/>
          </a:prstGeom>
        </p:spPr>
        <p:txBody>
          <a:bodyPr lIns="95788" tIns="47894" rIns="95788" bIns="47894"/>
          <a:lstStyle>
            <a:lvl1pPr>
              <a:defRPr>
                <a:latin typeface="Helvetica Light" panose="020B0403020202020204"/>
              </a:defRPr>
            </a:lvl1pPr>
          </a:lstStyle>
          <a:p>
            <a:fld id="{0338EC73-5B79-F44B-A138-E44B19BFF34F}" type="datetimeFigureOut">
              <a:rPr lang="nl-NL" smtClean="0"/>
              <a:pPr/>
              <a:t>29-9-2026</a:t>
            </a:fld>
            <a:endParaRPr lang="nl-NL"/>
          </a:p>
        </p:txBody>
      </p:sp>
      <p:sp>
        <p:nvSpPr>
          <p:cNvPr id="4" name="Tijdelijke aanduiding voor voettekst 3"/>
          <p:cNvSpPr>
            <a:spLocks noGrp="1"/>
          </p:cNvSpPr>
          <p:nvPr>
            <p:ph type="ftr" sz="quarter" idx="11"/>
          </p:nvPr>
        </p:nvSpPr>
        <p:spPr>
          <a:xfrm>
            <a:off x="4165601" y="6356352"/>
            <a:ext cx="3860800" cy="365125"/>
          </a:xfrm>
          <a:prstGeom prst="rect">
            <a:avLst/>
          </a:prstGeom>
        </p:spPr>
        <p:txBody>
          <a:bodyPr lIns="95788" tIns="47894" rIns="95788" bIns="47894"/>
          <a:lstStyle>
            <a:lvl1pPr>
              <a:defRPr>
                <a:latin typeface="Helvetica Light" panose="020B0403020202020204"/>
              </a:defRPr>
            </a:lvl1pPr>
          </a:lstStyle>
          <a:p>
            <a:endParaRPr lang="nl-NL"/>
          </a:p>
        </p:txBody>
      </p:sp>
      <p:sp>
        <p:nvSpPr>
          <p:cNvPr id="5" name="Tijdelijke aanduiding voor dianummer 4"/>
          <p:cNvSpPr>
            <a:spLocks noGrp="1"/>
          </p:cNvSpPr>
          <p:nvPr>
            <p:ph type="sldNum" sz="quarter" idx="12"/>
          </p:nvPr>
        </p:nvSpPr>
        <p:spPr>
          <a:xfrm>
            <a:off x="8737600" y="6356352"/>
            <a:ext cx="2844800" cy="365125"/>
          </a:xfrm>
          <a:prstGeom prst="rect">
            <a:avLst/>
          </a:prstGeom>
        </p:spPr>
        <p:txBody>
          <a:bodyPr lIns="95788" tIns="47894" rIns="95788" bIns="47894"/>
          <a:lstStyle>
            <a:lvl1pPr>
              <a:defRPr>
                <a:latin typeface="Helvetica Light" panose="020B0403020202020204"/>
              </a:defRPr>
            </a:lvl1pPr>
          </a:lstStyle>
          <a:p>
            <a:fld id="{F5C5B863-93C8-224E-85E2-BBB0358A3305}" type="slidenum">
              <a:rPr lang="nl-NL" smtClean="0"/>
              <a:pPr/>
              <a:t>‹nr.›</a:t>
            </a:fld>
            <a:endParaRPr lang="nl-NL"/>
          </a:p>
        </p:txBody>
      </p:sp>
    </p:spTree>
    <p:extLst>
      <p:ext uri="{BB962C8B-B14F-4D97-AF65-F5344CB8AC3E}">
        <p14:creationId xmlns:p14="http://schemas.microsoft.com/office/powerpoint/2010/main" val="304195815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977234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5.xml"/><Relationship Id="rId3" Type="http://schemas.openxmlformats.org/officeDocument/2006/relationships/slideLayout" Target="../slideLayouts/slideLayout10.xml"/><Relationship Id="rId7" Type="http://schemas.openxmlformats.org/officeDocument/2006/relationships/slideLayout" Target="../slideLayouts/slideLayout14.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image" Target="../media/image4.png"/><Relationship Id="rId5" Type="http://schemas.openxmlformats.org/officeDocument/2006/relationships/slideLayout" Target="../slideLayouts/slideLayout12.xml"/><Relationship Id="rId10" Type="http://schemas.openxmlformats.org/officeDocument/2006/relationships/theme" Target="../theme/theme2.xml"/><Relationship Id="rId4" Type="http://schemas.openxmlformats.org/officeDocument/2006/relationships/slideLayout" Target="../slideLayouts/slideLayout11.xml"/><Relationship Id="rId9"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4" name="Afbeelding 3">
            <a:extLst>
              <a:ext uri="{FF2B5EF4-FFF2-40B4-BE49-F238E27FC236}">
                <a16:creationId xmlns:a16="http://schemas.microsoft.com/office/drawing/2014/main" id="{82A998EA-89A6-4B94-B2F9-A0BFC5BCA17E}"/>
              </a:ext>
            </a:extLst>
          </p:cNvPr>
          <p:cNvPicPr>
            <a:picLocks noChangeAspect="1"/>
          </p:cNvPicPr>
          <p:nvPr userDrawn="1"/>
        </p:nvPicPr>
        <p:blipFill>
          <a:blip r:embed="rId9"/>
          <a:stretch>
            <a:fillRect/>
          </a:stretch>
        </p:blipFill>
        <p:spPr>
          <a:xfrm>
            <a:off x="9928883" y="6334491"/>
            <a:ext cx="1969883" cy="313062"/>
          </a:xfrm>
          <a:prstGeom prst="rect">
            <a:avLst/>
          </a:prstGeom>
        </p:spPr>
      </p:pic>
      <p:sp>
        <p:nvSpPr>
          <p:cNvPr id="3" name="Rechthoek 2">
            <a:extLst>
              <a:ext uri="{FF2B5EF4-FFF2-40B4-BE49-F238E27FC236}">
                <a16:creationId xmlns:a16="http://schemas.microsoft.com/office/drawing/2014/main" id="{316CE812-98C5-49F9-BFA8-84DA2FC3FA1A}"/>
              </a:ext>
            </a:extLst>
          </p:cNvPr>
          <p:cNvSpPr/>
          <p:nvPr userDrawn="1"/>
        </p:nvSpPr>
        <p:spPr>
          <a:xfrm>
            <a:off x="839095" y="6804001"/>
            <a:ext cx="886154" cy="53833"/>
          </a:xfrm>
          <a:prstGeom prst="rect">
            <a:avLst/>
          </a:prstGeom>
          <a:solidFill>
            <a:srgbClr val="E9653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nl-NL" sz="1900">
              <a:latin typeface="Helvetica Light" panose="020B0403020202020204"/>
            </a:endParaRPr>
          </a:p>
        </p:txBody>
      </p:sp>
      <p:grpSp>
        <p:nvGrpSpPr>
          <p:cNvPr id="5" name="Groep 4">
            <a:extLst>
              <a:ext uri="{FF2B5EF4-FFF2-40B4-BE49-F238E27FC236}">
                <a16:creationId xmlns:a16="http://schemas.microsoft.com/office/drawing/2014/main" id="{C9CF33A8-7304-4686-AED1-BC14EF8F0F02}"/>
              </a:ext>
            </a:extLst>
          </p:cNvPr>
          <p:cNvGrpSpPr/>
          <p:nvPr userDrawn="1"/>
        </p:nvGrpSpPr>
        <p:grpSpPr>
          <a:xfrm>
            <a:off x="1429" y="6804000"/>
            <a:ext cx="12192000" cy="54000"/>
            <a:chOff x="1161" y="6804000"/>
            <a:chExt cx="9906000" cy="54000"/>
          </a:xfrm>
        </p:grpSpPr>
        <p:sp>
          <p:nvSpPr>
            <p:cNvPr id="6" name="Rechthoek 5">
              <a:extLst>
                <a:ext uri="{FF2B5EF4-FFF2-40B4-BE49-F238E27FC236}">
                  <a16:creationId xmlns:a16="http://schemas.microsoft.com/office/drawing/2014/main" id="{4A697EA5-55A3-4FBA-9C7C-6A357AF785F9}"/>
                </a:ext>
              </a:extLst>
            </p:cNvPr>
            <p:cNvSpPr/>
            <p:nvPr/>
          </p:nvSpPr>
          <p:spPr>
            <a:xfrm>
              <a:off x="1161" y="6804167"/>
              <a:ext cx="9906000" cy="53833"/>
            </a:xfrm>
            <a:prstGeom prst="rect">
              <a:avLst/>
            </a:prstGeom>
            <a:solidFill>
              <a:srgbClr val="00336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nl-NL" sz="1900">
                <a:latin typeface="Helvetica Light" panose="020B0403020202020204"/>
              </a:endParaRPr>
            </a:p>
          </p:txBody>
        </p:sp>
        <p:sp>
          <p:nvSpPr>
            <p:cNvPr id="7" name="Rechthoek 6">
              <a:extLst>
                <a:ext uri="{FF2B5EF4-FFF2-40B4-BE49-F238E27FC236}">
                  <a16:creationId xmlns:a16="http://schemas.microsoft.com/office/drawing/2014/main" id="{221D1B7C-89D0-41D1-9F9F-A8E87F6D14DB}"/>
                </a:ext>
              </a:extLst>
            </p:cNvPr>
            <p:cNvSpPr/>
            <p:nvPr/>
          </p:nvSpPr>
          <p:spPr>
            <a:xfrm>
              <a:off x="681765" y="6804000"/>
              <a:ext cx="720000" cy="53833"/>
            </a:xfrm>
            <a:prstGeom prst="rect">
              <a:avLst/>
            </a:prstGeom>
            <a:solidFill>
              <a:srgbClr val="E9653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nl-NL" sz="1900">
                <a:latin typeface="Helvetica Light" panose="020B0403020202020204"/>
              </a:endParaRPr>
            </a:p>
          </p:txBody>
        </p:sp>
      </p:grpSp>
    </p:spTree>
    <p:extLst>
      <p:ext uri="{BB962C8B-B14F-4D97-AF65-F5344CB8AC3E}">
        <p14:creationId xmlns:p14="http://schemas.microsoft.com/office/powerpoint/2010/main" val="2366716363"/>
      </p:ext>
    </p:extLst>
  </p:cSld>
  <p:clrMap bg1="lt1" tx1="dk1" bg2="lt2" tx2="dk2" accent1="accent1" accent2="accent2" accent3="accent3" accent4="accent4" accent5="accent5" accent6="accent6" hlink="hlink" folHlink="folHlink"/>
  <p:sldLayoutIdLst>
    <p:sldLayoutId id="2147483745" r:id="rId1"/>
    <p:sldLayoutId id="2147483740" r:id="rId2"/>
    <p:sldLayoutId id="2147483739" r:id="rId3"/>
    <p:sldLayoutId id="2147483741" r:id="rId4"/>
    <p:sldLayoutId id="2147483749" r:id="rId5"/>
    <p:sldLayoutId id="2147483750" r:id="rId6"/>
    <p:sldLayoutId id="2147483744" r:id="rId7"/>
  </p:sldLayoutIdLst>
  <p:txStyles>
    <p:titleStyle>
      <a:lvl1pPr algn="ctr" defTabSz="478940" rtl="0" eaLnBrk="1" latinLnBrk="0" hangingPunct="1">
        <a:spcBef>
          <a:spcPct val="0"/>
        </a:spcBef>
        <a:buNone/>
        <a:defRPr sz="4600" kern="1200">
          <a:solidFill>
            <a:schemeClr val="tx1"/>
          </a:solidFill>
          <a:latin typeface="+mj-lt"/>
          <a:ea typeface="+mj-ea"/>
          <a:cs typeface="+mj-cs"/>
        </a:defRPr>
      </a:lvl1pPr>
    </p:titleStyle>
    <p:bodyStyle>
      <a:lvl1pPr marL="359204" indent="-359204" algn="l" defTabSz="478940" rtl="0" eaLnBrk="1" latinLnBrk="0" hangingPunct="1">
        <a:spcBef>
          <a:spcPct val="20000"/>
        </a:spcBef>
        <a:buFont typeface="Arial"/>
        <a:buChar char="•"/>
        <a:defRPr sz="3300" kern="1200">
          <a:solidFill>
            <a:schemeClr val="tx1"/>
          </a:solidFill>
          <a:latin typeface="+mn-lt"/>
          <a:ea typeface="+mn-ea"/>
          <a:cs typeface="+mn-cs"/>
        </a:defRPr>
      </a:lvl1pPr>
      <a:lvl2pPr marL="778276" indent="-299337" algn="l" defTabSz="478940" rtl="0" eaLnBrk="1" latinLnBrk="0" hangingPunct="1">
        <a:spcBef>
          <a:spcPct val="20000"/>
        </a:spcBef>
        <a:buFont typeface="Arial"/>
        <a:buChar char="–"/>
        <a:defRPr sz="2900" kern="1200">
          <a:solidFill>
            <a:schemeClr val="tx1"/>
          </a:solidFill>
          <a:latin typeface="+mn-lt"/>
          <a:ea typeface="+mn-ea"/>
          <a:cs typeface="+mn-cs"/>
        </a:defRPr>
      </a:lvl2pPr>
      <a:lvl3pPr marL="1197349" indent="-239469" algn="l" defTabSz="478940" rtl="0" eaLnBrk="1" latinLnBrk="0" hangingPunct="1">
        <a:spcBef>
          <a:spcPct val="20000"/>
        </a:spcBef>
        <a:buFont typeface="Arial"/>
        <a:buChar char="•"/>
        <a:defRPr sz="2500" kern="1200">
          <a:solidFill>
            <a:schemeClr val="tx1"/>
          </a:solidFill>
          <a:latin typeface="+mn-lt"/>
          <a:ea typeface="+mn-ea"/>
          <a:cs typeface="+mn-cs"/>
        </a:defRPr>
      </a:lvl3pPr>
      <a:lvl4pPr marL="1676288" indent="-239469" algn="l" defTabSz="478940" rtl="0" eaLnBrk="1" latinLnBrk="0" hangingPunct="1">
        <a:spcBef>
          <a:spcPct val="20000"/>
        </a:spcBef>
        <a:buFont typeface="Arial"/>
        <a:buChar char="–"/>
        <a:defRPr sz="2100" kern="1200">
          <a:solidFill>
            <a:schemeClr val="tx1"/>
          </a:solidFill>
          <a:latin typeface="+mn-lt"/>
          <a:ea typeface="+mn-ea"/>
          <a:cs typeface="+mn-cs"/>
        </a:defRPr>
      </a:lvl4pPr>
      <a:lvl5pPr marL="2155228" indent="-239469" algn="l" defTabSz="478940" rtl="0" eaLnBrk="1" latinLnBrk="0" hangingPunct="1">
        <a:spcBef>
          <a:spcPct val="20000"/>
        </a:spcBef>
        <a:buFont typeface="Arial"/>
        <a:buChar char="»"/>
        <a:defRPr sz="2100" kern="1200">
          <a:solidFill>
            <a:schemeClr val="tx1"/>
          </a:solidFill>
          <a:latin typeface="+mn-lt"/>
          <a:ea typeface="+mn-ea"/>
          <a:cs typeface="+mn-cs"/>
        </a:defRPr>
      </a:lvl5pPr>
      <a:lvl6pPr marL="2634167" indent="-239469" algn="l" defTabSz="478940" rtl="0" eaLnBrk="1" latinLnBrk="0" hangingPunct="1">
        <a:spcBef>
          <a:spcPct val="20000"/>
        </a:spcBef>
        <a:buFont typeface="Arial"/>
        <a:buChar char="•"/>
        <a:defRPr sz="2100" kern="1200">
          <a:solidFill>
            <a:schemeClr val="tx1"/>
          </a:solidFill>
          <a:latin typeface="+mn-lt"/>
          <a:ea typeface="+mn-ea"/>
          <a:cs typeface="+mn-cs"/>
        </a:defRPr>
      </a:lvl6pPr>
      <a:lvl7pPr marL="3113107" indent="-239469" algn="l" defTabSz="478940" rtl="0" eaLnBrk="1" latinLnBrk="0" hangingPunct="1">
        <a:spcBef>
          <a:spcPct val="20000"/>
        </a:spcBef>
        <a:buFont typeface="Arial"/>
        <a:buChar char="•"/>
        <a:defRPr sz="2100" kern="1200">
          <a:solidFill>
            <a:schemeClr val="tx1"/>
          </a:solidFill>
          <a:latin typeface="+mn-lt"/>
          <a:ea typeface="+mn-ea"/>
          <a:cs typeface="+mn-cs"/>
        </a:defRPr>
      </a:lvl7pPr>
      <a:lvl8pPr marL="3592047" indent="-239469" algn="l" defTabSz="478940" rtl="0" eaLnBrk="1" latinLnBrk="0" hangingPunct="1">
        <a:spcBef>
          <a:spcPct val="20000"/>
        </a:spcBef>
        <a:buFont typeface="Arial"/>
        <a:buChar char="•"/>
        <a:defRPr sz="2100" kern="1200">
          <a:solidFill>
            <a:schemeClr val="tx1"/>
          </a:solidFill>
          <a:latin typeface="+mn-lt"/>
          <a:ea typeface="+mn-ea"/>
          <a:cs typeface="+mn-cs"/>
        </a:defRPr>
      </a:lvl8pPr>
      <a:lvl9pPr marL="4070986" indent="-239469" algn="l" defTabSz="478940" rtl="0" eaLnBrk="1" latinLnBrk="0" hangingPunct="1">
        <a:spcBef>
          <a:spcPct val="20000"/>
        </a:spcBef>
        <a:buFont typeface="Arial"/>
        <a:buChar char="•"/>
        <a:defRPr sz="2100" kern="1200">
          <a:solidFill>
            <a:schemeClr val="tx1"/>
          </a:solidFill>
          <a:latin typeface="+mn-lt"/>
          <a:ea typeface="+mn-ea"/>
          <a:cs typeface="+mn-cs"/>
        </a:defRPr>
      </a:lvl9pPr>
    </p:bodyStyle>
    <p:otherStyle>
      <a:defPPr>
        <a:defRPr lang="nl-NL"/>
      </a:defPPr>
      <a:lvl1pPr marL="0" algn="l" defTabSz="478940" rtl="0" eaLnBrk="1" latinLnBrk="0" hangingPunct="1">
        <a:defRPr sz="1900" kern="1200">
          <a:solidFill>
            <a:schemeClr val="tx1"/>
          </a:solidFill>
          <a:latin typeface="+mn-lt"/>
          <a:ea typeface="+mn-ea"/>
          <a:cs typeface="+mn-cs"/>
        </a:defRPr>
      </a:lvl1pPr>
      <a:lvl2pPr marL="478940" algn="l" defTabSz="478940" rtl="0" eaLnBrk="1" latinLnBrk="0" hangingPunct="1">
        <a:defRPr sz="1900" kern="1200">
          <a:solidFill>
            <a:schemeClr val="tx1"/>
          </a:solidFill>
          <a:latin typeface="+mn-lt"/>
          <a:ea typeface="+mn-ea"/>
          <a:cs typeface="+mn-cs"/>
        </a:defRPr>
      </a:lvl2pPr>
      <a:lvl3pPr marL="957879" algn="l" defTabSz="478940" rtl="0" eaLnBrk="1" latinLnBrk="0" hangingPunct="1">
        <a:defRPr sz="1900" kern="1200">
          <a:solidFill>
            <a:schemeClr val="tx1"/>
          </a:solidFill>
          <a:latin typeface="+mn-lt"/>
          <a:ea typeface="+mn-ea"/>
          <a:cs typeface="+mn-cs"/>
        </a:defRPr>
      </a:lvl3pPr>
      <a:lvl4pPr marL="1436819" algn="l" defTabSz="478940" rtl="0" eaLnBrk="1" latinLnBrk="0" hangingPunct="1">
        <a:defRPr sz="1900" kern="1200">
          <a:solidFill>
            <a:schemeClr val="tx1"/>
          </a:solidFill>
          <a:latin typeface="+mn-lt"/>
          <a:ea typeface="+mn-ea"/>
          <a:cs typeface="+mn-cs"/>
        </a:defRPr>
      </a:lvl4pPr>
      <a:lvl5pPr marL="1915758" algn="l" defTabSz="478940" rtl="0" eaLnBrk="1" latinLnBrk="0" hangingPunct="1">
        <a:defRPr sz="1900" kern="1200">
          <a:solidFill>
            <a:schemeClr val="tx1"/>
          </a:solidFill>
          <a:latin typeface="+mn-lt"/>
          <a:ea typeface="+mn-ea"/>
          <a:cs typeface="+mn-cs"/>
        </a:defRPr>
      </a:lvl5pPr>
      <a:lvl6pPr marL="2394698" algn="l" defTabSz="478940" rtl="0" eaLnBrk="1" latinLnBrk="0" hangingPunct="1">
        <a:defRPr sz="1900" kern="1200">
          <a:solidFill>
            <a:schemeClr val="tx1"/>
          </a:solidFill>
          <a:latin typeface="+mn-lt"/>
          <a:ea typeface="+mn-ea"/>
          <a:cs typeface="+mn-cs"/>
        </a:defRPr>
      </a:lvl6pPr>
      <a:lvl7pPr marL="2873637" algn="l" defTabSz="478940" rtl="0" eaLnBrk="1" latinLnBrk="0" hangingPunct="1">
        <a:defRPr sz="1900" kern="1200">
          <a:solidFill>
            <a:schemeClr val="tx1"/>
          </a:solidFill>
          <a:latin typeface="+mn-lt"/>
          <a:ea typeface="+mn-ea"/>
          <a:cs typeface="+mn-cs"/>
        </a:defRPr>
      </a:lvl7pPr>
      <a:lvl8pPr marL="3352576" algn="l" defTabSz="478940" rtl="0" eaLnBrk="1" latinLnBrk="0" hangingPunct="1">
        <a:defRPr sz="1900" kern="1200">
          <a:solidFill>
            <a:schemeClr val="tx1"/>
          </a:solidFill>
          <a:latin typeface="+mn-lt"/>
          <a:ea typeface="+mn-ea"/>
          <a:cs typeface="+mn-cs"/>
        </a:defRPr>
      </a:lvl8pPr>
      <a:lvl9pPr marL="3831516" algn="l" defTabSz="478940" rtl="0" eaLnBrk="1" latinLnBrk="0" hangingPunct="1">
        <a:defRPr sz="19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Picture 7" descr="A picture containing text&#10;&#10;Description automatically generated">
            <a:extLst>
              <a:ext uri="{FF2B5EF4-FFF2-40B4-BE49-F238E27FC236}">
                <a16:creationId xmlns:a16="http://schemas.microsoft.com/office/drawing/2014/main" id="{4251433C-6B3C-FD04-F5F9-0F5DEF94C913}"/>
              </a:ext>
            </a:extLst>
          </p:cNvPr>
          <p:cNvPicPr>
            <a:picLocks noChangeAspect="1"/>
          </p:cNvPicPr>
          <p:nvPr userDrawn="1"/>
        </p:nvPicPr>
        <p:blipFill>
          <a:blip r:embed="rId11"/>
          <a:stretch>
            <a:fillRect/>
          </a:stretch>
        </p:blipFill>
        <p:spPr>
          <a:xfrm>
            <a:off x="10421739" y="5813905"/>
            <a:ext cx="1932167" cy="1086844"/>
          </a:xfrm>
          <a:prstGeom prst="rect">
            <a:avLst/>
          </a:prstGeom>
        </p:spPr>
      </p:pic>
      <p:sp>
        <p:nvSpPr>
          <p:cNvPr id="9" name="Rectangle 8">
            <a:extLst>
              <a:ext uri="{FF2B5EF4-FFF2-40B4-BE49-F238E27FC236}">
                <a16:creationId xmlns:a16="http://schemas.microsoft.com/office/drawing/2014/main" id="{F15025BB-6BB4-844C-64E2-13087194EBD9}"/>
              </a:ext>
            </a:extLst>
          </p:cNvPr>
          <p:cNvSpPr/>
          <p:nvPr userDrawn="1"/>
        </p:nvSpPr>
        <p:spPr>
          <a:xfrm flipV="1">
            <a:off x="0" y="6801519"/>
            <a:ext cx="12193200" cy="45719"/>
          </a:xfrm>
          <a:prstGeom prst="rect">
            <a:avLst/>
          </a:prstGeom>
          <a:solidFill>
            <a:srgbClr val="0032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latin typeface="Helvetica Light" panose="020B0403020202020204"/>
            </a:endParaRPr>
          </a:p>
        </p:txBody>
      </p:sp>
    </p:spTree>
    <p:extLst>
      <p:ext uri="{BB962C8B-B14F-4D97-AF65-F5344CB8AC3E}">
        <p14:creationId xmlns:p14="http://schemas.microsoft.com/office/powerpoint/2010/main" val="2605486932"/>
      </p:ext>
    </p:extLst>
  </p:cSld>
  <p:clrMap bg1="lt1" tx1="dk1" bg2="lt2" tx2="dk2" accent1="accent1" accent2="accent2" accent3="accent3" accent4="accent4" accent5="accent5" accent6="accent6" hlink="hlink" folHlink="folHlink"/>
  <p:sldLayoutIdLst>
    <p:sldLayoutId id="2147483738" r:id="rId1"/>
    <p:sldLayoutId id="2147483746" r:id="rId2"/>
    <p:sldLayoutId id="2147483700" r:id="rId3"/>
    <p:sldLayoutId id="2147483742" r:id="rId4"/>
    <p:sldLayoutId id="2147483747" r:id="rId5"/>
    <p:sldLayoutId id="2147483748" r:id="rId6"/>
    <p:sldLayoutId id="2147483743" r:id="rId7"/>
    <p:sldLayoutId id="2147483751" r:id="rId8"/>
    <p:sldLayoutId id="2147483752"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7.svg"/><Relationship Id="rId7"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6.xml"/><Relationship Id="rId6" Type="http://schemas.openxmlformats.org/officeDocument/2006/relationships/customXml" Target="../ink/ink2.xml"/><Relationship Id="rId5" Type="http://schemas.openxmlformats.org/officeDocument/2006/relationships/image" Target="../media/image8.png"/><Relationship Id="rId4" Type="http://schemas.openxmlformats.org/officeDocument/2006/relationships/customXml" Target="../ink/ink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1F3D"/>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01F3D"/>
          </a:solidFill>
          <a:ln/>
        </p:spPr>
        <p:txBody>
          <a:bodyPr/>
          <a:lstStyle/>
          <a:p>
            <a:endParaRPr lang="nl-NL"/>
          </a:p>
        </p:txBody>
      </p:sp>
      <p:sp>
        <p:nvSpPr>
          <p:cNvPr id="3" name="Shape 1"/>
          <p:cNvSpPr/>
          <p:nvPr/>
        </p:nvSpPr>
        <p:spPr>
          <a:xfrm>
            <a:off x="8961120" y="-2011680"/>
            <a:ext cx="5486400" cy="5486400"/>
          </a:xfrm>
          <a:prstGeom prst="diamond">
            <a:avLst/>
          </a:prstGeom>
          <a:ln w="508000">
            <a:solidFill>
              <a:srgbClr val="003362"/>
            </a:solidFill>
            <a:prstDash val="solid"/>
          </a:ln>
        </p:spPr>
        <p:txBody>
          <a:bodyPr/>
          <a:lstStyle/>
          <a:p>
            <a:endParaRPr lang="nl-NL"/>
          </a:p>
        </p:txBody>
      </p:sp>
      <p:sp>
        <p:nvSpPr>
          <p:cNvPr id="4" name="Shape 2"/>
          <p:cNvSpPr/>
          <p:nvPr/>
        </p:nvSpPr>
        <p:spPr>
          <a:xfrm>
            <a:off x="9692640" y="-1280160"/>
            <a:ext cx="4023360" cy="4023360"/>
          </a:xfrm>
          <a:prstGeom prst="diamond">
            <a:avLst/>
          </a:prstGeom>
          <a:ln w="38100">
            <a:solidFill>
              <a:srgbClr val="0A4A7A"/>
            </a:solidFill>
            <a:prstDash val="solid"/>
          </a:ln>
        </p:spPr>
        <p:txBody>
          <a:bodyPr/>
          <a:lstStyle/>
          <a:p>
            <a:endParaRPr lang="nl-NL"/>
          </a:p>
        </p:txBody>
      </p:sp>
      <p:sp>
        <p:nvSpPr>
          <p:cNvPr id="5" name="Shape 3"/>
          <p:cNvSpPr/>
          <p:nvPr/>
        </p:nvSpPr>
        <p:spPr>
          <a:xfrm>
            <a:off x="-1463040" y="4846320"/>
            <a:ext cx="3291840" cy="3291840"/>
          </a:xfrm>
          <a:prstGeom prst="ellipse">
            <a:avLst/>
          </a:prstGeom>
          <a:solidFill>
            <a:srgbClr val="022B52"/>
          </a:solidFill>
          <a:ln/>
        </p:spPr>
        <p:txBody>
          <a:bodyPr/>
          <a:lstStyle/>
          <a:p>
            <a:endParaRPr lang="nl-NL"/>
          </a:p>
        </p:txBody>
      </p:sp>
      <p:sp>
        <p:nvSpPr>
          <p:cNvPr id="6" name="Text 4"/>
          <p:cNvSpPr/>
          <p:nvPr/>
        </p:nvSpPr>
        <p:spPr>
          <a:xfrm>
            <a:off x="822960" y="1371600"/>
            <a:ext cx="9144000" cy="365760"/>
          </a:xfrm>
          <a:prstGeom prst="rect">
            <a:avLst/>
          </a:prstGeom>
          <a:noFill/>
          <a:ln/>
        </p:spPr>
        <p:txBody>
          <a:bodyPr wrap="square" rtlCol="0" anchor="ctr"/>
          <a:lstStyle/>
          <a:p>
            <a:pPr marL="0" indent="0">
              <a:buNone/>
            </a:pPr>
            <a:r>
              <a:rPr lang="en-US" sz="1300" b="1" kern="0" spc="200">
                <a:solidFill>
                  <a:srgbClr val="E76734"/>
                </a:solidFill>
                <a:latin typeface="Arial" pitchFamily="34" charset="0"/>
                <a:ea typeface="Arial" pitchFamily="34" charset="-122"/>
                <a:cs typeface="Arial" pitchFamily="34" charset="-120"/>
              </a:rPr>
              <a:t>DISCOVERY — ORGANISATIE</a:t>
            </a:r>
            <a:endParaRPr lang="en-US" sz="1300"/>
          </a:p>
        </p:txBody>
      </p:sp>
      <p:sp>
        <p:nvSpPr>
          <p:cNvPr id="7" name="Text 5"/>
          <p:cNvSpPr/>
          <p:nvPr/>
        </p:nvSpPr>
        <p:spPr>
          <a:xfrm>
            <a:off x="822960" y="1783080"/>
            <a:ext cx="9875520" cy="1737360"/>
          </a:xfrm>
          <a:prstGeom prst="rect">
            <a:avLst/>
          </a:prstGeom>
          <a:noFill/>
          <a:ln/>
        </p:spPr>
        <p:txBody>
          <a:bodyPr wrap="square" rtlCol="0" anchor="ctr"/>
          <a:lstStyle/>
          <a:p>
            <a:pPr marL="0" indent="0">
              <a:lnSpc>
                <a:spcPts val="4800"/>
              </a:lnSpc>
              <a:buNone/>
            </a:pPr>
            <a:r>
              <a:rPr lang="en-US" sz="4200" b="1">
                <a:solidFill>
                  <a:srgbClr val="FFFFFF"/>
                </a:solidFill>
                <a:latin typeface="Helvetica" pitchFamily="34" charset="0"/>
                <a:ea typeface="Helvetica" pitchFamily="34" charset="-122"/>
                <a:cs typeface="Helvetica" pitchFamily="34" charset="-120"/>
              </a:rPr>
              <a:t>Discovery</a:t>
            </a:r>
            <a:endParaRPr lang="en-US" sz="4200"/>
          </a:p>
          <a:p>
            <a:pPr marL="0" indent="0">
              <a:lnSpc>
                <a:spcPts val="4800"/>
              </a:lnSpc>
              <a:buNone/>
            </a:pPr>
            <a:r>
              <a:rPr lang="en-US" sz="4200" b="1">
                <a:solidFill>
                  <a:srgbClr val="FFFFFF"/>
                </a:solidFill>
                <a:latin typeface="Helvetica" pitchFamily="34" charset="0"/>
                <a:ea typeface="Helvetica" pitchFamily="34" charset="-122"/>
                <a:cs typeface="Helvetica" pitchFamily="34" charset="-120"/>
              </a:rPr>
              <a:t>Organisatie</a:t>
            </a:r>
            <a:endParaRPr lang="en-US" sz="4200"/>
          </a:p>
        </p:txBody>
      </p:sp>
      <p:sp>
        <p:nvSpPr>
          <p:cNvPr id="8" name="Text 6"/>
          <p:cNvSpPr/>
          <p:nvPr/>
        </p:nvSpPr>
        <p:spPr>
          <a:xfrm>
            <a:off x="822960" y="3520440"/>
            <a:ext cx="8686800" cy="548640"/>
          </a:xfrm>
          <a:prstGeom prst="rect">
            <a:avLst/>
          </a:prstGeom>
          <a:noFill/>
          <a:ln/>
        </p:spPr>
        <p:txBody>
          <a:bodyPr wrap="square" rtlCol="0" anchor="ctr"/>
          <a:lstStyle/>
          <a:p>
            <a:pPr marL="0" indent="0">
              <a:buNone/>
            </a:pPr>
            <a:r>
              <a:rPr lang="en-US" sz="1700" i="1">
                <a:solidFill>
                  <a:srgbClr val="89CDF2"/>
                </a:solidFill>
                <a:latin typeface="Arial" pitchFamily="34" charset="0"/>
                <a:ea typeface="Arial" pitchFamily="34" charset="-122"/>
                <a:cs typeface="Arial" pitchFamily="34" charset="-120"/>
              </a:rPr>
              <a:t>{Klantnaam} · {Bedrijfsproces}</a:t>
            </a:r>
            <a:endParaRPr lang="en-US" sz="1700"/>
          </a:p>
        </p:txBody>
      </p:sp>
      <p:sp>
        <p:nvSpPr>
          <p:cNvPr id="9" name="Shape 7"/>
          <p:cNvSpPr/>
          <p:nvPr/>
        </p:nvSpPr>
        <p:spPr>
          <a:xfrm>
            <a:off x="822960" y="4206240"/>
            <a:ext cx="2011680" cy="0"/>
          </a:xfrm>
          <a:prstGeom prst="line">
            <a:avLst/>
          </a:prstGeom>
          <a:noFill/>
          <a:ln w="31750">
            <a:solidFill>
              <a:srgbClr val="E76734"/>
            </a:solidFill>
            <a:prstDash val="solid"/>
          </a:ln>
        </p:spPr>
        <p:txBody>
          <a:bodyPr/>
          <a:lstStyle/>
          <a:p>
            <a:endParaRPr lang="nl-NL"/>
          </a:p>
        </p:txBody>
      </p:sp>
      <p:sp>
        <p:nvSpPr>
          <p:cNvPr id="10" name="Text 8"/>
          <p:cNvSpPr/>
          <p:nvPr/>
        </p:nvSpPr>
        <p:spPr>
          <a:xfrm>
            <a:off x="822960" y="4434840"/>
            <a:ext cx="8046720" cy="731520"/>
          </a:xfrm>
          <a:prstGeom prst="rect">
            <a:avLst/>
          </a:prstGeom>
          <a:noFill/>
          <a:ln/>
        </p:spPr>
        <p:txBody>
          <a:bodyPr wrap="square" lIns="91440" tIns="45720" rIns="91440" bIns="45720" rtlCol="0" anchor="ctr"/>
          <a:lstStyle/>
          <a:p>
            <a:endParaRPr lang="en-US" sz="1250">
              <a:solidFill>
                <a:srgbClr val="B9CFE0"/>
              </a:solidFill>
              <a:latin typeface="Arial"/>
              <a:cs typeface="Arial"/>
            </a:endParaRPr>
          </a:p>
        </p:txBody>
      </p:sp>
    </p:spTree>
    <p:extLst>
      <p:ext uri="{BB962C8B-B14F-4D97-AF65-F5344CB8AC3E}">
        <p14:creationId xmlns:p14="http://schemas.microsoft.com/office/powerpoint/2010/main" val="4660474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274320"/>
            <a:ext cx="960120" cy="960120"/>
          </a:xfrm>
          <a:prstGeom prst="diamond">
            <a:avLst/>
          </a:prstGeom>
          <a:ln w="63500">
            <a:solidFill>
              <a:srgbClr val="89CDF2"/>
            </a:solidFill>
            <a:prstDash val="solid"/>
          </a:ln>
        </p:spPr>
      </p:sp>
      <p:sp>
        <p:nvSpPr>
          <p:cNvPr id="3" name="Text 1"/>
          <p:cNvSpPr/>
          <p:nvPr/>
        </p:nvSpPr>
        <p:spPr>
          <a:xfrm>
            <a:off x="502920" y="384048"/>
            <a:ext cx="10515600" cy="640080"/>
          </a:xfrm>
          <a:prstGeom prst="rect">
            <a:avLst/>
          </a:prstGeom>
          <a:noFill/>
          <a:ln/>
        </p:spPr>
        <p:txBody>
          <a:bodyPr wrap="square" rtlCol="0" anchor="ctr"/>
          <a:lstStyle/>
          <a:p>
            <a:pPr marL="0" indent="0">
              <a:buNone/>
            </a:pPr>
            <a:r>
              <a:rPr lang="en-US" sz="2600" b="1">
                <a:solidFill>
                  <a:srgbClr val="003362"/>
                </a:solidFill>
                <a:latin typeface="Helvetica" pitchFamily="34" charset="0"/>
                <a:ea typeface="Helvetica" pitchFamily="34" charset="-122"/>
                <a:cs typeface="Helvetica" pitchFamily="34" charset="-120"/>
              </a:rPr>
              <a:t>Onderwerpen</a:t>
            </a:r>
            <a:endParaRPr lang="en-US" sz="2600"/>
          </a:p>
        </p:txBody>
      </p:sp>
      <p:sp>
        <p:nvSpPr>
          <p:cNvPr id="4" name="Shape 2"/>
          <p:cNvSpPr/>
          <p:nvPr/>
        </p:nvSpPr>
        <p:spPr>
          <a:xfrm>
            <a:off x="0" y="6748272"/>
            <a:ext cx="12188952" cy="109728"/>
          </a:xfrm>
          <a:prstGeom prst="rect">
            <a:avLst/>
          </a:prstGeom>
          <a:solidFill>
            <a:srgbClr val="003362"/>
          </a:solidFill>
          <a:ln/>
        </p:spPr>
      </p:sp>
      <p:sp>
        <p:nvSpPr>
          <p:cNvPr id="5" name="Text 3"/>
          <p:cNvSpPr/>
          <p:nvPr/>
        </p:nvSpPr>
        <p:spPr>
          <a:xfrm>
            <a:off x="457200" y="6355080"/>
            <a:ext cx="5486400" cy="320040"/>
          </a:xfrm>
          <a:prstGeom prst="rect">
            <a:avLst/>
          </a:prstGeom>
          <a:noFill/>
          <a:ln/>
        </p:spPr>
        <p:txBody>
          <a:bodyPr wrap="square" rtlCol="0" anchor="ctr"/>
          <a:lstStyle/>
          <a:p>
            <a:pPr marL="0" indent="0">
              <a:buNone/>
            </a:pPr>
            <a:r>
              <a:rPr lang="en-US" sz="950" i="1">
                <a:solidFill>
                  <a:srgbClr val="6B7680"/>
                </a:solidFill>
                <a:latin typeface="Arial" pitchFamily="34" charset="0"/>
                <a:ea typeface="Arial" pitchFamily="34" charset="-122"/>
                <a:cs typeface="Arial" pitchFamily="34" charset="-120"/>
              </a:rPr>
              <a:t>Discovery — Organisatie</a:t>
            </a:r>
            <a:endParaRPr lang="en-US" sz="950"/>
          </a:p>
        </p:txBody>
      </p:sp>
      <p:sp>
        <p:nvSpPr>
          <p:cNvPr id="6" name="Shape 4"/>
          <p:cNvSpPr/>
          <p:nvPr/>
        </p:nvSpPr>
        <p:spPr>
          <a:xfrm>
            <a:off x="502920" y="1280160"/>
            <a:ext cx="11183112" cy="777240"/>
          </a:xfrm>
          <a:prstGeom prst="roundRect">
            <a:avLst>
              <a:gd name="adj" fmla="val 8235"/>
            </a:avLst>
          </a:prstGeom>
          <a:solidFill>
            <a:srgbClr val="F5F8FA"/>
          </a:solidFill>
          <a:ln/>
        </p:spPr>
      </p:sp>
      <p:sp>
        <p:nvSpPr>
          <p:cNvPr id="7" name="Shape 5"/>
          <p:cNvSpPr/>
          <p:nvPr/>
        </p:nvSpPr>
        <p:spPr>
          <a:xfrm>
            <a:off x="502920" y="1280160"/>
            <a:ext cx="82296" cy="777240"/>
          </a:xfrm>
          <a:prstGeom prst="rect">
            <a:avLst/>
          </a:prstGeom>
          <a:solidFill>
            <a:srgbClr val="003362"/>
          </a:solidFill>
          <a:ln/>
        </p:spPr>
      </p:sp>
      <p:sp>
        <p:nvSpPr>
          <p:cNvPr id="8" name="Shape 6"/>
          <p:cNvSpPr/>
          <p:nvPr/>
        </p:nvSpPr>
        <p:spPr>
          <a:xfrm>
            <a:off x="777240" y="1440180"/>
            <a:ext cx="457200" cy="457200"/>
          </a:xfrm>
          <a:prstGeom prst="ellipse">
            <a:avLst/>
          </a:prstGeom>
          <a:solidFill>
            <a:srgbClr val="003362"/>
          </a:solidFill>
          <a:ln/>
        </p:spPr>
      </p:sp>
      <p:sp>
        <p:nvSpPr>
          <p:cNvPr id="9" name="Text 7"/>
          <p:cNvSpPr/>
          <p:nvPr/>
        </p:nvSpPr>
        <p:spPr>
          <a:xfrm>
            <a:off x="777240" y="1440180"/>
            <a:ext cx="457200" cy="457200"/>
          </a:xfrm>
          <a:prstGeom prst="rect">
            <a:avLst/>
          </a:prstGeom>
          <a:noFill/>
          <a:ln/>
        </p:spPr>
        <p:txBody>
          <a:bodyPr wrap="square" rtlCol="0" anchor="ctr"/>
          <a:lstStyle/>
          <a:p>
            <a:pPr marL="0" indent="0" algn="ctr">
              <a:buNone/>
            </a:pPr>
            <a:r>
              <a:rPr lang="en-US" sz="1300" b="1">
                <a:solidFill>
                  <a:srgbClr val="FFFFFF"/>
                </a:solidFill>
                <a:latin typeface="Helvetica" pitchFamily="34" charset="0"/>
                <a:ea typeface="Helvetica" pitchFamily="34" charset="-122"/>
                <a:cs typeface="Helvetica" pitchFamily="34" charset="-120"/>
              </a:rPr>
              <a:t>01</a:t>
            </a:r>
            <a:endParaRPr lang="en-US" sz="1300"/>
          </a:p>
        </p:txBody>
      </p:sp>
      <p:sp>
        <p:nvSpPr>
          <p:cNvPr id="10" name="Text 8"/>
          <p:cNvSpPr/>
          <p:nvPr/>
        </p:nvSpPr>
        <p:spPr>
          <a:xfrm>
            <a:off x="1508760" y="1280160"/>
            <a:ext cx="9144000" cy="777240"/>
          </a:xfrm>
          <a:prstGeom prst="rect">
            <a:avLst/>
          </a:prstGeom>
          <a:noFill/>
          <a:ln/>
        </p:spPr>
        <p:txBody>
          <a:bodyPr wrap="square" rtlCol="0" anchor="ctr"/>
          <a:lstStyle/>
          <a:p>
            <a:pPr marL="0" indent="0">
              <a:buNone/>
            </a:pPr>
            <a:r>
              <a:rPr lang="en-US" sz="1600" b="1">
                <a:solidFill>
                  <a:srgbClr val="003362"/>
                </a:solidFill>
                <a:latin typeface="Arial" pitchFamily="34" charset="0"/>
                <a:ea typeface="Arial" pitchFamily="34" charset="-122"/>
                <a:cs typeface="Arial" pitchFamily="34" charset="-120"/>
              </a:rPr>
              <a:t>Introductie</a:t>
            </a:r>
            <a:endParaRPr lang="en-US" sz="1600"/>
          </a:p>
        </p:txBody>
      </p:sp>
      <p:sp>
        <p:nvSpPr>
          <p:cNvPr id="11" name="Shape 9"/>
          <p:cNvSpPr/>
          <p:nvPr/>
        </p:nvSpPr>
        <p:spPr>
          <a:xfrm>
            <a:off x="502920" y="2203704"/>
            <a:ext cx="11183112" cy="777240"/>
          </a:xfrm>
          <a:prstGeom prst="roundRect">
            <a:avLst>
              <a:gd name="adj" fmla="val 8235"/>
            </a:avLst>
          </a:prstGeom>
          <a:solidFill>
            <a:srgbClr val="F5F8FA"/>
          </a:solidFill>
          <a:ln/>
        </p:spPr>
      </p:sp>
      <p:sp>
        <p:nvSpPr>
          <p:cNvPr id="12" name="Shape 10"/>
          <p:cNvSpPr/>
          <p:nvPr/>
        </p:nvSpPr>
        <p:spPr>
          <a:xfrm>
            <a:off x="502920" y="2203704"/>
            <a:ext cx="82296" cy="777240"/>
          </a:xfrm>
          <a:prstGeom prst="rect">
            <a:avLst/>
          </a:prstGeom>
          <a:solidFill>
            <a:srgbClr val="E76734"/>
          </a:solidFill>
          <a:ln/>
        </p:spPr>
      </p:sp>
      <p:sp>
        <p:nvSpPr>
          <p:cNvPr id="13" name="Shape 11"/>
          <p:cNvSpPr/>
          <p:nvPr/>
        </p:nvSpPr>
        <p:spPr>
          <a:xfrm>
            <a:off x="777240" y="2363724"/>
            <a:ext cx="457200" cy="457200"/>
          </a:xfrm>
          <a:prstGeom prst="ellipse">
            <a:avLst/>
          </a:prstGeom>
          <a:solidFill>
            <a:srgbClr val="E76734"/>
          </a:solidFill>
          <a:ln/>
        </p:spPr>
      </p:sp>
      <p:sp>
        <p:nvSpPr>
          <p:cNvPr id="14" name="Text 12"/>
          <p:cNvSpPr/>
          <p:nvPr/>
        </p:nvSpPr>
        <p:spPr>
          <a:xfrm>
            <a:off x="777240" y="2363724"/>
            <a:ext cx="457200" cy="457200"/>
          </a:xfrm>
          <a:prstGeom prst="rect">
            <a:avLst/>
          </a:prstGeom>
          <a:noFill/>
          <a:ln/>
        </p:spPr>
        <p:txBody>
          <a:bodyPr wrap="square" rtlCol="0" anchor="ctr"/>
          <a:lstStyle/>
          <a:p>
            <a:pPr marL="0" indent="0" algn="ctr">
              <a:buNone/>
            </a:pPr>
            <a:r>
              <a:rPr lang="en-US" sz="1300" b="1">
                <a:solidFill>
                  <a:srgbClr val="FFFFFF"/>
                </a:solidFill>
                <a:latin typeface="Helvetica" pitchFamily="34" charset="0"/>
                <a:ea typeface="Helvetica" pitchFamily="34" charset="-122"/>
                <a:cs typeface="Helvetica" pitchFamily="34" charset="-120"/>
              </a:rPr>
              <a:t>02</a:t>
            </a:r>
            <a:endParaRPr lang="en-US" sz="1300"/>
          </a:p>
        </p:txBody>
      </p:sp>
      <p:sp>
        <p:nvSpPr>
          <p:cNvPr id="15" name="Text 13"/>
          <p:cNvSpPr/>
          <p:nvPr/>
        </p:nvSpPr>
        <p:spPr>
          <a:xfrm>
            <a:off x="1508760" y="2203704"/>
            <a:ext cx="9144000" cy="777240"/>
          </a:xfrm>
          <a:prstGeom prst="rect">
            <a:avLst/>
          </a:prstGeom>
          <a:noFill/>
          <a:ln/>
        </p:spPr>
        <p:txBody>
          <a:bodyPr wrap="square" rtlCol="0" anchor="ctr"/>
          <a:lstStyle/>
          <a:p>
            <a:pPr marL="0" indent="0">
              <a:buNone/>
            </a:pPr>
            <a:r>
              <a:rPr lang="en-US" sz="1600" b="1">
                <a:solidFill>
                  <a:srgbClr val="003362"/>
                </a:solidFill>
                <a:latin typeface="Arial" pitchFamily="34" charset="0"/>
                <a:ea typeface="Arial" pitchFamily="34" charset="-122"/>
                <a:cs typeface="Arial" pitchFamily="34" charset="-120"/>
              </a:rPr>
              <a:t>Context &amp; Doelen</a:t>
            </a:r>
            <a:endParaRPr lang="en-US" sz="1600"/>
          </a:p>
        </p:txBody>
      </p:sp>
      <p:sp>
        <p:nvSpPr>
          <p:cNvPr id="16" name="Shape 14"/>
          <p:cNvSpPr/>
          <p:nvPr/>
        </p:nvSpPr>
        <p:spPr>
          <a:xfrm>
            <a:off x="502920" y="3127248"/>
            <a:ext cx="11183112" cy="777240"/>
          </a:xfrm>
          <a:prstGeom prst="roundRect">
            <a:avLst>
              <a:gd name="adj" fmla="val 8235"/>
            </a:avLst>
          </a:prstGeom>
          <a:solidFill>
            <a:srgbClr val="F5F8FA"/>
          </a:solidFill>
          <a:ln/>
        </p:spPr>
      </p:sp>
      <p:sp>
        <p:nvSpPr>
          <p:cNvPr id="17" name="Shape 15"/>
          <p:cNvSpPr/>
          <p:nvPr/>
        </p:nvSpPr>
        <p:spPr>
          <a:xfrm>
            <a:off x="502920" y="3127248"/>
            <a:ext cx="82296" cy="777240"/>
          </a:xfrm>
          <a:prstGeom prst="rect">
            <a:avLst/>
          </a:prstGeom>
          <a:solidFill>
            <a:srgbClr val="89CDF2"/>
          </a:solidFill>
          <a:ln/>
        </p:spPr>
      </p:sp>
      <p:sp>
        <p:nvSpPr>
          <p:cNvPr id="18" name="Shape 16"/>
          <p:cNvSpPr/>
          <p:nvPr/>
        </p:nvSpPr>
        <p:spPr>
          <a:xfrm>
            <a:off x="777240" y="3287268"/>
            <a:ext cx="457200" cy="457200"/>
          </a:xfrm>
          <a:prstGeom prst="ellipse">
            <a:avLst/>
          </a:prstGeom>
          <a:solidFill>
            <a:srgbClr val="89CDF2"/>
          </a:solidFill>
          <a:ln/>
        </p:spPr>
      </p:sp>
      <p:sp>
        <p:nvSpPr>
          <p:cNvPr id="19" name="Text 17"/>
          <p:cNvSpPr/>
          <p:nvPr/>
        </p:nvSpPr>
        <p:spPr>
          <a:xfrm>
            <a:off x="777240" y="3287268"/>
            <a:ext cx="457200" cy="457200"/>
          </a:xfrm>
          <a:prstGeom prst="rect">
            <a:avLst/>
          </a:prstGeom>
          <a:noFill/>
          <a:ln/>
        </p:spPr>
        <p:txBody>
          <a:bodyPr wrap="square" rtlCol="0" anchor="ctr"/>
          <a:lstStyle/>
          <a:p>
            <a:pPr marL="0" indent="0" algn="ctr">
              <a:buNone/>
            </a:pPr>
            <a:r>
              <a:rPr lang="en-US" sz="1300" b="1">
                <a:solidFill>
                  <a:srgbClr val="003362"/>
                </a:solidFill>
                <a:latin typeface="Helvetica" pitchFamily="34" charset="0"/>
                <a:ea typeface="Helvetica" pitchFamily="34" charset="-122"/>
                <a:cs typeface="Helvetica" pitchFamily="34" charset="-120"/>
              </a:rPr>
              <a:t>03</a:t>
            </a:r>
            <a:endParaRPr lang="en-US" sz="1300"/>
          </a:p>
        </p:txBody>
      </p:sp>
      <p:sp>
        <p:nvSpPr>
          <p:cNvPr id="20" name="Text 18"/>
          <p:cNvSpPr/>
          <p:nvPr/>
        </p:nvSpPr>
        <p:spPr>
          <a:xfrm>
            <a:off x="1508760" y="3127248"/>
            <a:ext cx="9144000" cy="777240"/>
          </a:xfrm>
          <a:prstGeom prst="rect">
            <a:avLst/>
          </a:prstGeom>
          <a:noFill/>
          <a:ln/>
        </p:spPr>
        <p:txBody>
          <a:bodyPr wrap="square" rtlCol="0" anchor="ctr"/>
          <a:lstStyle/>
          <a:p>
            <a:pPr marL="0" indent="0">
              <a:buNone/>
            </a:pPr>
            <a:r>
              <a:rPr lang="en-US" sz="1600" b="1">
                <a:solidFill>
                  <a:srgbClr val="003362"/>
                </a:solidFill>
                <a:latin typeface="Arial" pitchFamily="34" charset="0"/>
                <a:ea typeface="Arial" pitchFamily="34" charset="-122"/>
                <a:cs typeface="Arial" pitchFamily="34" charset="-120"/>
              </a:rPr>
              <a:t>Werkwijze</a:t>
            </a:r>
            <a:endParaRPr lang="en-US" sz="1600"/>
          </a:p>
        </p:txBody>
      </p:sp>
      <p:sp>
        <p:nvSpPr>
          <p:cNvPr id="21" name="Shape 19"/>
          <p:cNvSpPr/>
          <p:nvPr/>
        </p:nvSpPr>
        <p:spPr>
          <a:xfrm>
            <a:off x="502920" y="4050792"/>
            <a:ext cx="11183112" cy="777240"/>
          </a:xfrm>
          <a:prstGeom prst="roundRect">
            <a:avLst>
              <a:gd name="adj" fmla="val 8235"/>
            </a:avLst>
          </a:prstGeom>
          <a:solidFill>
            <a:srgbClr val="F5F8FA"/>
          </a:solidFill>
          <a:ln/>
        </p:spPr>
      </p:sp>
      <p:sp>
        <p:nvSpPr>
          <p:cNvPr id="22" name="Shape 20"/>
          <p:cNvSpPr/>
          <p:nvPr/>
        </p:nvSpPr>
        <p:spPr>
          <a:xfrm>
            <a:off x="502920" y="4050792"/>
            <a:ext cx="82296" cy="777240"/>
          </a:xfrm>
          <a:prstGeom prst="rect">
            <a:avLst/>
          </a:prstGeom>
          <a:solidFill>
            <a:srgbClr val="003362"/>
          </a:solidFill>
          <a:ln/>
        </p:spPr>
      </p:sp>
      <p:sp>
        <p:nvSpPr>
          <p:cNvPr id="23" name="Shape 21"/>
          <p:cNvSpPr/>
          <p:nvPr/>
        </p:nvSpPr>
        <p:spPr>
          <a:xfrm>
            <a:off x="777240" y="4210812"/>
            <a:ext cx="457200" cy="457200"/>
          </a:xfrm>
          <a:prstGeom prst="ellipse">
            <a:avLst/>
          </a:prstGeom>
          <a:solidFill>
            <a:srgbClr val="003362"/>
          </a:solidFill>
          <a:ln/>
        </p:spPr>
      </p:sp>
      <p:sp>
        <p:nvSpPr>
          <p:cNvPr id="24" name="Text 22"/>
          <p:cNvSpPr/>
          <p:nvPr/>
        </p:nvSpPr>
        <p:spPr>
          <a:xfrm>
            <a:off x="777240" y="4210812"/>
            <a:ext cx="457200" cy="457200"/>
          </a:xfrm>
          <a:prstGeom prst="rect">
            <a:avLst/>
          </a:prstGeom>
          <a:noFill/>
          <a:ln/>
        </p:spPr>
        <p:txBody>
          <a:bodyPr wrap="square" rtlCol="0" anchor="ctr"/>
          <a:lstStyle/>
          <a:p>
            <a:pPr marL="0" indent="0" algn="ctr">
              <a:buNone/>
            </a:pPr>
            <a:r>
              <a:rPr lang="en-US" sz="1300" b="1">
                <a:solidFill>
                  <a:srgbClr val="FFFFFF"/>
                </a:solidFill>
                <a:latin typeface="Helvetica" pitchFamily="34" charset="0"/>
                <a:ea typeface="Helvetica" pitchFamily="34" charset="-122"/>
                <a:cs typeface="Helvetica" pitchFamily="34" charset="-120"/>
              </a:rPr>
              <a:t>04</a:t>
            </a:r>
            <a:endParaRPr lang="en-US" sz="1300"/>
          </a:p>
        </p:txBody>
      </p:sp>
      <p:sp>
        <p:nvSpPr>
          <p:cNvPr id="25" name="Text 23"/>
          <p:cNvSpPr/>
          <p:nvPr/>
        </p:nvSpPr>
        <p:spPr>
          <a:xfrm>
            <a:off x="1508760" y="4050792"/>
            <a:ext cx="9144000" cy="777240"/>
          </a:xfrm>
          <a:prstGeom prst="rect">
            <a:avLst/>
          </a:prstGeom>
          <a:noFill/>
          <a:ln/>
        </p:spPr>
        <p:txBody>
          <a:bodyPr wrap="square" rtlCol="0" anchor="ctr"/>
          <a:lstStyle/>
          <a:p>
            <a:pPr marL="0" indent="0">
              <a:buNone/>
            </a:pPr>
            <a:r>
              <a:rPr lang="en-US" sz="1600" b="1">
                <a:solidFill>
                  <a:srgbClr val="003362"/>
                </a:solidFill>
                <a:latin typeface="Arial" pitchFamily="34" charset="0"/>
                <a:ea typeface="Arial" pitchFamily="34" charset="-122"/>
                <a:cs typeface="Arial" pitchFamily="34" charset="-120"/>
              </a:rPr>
              <a:t>Vervolgstappen</a:t>
            </a:r>
            <a:endParaRPr lang="en-US" sz="16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3362"/>
        </a:solidFill>
        <a:effectLst/>
      </p:bgPr>
    </p:bg>
    <p:spTree>
      <p:nvGrpSpPr>
        <p:cNvPr id="1" name=""/>
        <p:cNvGrpSpPr/>
        <p:nvPr/>
      </p:nvGrpSpPr>
      <p:grpSpPr>
        <a:xfrm>
          <a:off x="0" y="0"/>
          <a:ext cx="0" cy="0"/>
          <a:chOff x="0" y="0"/>
          <a:chExt cx="0" cy="0"/>
        </a:xfrm>
      </p:grpSpPr>
      <p:sp>
        <p:nvSpPr>
          <p:cNvPr id="2" name="Shape 0"/>
          <p:cNvSpPr/>
          <p:nvPr/>
        </p:nvSpPr>
        <p:spPr>
          <a:xfrm>
            <a:off x="9692640" y="2377440"/>
            <a:ext cx="3108960" cy="3108960"/>
          </a:xfrm>
          <a:prstGeom prst="diamond">
            <a:avLst/>
          </a:prstGeom>
          <a:ln w="38100">
            <a:solidFill>
              <a:srgbClr val="1F5488"/>
            </a:solidFill>
            <a:prstDash val="solid"/>
          </a:ln>
        </p:spPr>
        <p:txBody>
          <a:bodyPr/>
          <a:lstStyle/>
          <a:p>
            <a:endParaRPr lang="nl-NL"/>
          </a:p>
        </p:txBody>
      </p:sp>
      <p:sp>
        <p:nvSpPr>
          <p:cNvPr id="3" name="Text 1"/>
          <p:cNvSpPr/>
          <p:nvPr/>
        </p:nvSpPr>
        <p:spPr>
          <a:xfrm>
            <a:off x="822960" y="685800"/>
            <a:ext cx="7315200" cy="320040"/>
          </a:xfrm>
          <a:prstGeom prst="rect">
            <a:avLst/>
          </a:prstGeom>
          <a:noFill/>
          <a:ln/>
        </p:spPr>
        <p:txBody>
          <a:bodyPr wrap="square" rtlCol="0" anchor="ctr"/>
          <a:lstStyle/>
          <a:p>
            <a:pPr marL="0" indent="0">
              <a:buNone/>
            </a:pPr>
            <a:r>
              <a:rPr lang="en-US" sz="1200" b="1" kern="0" spc="200">
                <a:solidFill>
                  <a:srgbClr val="E76734"/>
                </a:solidFill>
                <a:latin typeface="Arial" pitchFamily="34" charset="0"/>
                <a:ea typeface="Arial" pitchFamily="34" charset="-122"/>
                <a:cs typeface="Arial" pitchFamily="34" charset="-120"/>
              </a:rPr>
              <a:t>HOOFDSTUK 01 VAN 04</a:t>
            </a:r>
            <a:endParaRPr lang="en-US" sz="1200"/>
          </a:p>
        </p:txBody>
      </p:sp>
      <p:sp>
        <p:nvSpPr>
          <p:cNvPr id="4" name="Text 2"/>
          <p:cNvSpPr/>
          <p:nvPr/>
        </p:nvSpPr>
        <p:spPr>
          <a:xfrm>
            <a:off x="822960" y="1417320"/>
            <a:ext cx="2743200" cy="1371600"/>
          </a:xfrm>
          <a:prstGeom prst="rect">
            <a:avLst/>
          </a:prstGeom>
          <a:noFill/>
          <a:ln/>
        </p:spPr>
        <p:txBody>
          <a:bodyPr wrap="square" rtlCol="0" anchor="ctr"/>
          <a:lstStyle/>
          <a:p>
            <a:pPr marL="0" indent="0">
              <a:buNone/>
            </a:pPr>
            <a:r>
              <a:rPr lang="en-US" sz="6600" b="1">
                <a:solidFill>
                  <a:srgbClr val="2E6592"/>
                </a:solidFill>
                <a:latin typeface="Helvetica" pitchFamily="34" charset="0"/>
                <a:ea typeface="Helvetica" pitchFamily="34" charset="-122"/>
                <a:cs typeface="Helvetica" pitchFamily="34" charset="-120"/>
              </a:rPr>
              <a:t>01</a:t>
            </a:r>
            <a:endParaRPr lang="en-US" sz="6600"/>
          </a:p>
        </p:txBody>
      </p:sp>
      <p:sp>
        <p:nvSpPr>
          <p:cNvPr id="5" name="Text 3"/>
          <p:cNvSpPr/>
          <p:nvPr/>
        </p:nvSpPr>
        <p:spPr>
          <a:xfrm>
            <a:off x="822960" y="2514600"/>
            <a:ext cx="9144000" cy="914400"/>
          </a:xfrm>
          <a:prstGeom prst="rect">
            <a:avLst/>
          </a:prstGeom>
          <a:noFill/>
          <a:ln/>
        </p:spPr>
        <p:txBody>
          <a:bodyPr wrap="square" rtlCol="0" anchor="ctr"/>
          <a:lstStyle/>
          <a:p>
            <a:pPr marL="0" indent="0">
              <a:buNone/>
            </a:pPr>
            <a:r>
              <a:rPr lang="en-US" sz="3200" b="1">
                <a:solidFill>
                  <a:srgbClr val="FFFFFF"/>
                </a:solidFill>
                <a:latin typeface="Helvetica" pitchFamily="34" charset="0"/>
                <a:ea typeface="Helvetica" pitchFamily="34" charset="-122"/>
                <a:cs typeface="Helvetica" pitchFamily="34" charset="-120"/>
              </a:rPr>
              <a:t>Introductie</a:t>
            </a:r>
            <a:endParaRPr lang="en-US" sz="3200"/>
          </a:p>
        </p:txBody>
      </p:sp>
      <p:sp>
        <p:nvSpPr>
          <p:cNvPr id="6" name="Shape 4"/>
          <p:cNvSpPr/>
          <p:nvPr/>
        </p:nvSpPr>
        <p:spPr>
          <a:xfrm>
            <a:off x="822960" y="3310128"/>
            <a:ext cx="1463040" cy="41148"/>
          </a:xfrm>
          <a:prstGeom prst="rect">
            <a:avLst/>
          </a:prstGeom>
          <a:solidFill>
            <a:srgbClr val="E76734"/>
          </a:solidFill>
          <a:ln/>
        </p:spPr>
        <p:txBody>
          <a:bodyPr/>
          <a:lstStyle/>
          <a:p>
            <a:endParaRPr lang="nl-NL"/>
          </a:p>
        </p:txBody>
      </p:sp>
      <p:sp>
        <p:nvSpPr>
          <p:cNvPr id="7" name="Text 5"/>
          <p:cNvSpPr/>
          <p:nvPr/>
        </p:nvSpPr>
        <p:spPr>
          <a:xfrm>
            <a:off x="822960" y="3474720"/>
            <a:ext cx="8503920" cy="640080"/>
          </a:xfrm>
          <a:prstGeom prst="rect">
            <a:avLst/>
          </a:prstGeom>
          <a:noFill/>
          <a:ln/>
        </p:spPr>
        <p:txBody>
          <a:bodyPr wrap="square" lIns="91440" tIns="45720" rIns="91440" bIns="45720" rtlCol="0" anchor="ctr"/>
          <a:lstStyle/>
          <a:p>
            <a:pPr>
              <a:lnSpc>
                <a:spcPts val="1800"/>
              </a:lnSpc>
            </a:pPr>
            <a:r>
              <a:rPr lang="en-US" sz="1400" i="1" dirty="0">
                <a:solidFill>
                  <a:srgbClr val="89CDF2"/>
                </a:solidFill>
                <a:latin typeface="Arial"/>
                <a:ea typeface="Arial" pitchFamily="34" charset="-122"/>
                <a:cs typeface="Arial"/>
              </a:rPr>
              <a:t>Met </a:t>
            </a:r>
            <a:r>
              <a:rPr lang="en-US" sz="1400" i="1" dirty="0" err="1">
                <a:solidFill>
                  <a:srgbClr val="89CDF2"/>
                </a:solidFill>
                <a:latin typeface="Arial"/>
                <a:ea typeface="Arial" pitchFamily="34" charset="-122"/>
                <a:cs typeface="Arial"/>
              </a:rPr>
              <a:t>wie</a:t>
            </a:r>
            <a:r>
              <a:rPr lang="en-US" sz="1400" i="1" dirty="0">
                <a:solidFill>
                  <a:srgbClr val="89CDF2"/>
                </a:solidFill>
                <a:latin typeface="Arial"/>
                <a:ea typeface="Arial" pitchFamily="34" charset="-122"/>
                <a:cs typeface="Arial"/>
              </a:rPr>
              <a:t> </a:t>
            </a:r>
            <a:r>
              <a:rPr lang="en-US" sz="1400" i="1" dirty="0" err="1">
                <a:solidFill>
                  <a:srgbClr val="89CDF2"/>
                </a:solidFill>
                <a:latin typeface="Arial"/>
                <a:ea typeface="Arial" pitchFamily="34" charset="-122"/>
                <a:cs typeface="Arial"/>
              </a:rPr>
              <a:t>zijn</a:t>
            </a:r>
            <a:r>
              <a:rPr lang="en-US" sz="1400" i="1" dirty="0">
                <a:solidFill>
                  <a:srgbClr val="89CDF2"/>
                </a:solidFill>
                <a:latin typeface="Arial"/>
                <a:ea typeface="Arial" pitchFamily="34" charset="-122"/>
                <a:cs typeface="Arial"/>
              </a:rPr>
              <a:t> we </a:t>
            </a:r>
            <a:r>
              <a:rPr lang="en-US" sz="1400" i="1" dirty="0" err="1">
                <a:solidFill>
                  <a:srgbClr val="89CDF2"/>
                </a:solidFill>
                <a:latin typeface="Arial"/>
                <a:ea typeface="Arial" pitchFamily="34" charset="-122"/>
                <a:cs typeface="Arial"/>
              </a:rPr>
              <a:t>vandaag</a:t>
            </a:r>
            <a:r>
              <a:rPr lang="en-US" sz="1400" i="1" dirty="0">
                <a:solidFill>
                  <a:srgbClr val="89CDF2"/>
                </a:solidFill>
                <a:latin typeface="Arial"/>
                <a:ea typeface="Arial" pitchFamily="34" charset="-122"/>
                <a:cs typeface="Arial"/>
              </a:rPr>
              <a:t>, </a:t>
            </a:r>
            <a:r>
              <a:rPr lang="en-US" sz="1400" i="1" dirty="0" err="1">
                <a:solidFill>
                  <a:srgbClr val="89CDF2"/>
                </a:solidFill>
                <a:latin typeface="Arial"/>
                <a:ea typeface="Arial" pitchFamily="34" charset="-122"/>
                <a:cs typeface="Arial"/>
              </a:rPr>
              <a:t>en</a:t>
            </a:r>
            <a:r>
              <a:rPr lang="en-US" sz="1400" i="1" dirty="0">
                <a:solidFill>
                  <a:srgbClr val="89CDF2"/>
                </a:solidFill>
                <a:latin typeface="Arial"/>
                <a:ea typeface="Arial" pitchFamily="34" charset="-122"/>
                <a:cs typeface="Arial"/>
              </a:rPr>
              <a:t> wat </a:t>
            </a:r>
            <a:r>
              <a:rPr lang="en-US" sz="1400" i="1" dirty="0" err="1">
                <a:solidFill>
                  <a:srgbClr val="89CDF2"/>
                </a:solidFill>
                <a:latin typeface="Arial"/>
                <a:ea typeface="Arial" pitchFamily="34" charset="-122"/>
                <a:cs typeface="Arial"/>
              </a:rPr>
              <a:t>willen</a:t>
            </a:r>
            <a:r>
              <a:rPr lang="en-US" sz="1400" i="1" dirty="0">
                <a:solidFill>
                  <a:srgbClr val="89CDF2"/>
                </a:solidFill>
                <a:latin typeface="Arial"/>
                <a:ea typeface="Arial" pitchFamily="34" charset="-122"/>
                <a:cs typeface="Arial"/>
              </a:rPr>
              <a:t> we met </a:t>
            </a:r>
            <a:r>
              <a:rPr lang="en-US" sz="1400" i="1" dirty="0" err="1">
                <a:solidFill>
                  <a:srgbClr val="89CDF2"/>
                </a:solidFill>
                <a:latin typeface="Arial"/>
                <a:ea typeface="Arial" pitchFamily="34" charset="-122"/>
                <a:cs typeface="Arial"/>
              </a:rPr>
              <a:t>elkaar</a:t>
            </a:r>
            <a:r>
              <a:rPr lang="en-US" sz="1400" i="1" dirty="0">
                <a:solidFill>
                  <a:srgbClr val="89CDF2"/>
                </a:solidFill>
                <a:latin typeface="Arial"/>
                <a:ea typeface="Arial" pitchFamily="34" charset="-122"/>
                <a:cs typeface="Arial"/>
              </a:rPr>
              <a:t> </a:t>
            </a:r>
            <a:r>
              <a:rPr lang="en-US" sz="1400" i="1" dirty="0" err="1">
                <a:solidFill>
                  <a:srgbClr val="89CDF2"/>
                </a:solidFill>
                <a:latin typeface="Arial"/>
                <a:ea typeface="Arial" pitchFamily="34" charset="-122"/>
                <a:cs typeface="Arial"/>
              </a:rPr>
              <a:t>bereiken</a:t>
            </a:r>
            <a:r>
              <a:rPr lang="en-US" sz="1400" i="1" dirty="0">
                <a:solidFill>
                  <a:srgbClr val="89CDF2"/>
                </a:solidFill>
                <a:latin typeface="Arial"/>
                <a:ea typeface="Arial" pitchFamily="34" charset="-122"/>
                <a:cs typeface="Arial"/>
              </a:rPr>
              <a:t>?</a:t>
            </a:r>
            <a:endParaRPr lang="en-US" sz="1400" dirty="0">
              <a:latin typeface="Arial"/>
              <a:cs typeface="Arial"/>
            </a:endParaRPr>
          </a:p>
        </p:txBody>
      </p:sp>
      <p:sp>
        <p:nvSpPr>
          <p:cNvPr id="8" name="Shape 6"/>
          <p:cNvSpPr/>
          <p:nvPr/>
        </p:nvSpPr>
        <p:spPr>
          <a:xfrm>
            <a:off x="950976" y="5687568"/>
            <a:ext cx="2500884" cy="0"/>
          </a:xfrm>
          <a:prstGeom prst="line">
            <a:avLst/>
          </a:prstGeom>
          <a:noFill/>
          <a:ln w="19050">
            <a:solidFill>
              <a:srgbClr val="1F4468"/>
            </a:solidFill>
            <a:prstDash val="solid"/>
          </a:ln>
        </p:spPr>
        <p:txBody>
          <a:bodyPr/>
          <a:lstStyle/>
          <a:p>
            <a:endParaRPr lang="nl-NL"/>
          </a:p>
        </p:txBody>
      </p:sp>
      <p:sp>
        <p:nvSpPr>
          <p:cNvPr id="9" name="Shape 7"/>
          <p:cNvSpPr/>
          <p:nvPr/>
        </p:nvSpPr>
        <p:spPr>
          <a:xfrm>
            <a:off x="822960" y="5623560"/>
            <a:ext cx="128016" cy="128016"/>
          </a:xfrm>
          <a:prstGeom prst="ellipse">
            <a:avLst/>
          </a:prstGeom>
          <a:solidFill>
            <a:srgbClr val="E76734"/>
          </a:solidFill>
          <a:ln w="19050">
            <a:solidFill>
              <a:srgbClr val="FFFFFF"/>
            </a:solidFill>
            <a:prstDash val="solid"/>
          </a:ln>
        </p:spPr>
        <p:txBody>
          <a:bodyPr/>
          <a:lstStyle/>
          <a:p>
            <a:endParaRPr lang="nl-NL"/>
          </a:p>
        </p:txBody>
      </p:sp>
      <p:sp>
        <p:nvSpPr>
          <p:cNvPr id="10" name="Text 8"/>
          <p:cNvSpPr/>
          <p:nvPr/>
        </p:nvSpPr>
        <p:spPr>
          <a:xfrm>
            <a:off x="320040" y="5824728"/>
            <a:ext cx="2628900" cy="320040"/>
          </a:xfrm>
          <a:prstGeom prst="rect">
            <a:avLst/>
          </a:prstGeom>
          <a:noFill/>
          <a:ln/>
        </p:spPr>
        <p:txBody>
          <a:bodyPr wrap="square" rtlCol="0" anchor="ctr"/>
          <a:lstStyle/>
          <a:p>
            <a:pPr marL="0" indent="0" algn="l">
              <a:buNone/>
            </a:pPr>
            <a:r>
              <a:rPr lang="en-US" sz="950" b="1">
                <a:solidFill>
                  <a:srgbClr val="FFFFFF"/>
                </a:solidFill>
                <a:latin typeface="Arial" pitchFamily="34" charset="0"/>
                <a:ea typeface="Arial" pitchFamily="34" charset="-122"/>
                <a:cs typeface="Arial" pitchFamily="34" charset="-120"/>
              </a:rPr>
              <a:t>Introductie</a:t>
            </a:r>
            <a:endParaRPr lang="en-US" sz="950"/>
          </a:p>
        </p:txBody>
      </p:sp>
      <p:sp>
        <p:nvSpPr>
          <p:cNvPr id="11" name="Shape 9"/>
          <p:cNvSpPr/>
          <p:nvPr/>
        </p:nvSpPr>
        <p:spPr>
          <a:xfrm>
            <a:off x="3579876" y="5687568"/>
            <a:ext cx="2500884" cy="0"/>
          </a:xfrm>
          <a:prstGeom prst="line">
            <a:avLst/>
          </a:prstGeom>
          <a:noFill/>
          <a:ln w="19050">
            <a:solidFill>
              <a:srgbClr val="1F4468"/>
            </a:solidFill>
            <a:prstDash val="solid"/>
          </a:ln>
        </p:spPr>
        <p:txBody>
          <a:bodyPr/>
          <a:lstStyle/>
          <a:p>
            <a:endParaRPr lang="nl-NL"/>
          </a:p>
        </p:txBody>
      </p:sp>
      <p:sp>
        <p:nvSpPr>
          <p:cNvPr id="12" name="Shape 10"/>
          <p:cNvSpPr/>
          <p:nvPr/>
        </p:nvSpPr>
        <p:spPr>
          <a:xfrm>
            <a:off x="3451860" y="5623560"/>
            <a:ext cx="128016" cy="128016"/>
          </a:xfrm>
          <a:prstGeom prst="ellipse">
            <a:avLst/>
          </a:prstGeom>
          <a:solidFill>
            <a:srgbClr val="1F4468"/>
          </a:solidFill>
          <a:ln/>
        </p:spPr>
        <p:txBody>
          <a:bodyPr/>
          <a:lstStyle/>
          <a:p>
            <a:endParaRPr lang="nl-NL"/>
          </a:p>
        </p:txBody>
      </p:sp>
      <p:sp>
        <p:nvSpPr>
          <p:cNvPr id="13" name="Text 11"/>
          <p:cNvSpPr/>
          <p:nvPr/>
        </p:nvSpPr>
        <p:spPr>
          <a:xfrm>
            <a:off x="2948940" y="5824728"/>
            <a:ext cx="2628900" cy="320040"/>
          </a:xfrm>
          <a:prstGeom prst="rect">
            <a:avLst/>
          </a:prstGeom>
          <a:noFill/>
          <a:ln/>
        </p:spPr>
        <p:txBody>
          <a:bodyPr wrap="square" rtlCol="0" anchor="ctr"/>
          <a:lstStyle/>
          <a:p>
            <a:pPr marL="0" indent="0" algn="l">
              <a:buNone/>
            </a:pPr>
            <a:r>
              <a:rPr lang="en-US" sz="950">
                <a:solidFill>
                  <a:srgbClr val="6E93B5"/>
                </a:solidFill>
                <a:latin typeface="Arial" pitchFamily="34" charset="0"/>
                <a:ea typeface="Arial" pitchFamily="34" charset="-122"/>
                <a:cs typeface="Arial" pitchFamily="34" charset="-120"/>
              </a:rPr>
              <a:t>Context &amp; Doelen</a:t>
            </a:r>
            <a:endParaRPr lang="en-US" sz="950"/>
          </a:p>
        </p:txBody>
      </p:sp>
      <p:sp>
        <p:nvSpPr>
          <p:cNvPr id="14" name="Shape 12"/>
          <p:cNvSpPr/>
          <p:nvPr/>
        </p:nvSpPr>
        <p:spPr>
          <a:xfrm>
            <a:off x="6208776" y="5687568"/>
            <a:ext cx="2500884" cy="0"/>
          </a:xfrm>
          <a:prstGeom prst="line">
            <a:avLst/>
          </a:prstGeom>
          <a:noFill/>
          <a:ln w="19050">
            <a:solidFill>
              <a:srgbClr val="1F4468"/>
            </a:solidFill>
            <a:prstDash val="solid"/>
          </a:ln>
        </p:spPr>
        <p:txBody>
          <a:bodyPr/>
          <a:lstStyle/>
          <a:p>
            <a:endParaRPr lang="nl-NL"/>
          </a:p>
        </p:txBody>
      </p:sp>
      <p:sp>
        <p:nvSpPr>
          <p:cNvPr id="15" name="Shape 13"/>
          <p:cNvSpPr/>
          <p:nvPr/>
        </p:nvSpPr>
        <p:spPr>
          <a:xfrm>
            <a:off x="6080760" y="5623560"/>
            <a:ext cx="128016" cy="128016"/>
          </a:xfrm>
          <a:prstGeom prst="ellipse">
            <a:avLst/>
          </a:prstGeom>
          <a:solidFill>
            <a:srgbClr val="1F4468"/>
          </a:solidFill>
          <a:ln/>
        </p:spPr>
        <p:txBody>
          <a:bodyPr/>
          <a:lstStyle/>
          <a:p>
            <a:endParaRPr lang="nl-NL"/>
          </a:p>
        </p:txBody>
      </p:sp>
      <p:sp>
        <p:nvSpPr>
          <p:cNvPr id="16" name="Text 14"/>
          <p:cNvSpPr/>
          <p:nvPr/>
        </p:nvSpPr>
        <p:spPr>
          <a:xfrm>
            <a:off x="5577840" y="5824728"/>
            <a:ext cx="2628900" cy="320040"/>
          </a:xfrm>
          <a:prstGeom prst="rect">
            <a:avLst/>
          </a:prstGeom>
          <a:noFill/>
          <a:ln/>
        </p:spPr>
        <p:txBody>
          <a:bodyPr wrap="square" rtlCol="0" anchor="ctr"/>
          <a:lstStyle/>
          <a:p>
            <a:pPr marL="0" indent="0" algn="l">
              <a:buNone/>
            </a:pPr>
            <a:r>
              <a:rPr lang="en-US" sz="950">
                <a:solidFill>
                  <a:srgbClr val="6E93B5"/>
                </a:solidFill>
                <a:latin typeface="Arial" pitchFamily="34" charset="0"/>
                <a:ea typeface="Arial" pitchFamily="34" charset="-122"/>
                <a:cs typeface="Arial" pitchFamily="34" charset="-120"/>
              </a:rPr>
              <a:t>Werkwijze</a:t>
            </a:r>
            <a:endParaRPr lang="en-US" sz="950"/>
          </a:p>
        </p:txBody>
      </p:sp>
      <p:sp>
        <p:nvSpPr>
          <p:cNvPr id="17" name="Shape 15"/>
          <p:cNvSpPr/>
          <p:nvPr/>
        </p:nvSpPr>
        <p:spPr>
          <a:xfrm>
            <a:off x="8709660" y="5623560"/>
            <a:ext cx="128016" cy="128016"/>
          </a:xfrm>
          <a:prstGeom prst="ellipse">
            <a:avLst/>
          </a:prstGeom>
          <a:solidFill>
            <a:srgbClr val="1F4468"/>
          </a:solidFill>
          <a:ln/>
        </p:spPr>
        <p:txBody>
          <a:bodyPr/>
          <a:lstStyle/>
          <a:p>
            <a:endParaRPr lang="nl-NL"/>
          </a:p>
        </p:txBody>
      </p:sp>
      <p:sp>
        <p:nvSpPr>
          <p:cNvPr id="18" name="Text 16"/>
          <p:cNvSpPr/>
          <p:nvPr/>
        </p:nvSpPr>
        <p:spPr>
          <a:xfrm>
            <a:off x="8206740" y="5824728"/>
            <a:ext cx="2628900" cy="320040"/>
          </a:xfrm>
          <a:prstGeom prst="rect">
            <a:avLst/>
          </a:prstGeom>
          <a:noFill/>
          <a:ln/>
        </p:spPr>
        <p:txBody>
          <a:bodyPr wrap="square" rtlCol="0" anchor="ctr"/>
          <a:lstStyle/>
          <a:p>
            <a:pPr marL="0" indent="0" algn="l">
              <a:buNone/>
            </a:pPr>
            <a:r>
              <a:rPr lang="en-US" sz="950">
                <a:solidFill>
                  <a:srgbClr val="6E93B5"/>
                </a:solidFill>
                <a:latin typeface="Arial" pitchFamily="34" charset="0"/>
                <a:ea typeface="Arial" pitchFamily="34" charset="-122"/>
                <a:cs typeface="Arial" pitchFamily="34" charset="-120"/>
              </a:rPr>
              <a:t>Vervolgstappen</a:t>
            </a:r>
            <a:endParaRPr lang="en-US" sz="95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274320"/>
            <a:ext cx="960120" cy="960120"/>
          </a:xfrm>
          <a:prstGeom prst="diamond">
            <a:avLst/>
          </a:prstGeom>
          <a:ln w="63500">
            <a:solidFill>
              <a:srgbClr val="89CDF2"/>
            </a:solidFill>
            <a:prstDash val="solid"/>
          </a:ln>
        </p:spPr>
        <p:txBody>
          <a:bodyPr/>
          <a:lstStyle/>
          <a:p>
            <a:endParaRPr lang="nl-NL"/>
          </a:p>
        </p:txBody>
      </p:sp>
      <p:sp>
        <p:nvSpPr>
          <p:cNvPr id="3" name="Text 1"/>
          <p:cNvSpPr/>
          <p:nvPr/>
        </p:nvSpPr>
        <p:spPr>
          <a:xfrm>
            <a:off x="502920" y="292608"/>
            <a:ext cx="9144000" cy="292608"/>
          </a:xfrm>
          <a:prstGeom prst="rect">
            <a:avLst/>
          </a:prstGeom>
          <a:noFill/>
          <a:ln/>
        </p:spPr>
        <p:txBody>
          <a:bodyPr wrap="square" rtlCol="0" anchor="ctr"/>
          <a:lstStyle/>
          <a:p>
            <a:pPr marL="0" indent="0">
              <a:buNone/>
            </a:pPr>
            <a:r>
              <a:rPr lang="en-US" sz="1100" b="1" kern="0" spc="150">
                <a:solidFill>
                  <a:srgbClr val="E76734"/>
                </a:solidFill>
                <a:latin typeface="Arial" pitchFamily="34" charset="0"/>
                <a:ea typeface="Arial" pitchFamily="34" charset="-122"/>
                <a:cs typeface="Arial" pitchFamily="34" charset="-120"/>
              </a:rPr>
              <a:t>INTRODUCTIE</a:t>
            </a:r>
            <a:endParaRPr lang="en-US" sz="1100"/>
          </a:p>
        </p:txBody>
      </p:sp>
      <p:sp>
        <p:nvSpPr>
          <p:cNvPr id="4" name="Text 2"/>
          <p:cNvSpPr/>
          <p:nvPr/>
        </p:nvSpPr>
        <p:spPr>
          <a:xfrm>
            <a:off x="502920" y="566928"/>
            <a:ext cx="10515600" cy="640080"/>
          </a:xfrm>
          <a:prstGeom prst="rect">
            <a:avLst/>
          </a:prstGeom>
          <a:noFill/>
          <a:ln/>
        </p:spPr>
        <p:txBody>
          <a:bodyPr wrap="square" rtlCol="0" anchor="ctr"/>
          <a:lstStyle/>
          <a:p>
            <a:pPr marL="0" indent="0">
              <a:buNone/>
            </a:pPr>
            <a:r>
              <a:rPr lang="en-US" sz="2600" b="1">
                <a:solidFill>
                  <a:srgbClr val="003362"/>
                </a:solidFill>
                <a:latin typeface="Helvetica" pitchFamily="34" charset="0"/>
                <a:ea typeface="Helvetica" pitchFamily="34" charset="-122"/>
                <a:cs typeface="Helvetica" pitchFamily="34" charset="-120"/>
              </a:rPr>
              <a:t>Even voorstellen</a:t>
            </a:r>
            <a:endParaRPr lang="en-US" sz="2600"/>
          </a:p>
        </p:txBody>
      </p:sp>
      <p:sp>
        <p:nvSpPr>
          <p:cNvPr id="5" name="Shape 3"/>
          <p:cNvSpPr/>
          <p:nvPr/>
        </p:nvSpPr>
        <p:spPr>
          <a:xfrm>
            <a:off x="0" y="6748272"/>
            <a:ext cx="12188952" cy="109728"/>
          </a:xfrm>
          <a:prstGeom prst="rect">
            <a:avLst/>
          </a:prstGeom>
          <a:solidFill>
            <a:srgbClr val="003362"/>
          </a:solidFill>
          <a:ln/>
        </p:spPr>
        <p:txBody>
          <a:bodyPr/>
          <a:lstStyle/>
          <a:p>
            <a:endParaRPr lang="nl-NL"/>
          </a:p>
        </p:txBody>
      </p:sp>
      <p:sp>
        <p:nvSpPr>
          <p:cNvPr id="6" name="Text 4"/>
          <p:cNvSpPr/>
          <p:nvPr/>
        </p:nvSpPr>
        <p:spPr>
          <a:xfrm>
            <a:off x="457200" y="6355080"/>
            <a:ext cx="5486400" cy="320040"/>
          </a:xfrm>
          <a:prstGeom prst="rect">
            <a:avLst/>
          </a:prstGeom>
          <a:noFill/>
          <a:ln/>
        </p:spPr>
        <p:txBody>
          <a:bodyPr wrap="square" rtlCol="0" anchor="ctr"/>
          <a:lstStyle/>
          <a:p>
            <a:pPr marL="0" indent="0">
              <a:buNone/>
            </a:pPr>
            <a:r>
              <a:rPr lang="en-US" sz="950" i="1">
                <a:solidFill>
                  <a:srgbClr val="6B7680"/>
                </a:solidFill>
                <a:latin typeface="Arial" pitchFamily="34" charset="0"/>
                <a:ea typeface="Arial" pitchFamily="34" charset="-122"/>
                <a:cs typeface="Arial" pitchFamily="34" charset="-120"/>
              </a:rPr>
              <a:t>Introductie</a:t>
            </a:r>
            <a:endParaRPr lang="en-US" sz="950"/>
          </a:p>
        </p:txBody>
      </p:sp>
      <p:sp>
        <p:nvSpPr>
          <p:cNvPr id="7" name="Shape 5"/>
          <p:cNvSpPr/>
          <p:nvPr/>
        </p:nvSpPr>
        <p:spPr>
          <a:xfrm>
            <a:off x="502920" y="1511131"/>
            <a:ext cx="82296" cy="82296"/>
          </a:xfrm>
          <a:prstGeom prst="rect">
            <a:avLst/>
          </a:prstGeom>
          <a:solidFill>
            <a:srgbClr val="89CDF2"/>
          </a:solidFill>
          <a:ln/>
        </p:spPr>
        <p:txBody>
          <a:bodyPr/>
          <a:lstStyle/>
          <a:p>
            <a:endParaRPr lang="nl-NL"/>
          </a:p>
        </p:txBody>
      </p:sp>
      <p:sp>
        <p:nvSpPr>
          <p:cNvPr id="8" name="Text 6"/>
          <p:cNvSpPr/>
          <p:nvPr/>
        </p:nvSpPr>
        <p:spPr>
          <a:xfrm>
            <a:off x="777240" y="1371600"/>
            <a:ext cx="10241280" cy="457200"/>
          </a:xfrm>
          <a:prstGeom prst="rect">
            <a:avLst/>
          </a:prstGeom>
          <a:noFill/>
          <a:ln/>
        </p:spPr>
        <p:txBody>
          <a:bodyPr wrap="square" rtlCol="0" anchor="t"/>
          <a:lstStyle/>
          <a:p>
            <a:pPr marL="0" indent="0">
              <a:lnSpc>
                <a:spcPts val="1800"/>
              </a:lnSpc>
              <a:buNone/>
            </a:pPr>
            <a:r>
              <a:rPr lang="en-US" sz="1400">
                <a:solidFill>
                  <a:srgbClr val="2B3033"/>
                </a:solidFill>
                <a:latin typeface="Arial" pitchFamily="34" charset="0"/>
                <a:ea typeface="Arial" pitchFamily="34" charset="-122"/>
                <a:cs typeface="Arial" pitchFamily="34" charset="-120"/>
              </a:rPr>
              <a:t>Ritense: software bedrijf gevestigd in Amsterdam Oost.</a:t>
            </a:r>
            <a:endParaRPr lang="en-US" sz="1400"/>
          </a:p>
        </p:txBody>
      </p:sp>
      <p:sp>
        <p:nvSpPr>
          <p:cNvPr id="9" name="Text 7"/>
          <p:cNvSpPr/>
          <p:nvPr/>
        </p:nvSpPr>
        <p:spPr>
          <a:xfrm>
            <a:off x="1051560" y="1901952"/>
            <a:ext cx="9966960" cy="457200"/>
          </a:xfrm>
          <a:prstGeom prst="rect">
            <a:avLst/>
          </a:prstGeom>
          <a:noFill/>
          <a:ln/>
        </p:spPr>
        <p:txBody>
          <a:bodyPr wrap="square" rtlCol="0" anchor="t"/>
          <a:lstStyle/>
          <a:p>
            <a:pPr marL="0" indent="0">
              <a:lnSpc>
                <a:spcPts val="1600"/>
              </a:lnSpc>
              <a:buNone/>
            </a:pPr>
            <a:r>
              <a:rPr lang="en-US" sz="1250" i="1">
                <a:solidFill>
                  <a:srgbClr val="6B7680"/>
                </a:solidFill>
                <a:latin typeface="Arial" pitchFamily="34" charset="0"/>
                <a:ea typeface="Arial" pitchFamily="34" charset="-122"/>
                <a:cs typeface="Arial" pitchFamily="34" charset="-120"/>
              </a:rPr>
              <a:t>Momenteel ongeveer 60 medewerkers</a:t>
            </a:r>
            <a:endParaRPr lang="en-US" sz="1250"/>
          </a:p>
        </p:txBody>
      </p:sp>
      <p:sp>
        <p:nvSpPr>
          <p:cNvPr id="10" name="Text 8"/>
          <p:cNvSpPr/>
          <p:nvPr/>
        </p:nvSpPr>
        <p:spPr>
          <a:xfrm>
            <a:off x="1051560" y="2432304"/>
            <a:ext cx="9966960" cy="457200"/>
          </a:xfrm>
          <a:prstGeom prst="rect">
            <a:avLst/>
          </a:prstGeom>
          <a:noFill/>
          <a:ln/>
        </p:spPr>
        <p:txBody>
          <a:bodyPr wrap="square" rtlCol="0" anchor="t"/>
          <a:lstStyle/>
          <a:p>
            <a:pPr marL="0" indent="0">
              <a:lnSpc>
                <a:spcPts val="1600"/>
              </a:lnSpc>
              <a:buNone/>
            </a:pPr>
            <a:r>
              <a:rPr lang="en-US" sz="1250" i="1">
                <a:solidFill>
                  <a:srgbClr val="6B7680"/>
                </a:solidFill>
                <a:latin typeface="Arial" pitchFamily="34" charset="0"/>
                <a:ea typeface="Arial" pitchFamily="34" charset="-122"/>
                <a:cs typeface="Arial" pitchFamily="34" charset="-120"/>
              </a:rPr>
              <a:t>Maintainer van Valtimo / GZAC</a:t>
            </a:r>
            <a:endParaRPr lang="en-US" sz="1250"/>
          </a:p>
        </p:txBody>
      </p:sp>
      <p:sp>
        <p:nvSpPr>
          <p:cNvPr id="11" name="Shape 9"/>
          <p:cNvSpPr/>
          <p:nvPr/>
        </p:nvSpPr>
        <p:spPr>
          <a:xfrm>
            <a:off x="502920" y="3092779"/>
            <a:ext cx="82296" cy="82296"/>
          </a:xfrm>
          <a:prstGeom prst="rect">
            <a:avLst/>
          </a:prstGeom>
          <a:solidFill>
            <a:srgbClr val="89CDF2"/>
          </a:solidFill>
          <a:ln/>
        </p:spPr>
        <p:txBody>
          <a:bodyPr/>
          <a:lstStyle/>
          <a:p>
            <a:endParaRPr lang="nl-NL"/>
          </a:p>
        </p:txBody>
      </p:sp>
      <p:sp>
        <p:nvSpPr>
          <p:cNvPr id="12" name="Text 10"/>
          <p:cNvSpPr/>
          <p:nvPr/>
        </p:nvSpPr>
        <p:spPr>
          <a:xfrm>
            <a:off x="777240" y="2962656"/>
            <a:ext cx="10241280" cy="457200"/>
          </a:xfrm>
          <a:prstGeom prst="rect">
            <a:avLst/>
          </a:prstGeom>
          <a:noFill/>
          <a:ln/>
        </p:spPr>
        <p:txBody>
          <a:bodyPr wrap="square" rtlCol="0" anchor="t"/>
          <a:lstStyle/>
          <a:p>
            <a:pPr marL="0" indent="0">
              <a:lnSpc>
                <a:spcPts val="1800"/>
              </a:lnSpc>
              <a:buNone/>
            </a:pPr>
            <a:r>
              <a:rPr lang="en-US" sz="1400">
                <a:solidFill>
                  <a:srgbClr val="2B3033"/>
                </a:solidFill>
                <a:latin typeface="Arial" pitchFamily="34" charset="0"/>
                <a:ea typeface="Arial" pitchFamily="34" charset="-122"/>
                <a:cs typeface="Arial" pitchFamily="34" charset="-120"/>
              </a:rPr>
              <a:t>Vandaag aanwezig: {Naam aanwezigen}</a:t>
            </a:r>
            <a:endParaRPr lang="en-US" sz="14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274320"/>
            <a:ext cx="960120" cy="960120"/>
          </a:xfrm>
          <a:prstGeom prst="diamond">
            <a:avLst/>
          </a:prstGeom>
          <a:ln w="63500">
            <a:solidFill>
              <a:srgbClr val="89CDF2"/>
            </a:solidFill>
            <a:prstDash val="solid"/>
          </a:ln>
        </p:spPr>
      </p:sp>
      <p:sp>
        <p:nvSpPr>
          <p:cNvPr id="3" name="Text 1"/>
          <p:cNvSpPr/>
          <p:nvPr/>
        </p:nvSpPr>
        <p:spPr>
          <a:xfrm>
            <a:off x="502920" y="292608"/>
            <a:ext cx="9144000" cy="292608"/>
          </a:xfrm>
          <a:prstGeom prst="rect">
            <a:avLst/>
          </a:prstGeom>
          <a:noFill/>
          <a:ln/>
        </p:spPr>
        <p:txBody>
          <a:bodyPr wrap="square" rtlCol="0" anchor="ctr"/>
          <a:lstStyle/>
          <a:p>
            <a:pPr marL="0" indent="0">
              <a:buNone/>
            </a:pPr>
            <a:r>
              <a:rPr lang="en-US" sz="1100" b="1" kern="0" spc="150" dirty="0">
                <a:solidFill>
                  <a:srgbClr val="E76734"/>
                </a:solidFill>
                <a:latin typeface="Arial" pitchFamily="34" charset="0"/>
                <a:ea typeface="Arial" pitchFamily="34" charset="-122"/>
                <a:cs typeface="Arial" pitchFamily="34" charset="-120"/>
              </a:rPr>
              <a:t>INTRODUCTIE</a:t>
            </a:r>
            <a:endParaRPr lang="en-US" sz="1100" dirty="0"/>
          </a:p>
        </p:txBody>
      </p:sp>
      <p:sp>
        <p:nvSpPr>
          <p:cNvPr id="4" name="Text 2"/>
          <p:cNvSpPr/>
          <p:nvPr/>
        </p:nvSpPr>
        <p:spPr>
          <a:xfrm>
            <a:off x="502920" y="566928"/>
            <a:ext cx="10515600" cy="640080"/>
          </a:xfrm>
          <a:prstGeom prst="rect">
            <a:avLst/>
          </a:prstGeom>
          <a:noFill/>
          <a:ln/>
        </p:spPr>
        <p:txBody>
          <a:bodyPr wrap="square" rtlCol="0" anchor="ctr"/>
          <a:lstStyle/>
          <a:p>
            <a:pPr marL="0" indent="0">
              <a:buNone/>
            </a:pPr>
            <a:r>
              <a:rPr lang="en-US" sz="2600" b="1" dirty="0">
                <a:solidFill>
                  <a:srgbClr val="003362"/>
                </a:solidFill>
                <a:latin typeface="Helvetica" pitchFamily="34" charset="0"/>
                <a:ea typeface="Helvetica" pitchFamily="34" charset="-122"/>
                <a:cs typeface="Helvetica" pitchFamily="34" charset="-120"/>
              </a:rPr>
              <a:t>Doelstellingen discovery</a:t>
            </a:r>
            <a:endParaRPr lang="en-US" sz="2600" dirty="0"/>
          </a:p>
        </p:txBody>
      </p:sp>
      <p:sp>
        <p:nvSpPr>
          <p:cNvPr id="5" name="Shape 3"/>
          <p:cNvSpPr/>
          <p:nvPr/>
        </p:nvSpPr>
        <p:spPr>
          <a:xfrm>
            <a:off x="0" y="6748272"/>
            <a:ext cx="12188952" cy="109728"/>
          </a:xfrm>
          <a:prstGeom prst="rect">
            <a:avLst/>
          </a:prstGeom>
          <a:solidFill>
            <a:srgbClr val="003362"/>
          </a:solidFill>
          <a:ln/>
        </p:spPr>
      </p:sp>
      <p:sp>
        <p:nvSpPr>
          <p:cNvPr id="6" name="Text 4"/>
          <p:cNvSpPr/>
          <p:nvPr/>
        </p:nvSpPr>
        <p:spPr>
          <a:xfrm>
            <a:off x="457200" y="6355080"/>
            <a:ext cx="5486400" cy="320040"/>
          </a:xfrm>
          <a:prstGeom prst="rect">
            <a:avLst/>
          </a:prstGeom>
          <a:noFill/>
          <a:ln/>
        </p:spPr>
        <p:txBody>
          <a:bodyPr wrap="square" rtlCol="0" anchor="ctr"/>
          <a:lstStyle/>
          <a:p>
            <a:pPr marL="0" indent="0">
              <a:buNone/>
            </a:pPr>
            <a:r>
              <a:rPr lang="en-US" sz="950" i="1" dirty="0">
                <a:solidFill>
                  <a:srgbClr val="6B7680"/>
                </a:solidFill>
                <a:latin typeface="Arial" pitchFamily="34" charset="0"/>
                <a:ea typeface="Arial" pitchFamily="34" charset="-122"/>
                <a:cs typeface="Arial" pitchFamily="34" charset="-120"/>
              </a:rPr>
              <a:t>Introductie</a:t>
            </a:r>
            <a:endParaRPr lang="en-US" sz="950" dirty="0"/>
          </a:p>
        </p:txBody>
      </p:sp>
      <p:sp>
        <p:nvSpPr>
          <p:cNvPr id="7" name="Shape 5"/>
          <p:cNvSpPr/>
          <p:nvPr/>
        </p:nvSpPr>
        <p:spPr>
          <a:xfrm>
            <a:off x="502920" y="1371600"/>
            <a:ext cx="11183112" cy="1051560"/>
          </a:xfrm>
          <a:prstGeom prst="roundRect">
            <a:avLst>
              <a:gd name="adj" fmla="val 7826"/>
            </a:avLst>
          </a:prstGeom>
          <a:solidFill>
            <a:srgbClr val="003362"/>
          </a:solidFill>
          <a:ln/>
        </p:spPr>
      </p:sp>
      <p:sp>
        <p:nvSpPr>
          <p:cNvPr id="8" name="Shape 6"/>
          <p:cNvSpPr/>
          <p:nvPr/>
        </p:nvSpPr>
        <p:spPr>
          <a:xfrm>
            <a:off x="502920" y="1371600"/>
            <a:ext cx="109728" cy="1051560"/>
          </a:xfrm>
          <a:prstGeom prst="rect">
            <a:avLst/>
          </a:prstGeom>
          <a:solidFill>
            <a:srgbClr val="E76734"/>
          </a:solidFill>
          <a:ln/>
        </p:spPr>
      </p:sp>
      <p:sp>
        <p:nvSpPr>
          <p:cNvPr id="9" name="Text 7"/>
          <p:cNvSpPr/>
          <p:nvPr/>
        </p:nvSpPr>
        <p:spPr>
          <a:xfrm>
            <a:off x="868680" y="1517904"/>
            <a:ext cx="2743200" cy="274320"/>
          </a:xfrm>
          <a:prstGeom prst="rect">
            <a:avLst/>
          </a:prstGeom>
          <a:noFill/>
          <a:ln/>
        </p:spPr>
        <p:txBody>
          <a:bodyPr wrap="square" rtlCol="0" anchor="ctr"/>
          <a:lstStyle/>
          <a:p>
            <a:pPr marL="0" indent="0">
              <a:buNone/>
            </a:pPr>
            <a:r>
              <a:rPr lang="en-US" sz="1050" b="1" kern="0" spc="150" dirty="0">
                <a:solidFill>
                  <a:srgbClr val="89CDF2"/>
                </a:solidFill>
                <a:latin typeface="Arial" pitchFamily="34" charset="0"/>
                <a:ea typeface="Arial" pitchFamily="34" charset="-122"/>
                <a:cs typeface="Arial" pitchFamily="34" charset="-120"/>
              </a:rPr>
              <a:t>HET DOEL</a:t>
            </a:r>
            <a:endParaRPr lang="en-US" sz="1050" dirty="0"/>
          </a:p>
        </p:txBody>
      </p:sp>
      <p:sp>
        <p:nvSpPr>
          <p:cNvPr id="10" name="Text 8"/>
          <p:cNvSpPr/>
          <p:nvPr/>
        </p:nvSpPr>
        <p:spPr>
          <a:xfrm>
            <a:off x="868680" y="1737360"/>
            <a:ext cx="3291840" cy="548640"/>
          </a:xfrm>
          <a:prstGeom prst="rect">
            <a:avLst/>
          </a:prstGeom>
          <a:noFill/>
          <a:ln/>
        </p:spPr>
        <p:txBody>
          <a:bodyPr wrap="square" rtlCol="0" anchor="ctr"/>
          <a:lstStyle/>
          <a:p>
            <a:pPr marL="0" indent="0">
              <a:buNone/>
            </a:pPr>
            <a:r>
              <a:rPr lang="en-US" sz="2100" b="1" dirty="0">
                <a:solidFill>
                  <a:srgbClr val="FFFFFF"/>
                </a:solidFill>
                <a:latin typeface="Helvetica" pitchFamily="34" charset="0"/>
                <a:ea typeface="Helvetica" pitchFamily="34" charset="-122"/>
                <a:cs typeface="Helvetica" pitchFamily="34" charset="-120"/>
              </a:rPr>
              <a:t>Wederzijds begrip</a:t>
            </a:r>
            <a:endParaRPr lang="en-US" sz="2100" dirty="0"/>
          </a:p>
        </p:txBody>
      </p:sp>
      <p:sp>
        <p:nvSpPr>
          <p:cNvPr id="11" name="Text 9"/>
          <p:cNvSpPr/>
          <p:nvPr/>
        </p:nvSpPr>
        <p:spPr>
          <a:xfrm>
            <a:off x="4297680" y="1371600"/>
            <a:ext cx="7178040" cy="1051560"/>
          </a:xfrm>
          <a:prstGeom prst="rect">
            <a:avLst/>
          </a:prstGeom>
          <a:noFill/>
          <a:ln/>
        </p:spPr>
        <p:txBody>
          <a:bodyPr wrap="square" rtlCol="0" anchor="ctr"/>
          <a:lstStyle/>
          <a:p>
            <a:pPr marL="0" indent="0">
              <a:lnSpc>
                <a:spcPts val="1600"/>
              </a:lnSpc>
              <a:buNone/>
            </a:pPr>
            <a:r>
              <a:rPr lang="en-US" sz="1250" i="1" dirty="0">
                <a:solidFill>
                  <a:srgbClr val="D7E6F0"/>
                </a:solidFill>
                <a:latin typeface="Arial" pitchFamily="34" charset="0"/>
                <a:ea typeface="Arial" pitchFamily="34" charset="-122"/>
                <a:cs typeface="Arial" pitchFamily="34" charset="-120"/>
              </a:rPr>
              <a:t>Ritense begrijpt wat {klantnaam} nodig heeft, en {klantnaam} begrijpt wat Ritense kan bieden — zodat we samen tot de beste oplossing komen.</a:t>
            </a:r>
            <a:endParaRPr lang="en-US" sz="1250" dirty="0"/>
          </a:p>
        </p:txBody>
      </p:sp>
      <p:sp>
        <p:nvSpPr>
          <p:cNvPr id="12" name="Text 10"/>
          <p:cNvSpPr/>
          <p:nvPr/>
        </p:nvSpPr>
        <p:spPr>
          <a:xfrm>
            <a:off x="502920" y="2532888"/>
            <a:ext cx="3657600" cy="274320"/>
          </a:xfrm>
          <a:prstGeom prst="rect">
            <a:avLst/>
          </a:prstGeom>
          <a:noFill/>
          <a:ln/>
        </p:spPr>
        <p:txBody>
          <a:bodyPr wrap="square" rtlCol="0" anchor="ctr"/>
          <a:lstStyle/>
          <a:p>
            <a:pPr marL="0" indent="0">
              <a:buNone/>
            </a:pPr>
            <a:r>
              <a:rPr lang="en-US" sz="1000" b="1" kern="0" spc="100" dirty="0">
                <a:solidFill>
                  <a:srgbClr val="6B7680"/>
                </a:solidFill>
                <a:latin typeface="Arial" pitchFamily="34" charset="0"/>
                <a:ea typeface="Arial" pitchFamily="34" charset="-122"/>
                <a:cs typeface="Arial" pitchFamily="34" charset="-120"/>
              </a:rPr>
              <a:t>DIT BEREIKEN WE DOOR:</a:t>
            </a:r>
            <a:endParaRPr lang="en-US" sz="1000" dirty="0"/>
          </a:p>
        </p:txBody>
      </p:sp>
      <p:sp>
        <p:nvSpPr>
          <p:cNvPr id="13" name="Shape 11"/>
          <p:cNvSpPr/>
          <p:nvPr/>
        </p:nvSpPr>
        <p:spPr>
          <a:xfrm>
            <a:off x="2174748" y="2889504"/>
            <a:ext cx="201168" cy="256032"/>
          </a:xfrm>
          <a:prstGeom prst="upArrow">
            <a:avLst/>
          </a:prstGeom>
          <a:solidFill>
            <a:srgbClr val="C7D2D6"/>
          </a:solidFill>
          <a:ln/>
        </p:spPr>
      </p:sp>
      <p:sp>
        <p:nvSpPr>
          <p:cNvPr id="14" name="Shape 12"/>
          <p:cNvSpPr/>
          <p:nvPr/>
        </p:nvSpPr>
        <p:spPr>
          <a:xfrm>
            <a:off x="502920" y="3172968"/>
            <a:ext cx="3544824" cy="2331720"/>
          </a:xfrm>
          <a:prstGeom prst="roundRect">
            <a:avLst>
              <a:gd name="adj" fmla="val 3529"/>
            </a:avLst>
          </a:prstGeom>
          <a:solidFill>
            <a:srgbClr val="F5F8FA"/>
          </a:solidFill>
          <a:ln/>
        </p:spPr>
      </p:sp>
      <p:sp>
        <p:nvSpPr>
          <p:cNvPr id="15" name="Shape 13"/>
          <p:cNvSpPr/>
          <p:nvPr/>
        </p:nvSpPr>
        <p:spPr>
          <a:xfrm>
            <a:off x="502920" y="3172968"/>
            <a:ext cx="3544824" cy="64008"/>
          </a:xfrm>
          <a:prstGeom prst="rect">
            <a:avLst/>
          </a:prstGeom>
          <a:solidFill>
            <a:srgbClr val="E76734"/>
          </a:solidFill>
          <a:ln/>
        </p:spPr>
      </p:sp>
      <p:sp>
        <p:nvSpPr>
          <p:cNvPr id="16" name="Shape 14"/>
          <p:cNvSpPr/>
          <p:nvPr/>
        </p:nvSpPr>
        <p:spPr>
          <a:xfrm>
            <a:off x="731520" y="3401568"/>
            <a:ext cx="438912" cy="438912"/>
          </a:xfrm>
          <a:prstGeom prst="ellipse">
            <a:avLst/>
          </a:prstGeom>
          <a:solidFill>
            <a:srgbClr val="E76734"/>
          </a:solidFill>
          <a:ln/>
        </p:spPr>
      </p:sp>
      <p:sp>
        <p:nvSpPr>
          <p:cNvPr id="17" name="Text 15"/>
          <p:cNvSpPr/>
          <p:nvPr/>
        </p:nvSpPr>
        <p:spPr>
          <a:xfrm>
            <a:off x="731520" y="3401568"/>
            <a:ext cx="438912" cy="438912"/>
          </a:xfrm>
          <a:prstGeom prst="rect">
            <a:avLst/>
          </a:prstGeom>
          <a:noFill/>
          <a:ln/>
        </p:spPr>
        <p:txBody>
          <a:bodyPr wrap="square" rtlCol="0" anchor="ctr"/>
          <a:lstStyle/>
          <a:p>
            <a:pPr marL="0" indent="0" algn="ctr">
              <a:buNone/>
            </a:pPr>
            <a:r>
              <a:rPr lang="en-US" sz="1400" b="1" dirty="0">
                <a:solidFill>
                  <a:srgbClr val="FFFFFF"/>
                </a:solidFill>
                <a:latin typeface="Helvetica" pitchFamily="34" charset="0"/>
                <a:ea typeface="Helvetica" pitchFamily="34" charset="-122"/>
                <a:cs typeface="Helvetica" pitchFamily="34" charset="-120"/>
              </a:rPr>
              <a:t>1</a:t>
            </a:r>
            <a:endParaRPr lang="en-US" sz="1400" dirty="0"/>
          </a:p>
        </p:txBody>
      </p:sp>
      <p:sp>
        <p:nvSpPr>
          <p:cNvPr id="18" name="Text 16"/>
          <p:cNvSpPr/>
          <p:nvPr/>
        </p:nvSpPr>
        <p:spPr>
          <a:xfrm>
            <a:off x="731520" y="3950208"/>
            <a:ext cx="3087624" cy="594360"/>
          </a:xfrm>
          <a:prstGeom prst="rect">
            <a:avLst/>
          </a:prstGeom>
          <a:noFill/>
          <a:ln/>
        </p:spPr>
        <p:txBody>
          <a:bodyPr wrap="square" rtlCol="0" anchor="t"/>
          <a:lstStyle/>
          <a:p>
            <a:pPr marL="0" indent="0">
              <a:lnSpc>
                <a:spcPts val="1600"/>
              </a:lnSpc>
              <a:buNone/>
            </a:pPr>
            <a:r>
              <a:rPr lang="en-US" sz="1350" b="1" dirty="0">
                <a:solidFill>
                  <a:srgbClr val="003362"/>
                </a:solidFill>
                <a:latin typeface="Arial" pitchFamily="34" charset="0"/>
                <a:ea typeface="Arial" pitchFamily="34" charset="-122"/>
                <a:cs typeface="Arial" pitchFamily="34" charset="-120"/>
              </a:rPr>
              <a:t>Inzicht in Valtimo/GZAC</a:t>
            </a:r>
            <a:endParaRPr lang="en-US" sz="1350" dirty="0"/>
          </a:p>
        </p:txBody>
      </p:sp>
      <p:sp>
        <p:nvSpPr>
          <p:cNvPr id="19" name="Text 17"/>
          <p:cNvSpPr/>
          <p:nvPr/>
        </p:nvSpPr>
        <p:spPr>
          <a:xfrm>
            <a:off x="731520" y="4544568"/>
            <a:ext cx="3087624" cy="777240"/>
          </a:xfrm>
          <a:prstGeom prst="rect">
            <a:avLst/>
          </a:prstGeom>
          <a:noFill/>
          <a:ln/>
        </p:spPr>
        <p:txBody>
          <a:bodyPr wrap="square" lIns="91440" tIns="45720" rIns="91440" bIns="45720" rtlCol="0" anchor="t"/>
          <a:lstStyle/>
          <a:p>
            <a:pPr marL="0" indent="0">
              <a:lnSpc>
                <a:spcPts val="1350"/>
              </a:lnSpc>
              <a:buNone/>
            </a:pPr>
            <a:r>
              <a:rPr lang="en-US" sz="1050" dirty="0">
                <a:solidFill>
                  <a:srgbClr val="2B3033"/>
                </a:solidFill>
                <a:latin typeface="Arial"/>
                <a:ea typeface="Arial" pitchFamily="34" charset="-122"/>
                <a:cs typeface="Arial"/>
              </a:rPr>
              <a:t>{</a:t>
            </a:r>
            <a:r>
              <a:rPr lang="en-US" sz="1050" dirty="0" err="1">
                <a:solidFill>
                  <a:srgbClr val="2B3033"/>
                </a:solidFill>
                <a:latin typeface="Arial"/>
                <a:ea typeface="Arial" pitchFamily="34" charset="-122"/>
                <a:cs typeface="Arial"/>
              </a:rPr>
              <a:t>klantnaam</a:t>
            </a:r>
            <a:r>
              <a:rPr lang="en-US" sz="1050" dirty="0">
                <a:solidFill>
                  <a:srgbClr val="2B3033"/>
                </a:solidFill>
                <a:latin typeface="Arial"/>
                <a:ea typeface="Arial" pitchFamily="34" charset="-122"/>
                <a:cs typeface="Arial"/>
              </a:rPr>
              <a:t>} </a:t>
            </a:r>
            <a:r>
              <a:rPr lang="en-US" sz="1050" dirty="0" err="1">
                <a:solidFill>
                  <a:srgbClr val="2B3033"/>
                </a:solidFill>
                <a:latin typeface="Arial"/>
                <a:ea typeface="Arial" pitchFamily="34" charset="-122"/>
                <a:cs typeface="Arial"/>
              </a:rPr>
              <a:t>heeft</a:t>
            </a:r>
            <a:r>
              <a:rPr lang="en-US" sz="1050" dirty="0">
                <a:solidFill>
                  <a:srgbClr val="2B3033"/>
                </a:solidFill>
                <a:latin typeface="Arial"/>
                <a:ea typeface="Arial" pitchFamily="34" charset="-122"/>
                <a:cs typeface="Arial"/>
              </a:rPr>
              <a:t> </a:t>
            </a:r>
            <a:r>
              <a:rPr lang="en-US" sz="1050" dirty="0" err="1">
                <a:solidFill>
                  <a:srgbClr val="2B3033"/>
                </a:solidFill>
                <a:latin typeface="Arial"/>
                <a:ea typeface="Arial" pitchFamily="34" charset="-122"/>
                <a:cs typeface="Arial"/>
              </a:rPr>
              <a:t>een</a:t>
            </a:r>
            <a:r>
              <a:rPr lang="en-US" sz="1050" dirty="0">
                <a:solidFill>
                  <a:srgbClr val="2B3033"/>
                </a:solidFill>
                <a:latin typeface="Arial"/>
                <a:ea typeface="Arial" pitchFamily="34" charset="-122"/>
                <a:cs typeface="Arial"/>
              </a:rPr>
              <a:t> </a:t>
            </a:r>
            <a:r>
              <a:rPr lang="en-US" sz="1050" dirty="0" err="1">
                <a:solidFill>
                  <a:srgbClr val="2B3033"/>
                </a:solidFill>
                <a:latin typeface="Arial"/>
                <a:ea typeface="Arial" pitchFamily="34" charset="-122"/>
                <a:cs typeface="Arial"/>
              </a:rPr>
              <a:t>goed</a:t>
            </a:r>
            <a:r>
              <a:rPr lang="en-US" sz="1050" dirty="0">
                <a:solidFill>
                  <a:srgbClr val="2B3033"/>
                </a:solidFill>
                <a:latin typeface="Arial"/>
                <a:ea typeface="Arial" pitchFamily="34" charset="-122"/>
                <a:cs typeface="Arial"/>
              </a:rPr>
              <a:t> </a:t>
            </a:r>
            <a:r>
              <a:rPr lang="en-US" sz="1050" dirty="0" err="1">
                <a:solidFill>
                  <a:srgbClr val="2B3033"/>
                </a:solidFill>
                <a:latin typeface="Arial"/>
                <a:ea typeface="Arial" pitchFamily="34" charset="-122"/>
                <a:cs typeface="Arial"/>
              </a:rPr>
              <a:t>beeld</a:t>
            </a:r>
            <a:r>
              <a:rPr lang="en-US" sz="1050" dirty="0">
                <a:solidFill>
                  <a:srgbClr val="2B3033"/>
                </a:solidFill>
                <a:latin typeface="Arial"/>
                <a:ea typeface="Arial" pitchFamily="34" charset="-122"/>
                <a:cs typeface="Arial"/>
              </a:rPr>
              <a:t> van de </a:t>
            </a:r>
            <a:r>
              <a:rPr lang="en-US" sz="1050" dirty="0" err="1">
                <a:solidFill>
                  <a:srgbClr val="2B3033"/>
                </a:solidFill>
                <a:latin typeface="Arial"/>
                <a:ea typeface="Arial" pitchFamily="34" charset="-122"/>
                <a:cs typeface="Arial"/>
              </a:rPr>
              <a:t>functionaliteiten</a:t>
            </a:r>
            <a:r>
              <a:rPr lang="en-US" sz="1050" dirty="0">
                <a:solidFill>
                  <a:srgbClr val="2B3033"/>
                </a:solidFill>
                <a:latin typeface="Arial"/>
                <a:ea typeface="Arial" pitchFamily="34" charset="-122"/>
                <a:cs typeface="Arial"/>
              </a:rPr>
              <a:t> </a:t>
            </a:r>
            <a:r>
              <a:rPr lang="en-US" sz="1050" dirty="0" err="1">
                <a:solidFill>
                  <a:srgbClr val="2B3033"/>
                </a:solidFill>
                <a:latin typeface="Arial"/>
                <a:ea typeface="Arial" pitchFamily="34" charset="-122"/>
                <a:cs typeface="Arial"/>
              </a:rPr>
              <a:t>en</a:t>
            </a:r>
            <a:r>
              <a:rPr lang="en-US" sz="1050" dirty="0">
                <a:solidFill>
                  <a:srgbClr val="2B3033"/>
                </a:solidFill>
                <a:latin typeface="Arial"/>
                <a:ea typeface="Arial" pitchFamily="34" charset="-122"/>
                <a:cs typeface="Arial"/>
              </a:rPr>
              <a:t> hoe die aansluiten op de wensen voor {bedrijfsprocesnaam}.</a:t>
            </a:r>
            <a:endParaRPr lang="en-US" sz="1050" dirty="0">
              <a:latin typeface="Arial"/>
              <a:cs typeface="Arial"/>
            </a:endParaRPr>
          </a:p>
        </p:txBody>
      </p:sp>
      <p:sp>
        <p:nvSpPr>
          <p:cNvPr id="20" name="Shape 18"/>
          <p:cNvSpPr/>
          <p:nvPr/>
        </p:nvSpPr>
        <p:spPr>
          <a:xfrm>
            <a:off x="5993892" y="2889504"/>
            <a:ext cx="201168" cy="256032"/>
          </a:xfrm>
          <a:prstGeom prst="upArrow">
            <a:avLst/>
          </a:prstGeom>
          <a:solidFill>
            <a:srgbClr val="C7D2D6"/>
          </a:solidFill>
          <a:ln/>
        </p:spPr>
      </p:sp>
      <p:sp>
        <p:nvSpPr>
          <p:cNvPr id="21" name="Shape 19"/>
          <p:cNvSpPr/>
          <p:nvPr/>
        </p:nvSpPr>
        <p:spPr>
          <a:xfrm>
            <a:off x="4322064" y="3172968"/>
            <a:ext cx="3544824" cy="2331720"/>
          </a:xfrm>
          <a:prstGeom prst="roundRect">
            <a:avLst>
              <a:gd name="adj" fmla="val 3529"/>
            </a:avLst>
          </a:prstGeom>
          <a:solidFill>
            <a:srgbClr val="F5F8FA"/>
          </a:solidFill>
          <a:ln/>
        </p:spPr>
      </p:sp>
      <p:sp>
        <p:nvSpPr>
          <p:cNvPr id="22" name="Shape 20"/>
          <p:cNvSpPr/>
          <p:nvPr/>
        </p:nvSpPr>
        <p:spPr>
          <a:xfrm>
            <a:off x="4322064" y="3172968"/>
            <a:ext cx="3544824" cy="64008"/>
          </a:xfrm>
          <a:prstGeom prst="rect">
            <a:avLst/>
          </a:prstGeom>
          <a:solidFill>
            <a:srgbClr val="89CDF2"/>
          </a:solidFill>
          <a:ln/>
        </p:spPr>
      </p:sp>
      <p:sp>
        <p:nvSpPr>
          <p:cNvPr id="23" name="Shape 21"/>
          <p:cNvSpPr/>
          <p:nvPr/>
        </p:nvSpPr>
        <p:spPr>
          <a:xfrm>
            <a:off x="4550664" y="3401568"/>
            <a:ext cx="438912" cy="438912"/>
          </a:xfrm>
          <a:prstGeom prst="ellipse">
            <a:avLst/>
          </a:prstGeom>
          <a:solidFill>
            <a:srgbClr val="89CDF2"/>
          </a:solidFill>
          <a:ln/>
        </p:spPr>
      </p:sp>
      <p:sp>
        <p:nvSpPr>
          <p:cNvPr id="24" name="Text 22"/>
          <p:cNvSpPr/>
          <p:nvPr/>
        </p:nvSpPr>
        <p:spPr>
          <a:xfrm>
            <a:off x="4550664" y="3401568"/>
            <a:ext cx="438912" cy="438912"/>
          </a:xfrm>
          <a:prstGeom prst="rect">
            <a:avLst/>
          </a:prstGeom>
          <a:noFill/>
          <a:ln/>
        </p:spPr>
        <p:txBody>
          <a:bodyPr wrap="square" rtlCol="0" anchor="ctr"/>
          <a:lstStyle/>
          <a:p>
            <a:pPr marL="0" indent="0" algn="ctr">
              <a:buNone/>
            </a:pPr>
            <a:r>
              <a:rPr lang="en-US" sz="1400" b="1" dirty="0">
                <a:solidFill>
                  <a:srgbClr val="003362"/>
                </a:solidFill>
                <a:latin typeface="Helvetica" pitchFamily="34" charset="0"/>
                <a:ea typeface="Helvetica" pitchFamily="34" charset="-122"/>
                <a:cs typeface="Helvetica" pitchFamily="34" charset="-120"/>
              </a:rPr>
              <a:t>2</a:t>
            </a:r>
            <a:endParaRPr lang="en-US" sz="1400" dirty="0"/>
          </a:p>
        </p:txBody>
      </p:sp>
      <p:sp>
        <p:nvSpPr>
          <p:cNvPr id="25" name="Text 23"/>
          <p:cNvSpPr/>
          <p:nvPr/>
        </p:nvSpPr>
        <p:spPr>
          <a:xfrm>
            <a:off x="4550664" y="3950208"/>
            <a:ext cx="3087624" cy="594360"/>
          </a:xfrm>
          <a:prstGeom prst="rect">
            <a:avLst/>
          </a:prstGeom>
          <a:noFill/>
          <a:ln/>
        </p:spPr>
        <p:txBody>
          <a:bodyPr wrap="square" rtlCol="0" anchor="t"/>
          <a:lstStyle/>
          <a:p>
            <a:pPr marL="0" indent="0">
              <a:lnSpc>
                <a:spcPts val="1600"/>
              </a:lnSpc>
              <a:buNone/>
            </a:pPr>
            <a:r>
              <a:rPr lang="en-US" sz="1350" b="1" dirty="0">
                <a:solidFill>
                  <a:srgbClr val="003362"/>
                </a:solidFill>
                <a:latin typeface="Arial" pitchFamily="34" charset="0"/>
                <a:ea typeface="Arial" pitchFamily="34" charset="-122"/>
                <a:cs typeface="Arial" pitchFamily="34" charset="-120"/>
              </a:rPr>
              <a:t>Gezamenlijke overeenstemming</a:t>
            </a:r>
            <a:endParaRPr lang="en-US" sz="1350" dirty="0"/>
          </a:p>
        </p:txBody>
      </p:sp>
      <p:sp>
        <p:nvSpPr>
          <p:cNvPr id="26" name="Text 24"/>
          <p:cNvSpPr/>
          <p:nvPr/>
        </p:nvSpPr>
        <p:spPr>
          <a:xfrm>
            <a:off x="4550664" y="4544568"/>
            <a:ext cx="3087624" cy="777240"/>
          </a:xfrm>
          <a:prstGeom prst="rect">
            <a:avLst/>
          </a:prstGeom>
          <a:noFill/>
          <a:ln/>
        </p:spPr>
        <p:txBody>
          <a:bodyPr wrap="square" rtlCol="0" anchor="t"/>
          <a:lstStyle/>
          <a:p>
            <a:pPr marL="0" indent="0">
              <a:lnSpc>
                <a:spcPts val="1350"/>
              </a:lnSpc>
              <a:buNone/>
            </a:pPr>
            <a:r>
              <a:rPr lang="en-US" sz="1050" dirty="0">
                <a:solidFill>
                  <a:srgbClr val="2B3033"/>
                </a:solidFill>
                <a:latin typeface="Arial" pitchFamily="34" charset="0"/>
                <a:ea typeface="Arial" pitchFamily="34" charset="-122"/>
                <a:cs typeface="Arial" pitchFamily="34" charset="-120"/>
              </a:rPr>
              <a:t>Overeenstemming over {bedrijfsprocesnaam}: businesscontext, doelen, gebruikers, functionaliteiten, processen, risico’s en randvoorwaarden.</a:t>
            </a:r>
            <a:endParaRPr lang="en-US" sz="1050" dirty="0"/>
          </a:p>
        </p:txBody>
      </p:sp>
      <p:sp>
        <p:nvSpPr>
          <p:cNvPr id="27" name="Shape 25"/>
          <p:cNvSpPr/>
          <p:nvPr/>
        </p:nvSpPr>
        <p:spPr>
          <a:xfrm>
            <a:off x="9813036" y="2889504"/>
            <a:ext cx="201168" cy="256032"/>
          </a:xfrm>
          <a:prstGeom prst="upArrow">
            <a:avLst/>
          </a:prstGeom>
          <a:solidFill>
            <a:srgbClr val="C7D2D6"/>
          </a:solidFill>
          <a:ln/>
        </p:spPr>
      </p:sp>
      <p:sp>
        <p:nvSpPr>
          <p:cNvPr id="28" name="Shape 26"/>
          <p:cNvSpPr/>
          <p:nvPr/>
        </p:nvSpPr>
        <p:spPr>
          <a:xfrm>
            <a:off x="8141208" y="3172968"/>
            <a:ext cx="3544824" cy="2331720"/>
          </a:xfrm>
          <a:prstGeom prst="roundRect">
            <a:avLst>
              <a:gd name="adj" fmla="val 3529"/>
            </a:avLst>
          </a:prstGeom>
          <a:solidFill>
            <a:srgbClr val="F5F8FA"/>
          </a:solidFill>
          <a:ln/>
        </p:spPr>
      </p:sp>
      <p:sp>
        <p:nvSpPr>
          <p:cNvPr id="29" name="Shape 27"/>
          <p:cNvSpPr/>
          <p:nvPr/>
        </p:nvSpPr>
        <p:spPr>
          <a:xfrm>
            <a:off x="8141208" y="3172968"/>
            <a:ext cx="3544824" cy="64008"/>
          </a:xfrm>
          <a:prstGeom prst="rect">
            <a:avLst/>
          </a:prstGeom>
          <a:solidFill>
            <a:srgbClr val="003362"/>
          </a:solidFill>
          <a:ln/>
        </p:spPr>
      </p:sp>
      <p:sp>
        <p:nvSpPr>
          <p:cNvPr id="30" name="Shape 28"/>
          <p:cNvSpPr/>
          <p:nvPr/>
        </p:nvSpPr>
        <p:spPr>
          <a:xfrm>
            <a:off x="8369808" y="3401568"/>
            <a:ext cx="438912" cy="438912"/>
          </a:xfrm>
          <a:prstGeom prst="ellipse">
            <a:avLst/>
          </a:prstGeom>
          <a:solidFill>
            <a:srgbClr val="003362"/>
          </a:solidFill>
          <a:ln/>
        </p:spPr>
      </p:sp>
      <p:sp>
        <p:nvSpPr>
          <p:cNvPr id="31" name="Text 29"/>
          <p:cNvSpPr/>
          <p:nvPr/>
        </p:nvSpPr>
        <p:spPr>
          <a:xfrm>
            <a:off x="8369808" y="3401568"/>
            <a:ext cx="438912" cy="438912"/>
          </a:xfrm>
          <a:prstGeom prst="rect">
            <a:avLst/>
          </a:prstGeom>
          <a:noFill/>
          <a:ln/>
        </p:spPr>
        <p:txBody>
          <a:bodyPr wrap="square" rtlCol="0" anchor="ctr"/>
          <a:lstStyle/>
          <a:p>
            <a:pPr marL="0" indent="0" algn="ctr">
              <a:buNone/>
            </a:pPr>
            <a:r>
              <a:rPr lang="en-US" sz="1400" b="1" dirty="0">
                <a:solidFill>
                  <a:srgbClr val="FFFFFF"/>
                </a:solidFill>
                <a:latin typeface="Helvetica" pitchFamily="34" charset="0"/>
                <a:ea typeface="Helvetica" pitchFamily="34" charset="-122"/>
                <a:cs typeface="Helvetica" pitchFamily="34" charset="-120"/>
              </a:rPr>
              <a:t>3</a:t>
            </a:r>
            <a:endParaRPr lang="en-US" sz="1400" dirty="0"/>
          </a:p>
        </p:txBody>
      </p:sp>
      <p:sp>
        <p:nvSpPr>
          <p:cNvPr id="32" name="Text 30"/>
          <p:cNvSpPr/>
          <p:nvPr/>
        </p:nvSpPr>
        <p:spPr>
          <a:xfrm>
            <a:off x="8369808" y="3950208"/>
            <a:ext cx="3087624" cy="594360"/>
          </a:xfrm>
          <a:prstGeom prst="rect">
            <a:avLst/>
          </a:prstGeom>
          <a:noFill/>
          <a:ln/>
        </p:spPr>
        <p:txBody>
          <a:bodyPr wrap="square" rtlCol="0" anchor="t"/>
          <a:lstStyle/>
          <a:p>
            <a:pPr marL="0" indent="0">
              <a:lnSpc>
                <a:spcPts val="1600"/>
              </a:lnSpc>
              <a:buNone/>
            </a:pPr>
            <a:r>
              <a:rPr lang="en-US" sz="1350" b="1" dirty="0">
                <a:solidFill>
                  <a:srgbClr val="003362"/>
                </a:solidFill>
                <a:latin typeface="Arial" pitchFamily="34" charset="0"/>
                <a:ea typeface="Arial" pitchFamily="34" charset="-122"/>
                <a:cs typeface="Arial" pitchFamily="34" charset="-120"/>
              </a:rPr>
              <a:t>Heldere vervolgstappen</a:t>
            </a:r>
            <a:endParaRPr lang="en-US" sz="1350" dirty="0"/>
          </a:p>
        </p:txBody>
      </p:sp>
      <p:sp>
        <p:nvSpPr>
          <p:cNvPr id="33" name="Text 31"/>
          <p:cNvSpPr/>
          <p:nvPr/>
        </p:nvSpPr>
        <p:spPr>
          <a:xfrm>
            <a:off x="8369808" y="4544568"/>
            <a:ext cx="3087624" cy="777240"/>
          </a:xfrm>
          <a:prstGeom prst="rect">
            <a:avLst/>
          </a:prstGeom>
          <a:noFill/>
          <a:ln/>
        </p:spPr>
        <p:txBody>
          <a:bodyPr wrap="square" rtlCol="0" anchor="t"/>
          <a:lstStyle/>
          <a:p>
            <a:pPr marL="0" indent="0">
              <a:lnSpc>
                <a:spcPts val="1350"/>
              </a:lnSpc>
              <a:buNone/>
            </a:pPr>
            <a:r>
              <a:rPr lang="en-US" sz="1050" dirty="0">
                <a:solidFill>
                  <a:srgbClr val="2B3033"/>
                </a:solidFill>
                <a:latin typeface="Arial" pitchFamily="34" charset="0"/>
                <a:ea typeface="Arial" pitchFamily="34" charset="-122"/>
                <a:cs typeface="Arial" pitchFamily="34" charset="-120"/>
              </a:rPr>
              <a:t>Duidelijk welke vervolgstappen genomen moeten worden, en wie daarvoor verantwoordelijkheid draagt.</a:t>
            </a:r>
            <a:endParaRPr lang="en-US" sz="1050" dirty="0"/>
          </a:p>
        </p:txBody>
      </p:sp>
    </p:spTree>
    <p:extLst>
      <p:ext uri="{BB962C8B-B14F-4D97-AF65-F5344CB8AC3E}">
        <p14:creationId xmlns:p14="http://schemas.microsoft.com/office/powerpoint/2010/main" val="29601462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03362"/>
        </a:solidFill>
        <a:effectLst/>
      </p:bgPr>
    </p:bg>
    <p:spTree>
      <p:nvGrpSpPr>
        <p:cNvPr id="1" name=""/>
        <p:cNvGrpSpPr/>
        <p:nvPr/>
      </p:nvGrpSpPr>
      <p:grpSpPr>
        <a:xfrm>
          <a:off x="0" y="0"/>
          <a:ext cx="0" cy="0"/>
          <a:chOff x="0" y="0"/>
          <a:chExt cx="0" cy="0"/>
        </a:xfrm>
      </p:grpSpPr>
      <p:sp>
        <p:nvSpPr>
          <p:cNvPr id="2" name="Shape 0"/>
          <p:cNvSpPr/>
          <p:nvPr/>
        </p:nvSpPr>
        <p:spPr>
          <a:xfrm>
            <a:off x="9692640" y="2377440"/>
            <a:ext cx="3108960" cy="3108960"/>
          </a:xfrm>
          <a:prstGeom prst="diamond">
            <a:avLst/>
          </a:prstGeom>
          <a:ln w="38100">
            <a:solidFill>
              <a:srgbClr val="1F5488"/>
            </a:solidFill>
            <a:prstDash val="solid"/>
          </a:ln>
        </p:spPr>
        <p:txBody>
          <a:bodyPr/>
          <a:lstStyle/>
          <a:p>
            <a:endParaRPr lang="nl-NL"/>
          </a:p>
        </p:txBody>
      </p:sp>
      <p:sp>
        <p:nvSpPr>
          <p:cNvPr id="3" name="Text 1"/>
          <p:cNvSpPr/>
          <p:nvPr/>
        </p:nvSpPr>
        <p:spPr>
          <a:xfrm>
            <a:off x="822960" y="685800"/>
            <a:ext cx="7315200" cy="320040"/>
          </a:xfrm>
          <a:prstGeom prst="rect">
            <a:avLst/>
          </a:prstGeom>
          <a:noFill/>
          <a:ln/>
        </p:spPr>
        <p:txBody>
          <a:bodyPr wrap="square" rtlCol="0" anchor="ctr"/>
          <a:lstStyle/>
          <a:p>
            <a:pPr marL="0" indent="0">
              <a:buNone/>
            </a:pPr>
            <a:r>
              <a:rPr lang="en-US" sz="1200" b="1" kern="0" spc="200">
                <a:solidFill>
                  <a:srgbClr val="E76734"/>
                </a:solidFill>
                <a:latin typeface="Arial" pitchFamily="34" charset="0"/>
                <a:ea typeface="Arial" pitchFamily="34" charset="-122"/>
                <a:cs typeface="Arial" pitchFamily="34" charset="-120"/>
              </a:rPr>
              <a:t>HOOFDSTUK 02 VAN 04</a:t>
            </a:r>
            <a:endParaRPr lang="en-US" sz="1200"/>
          </a:p>
        </p:txBody>
      </p:sp>
      <p:sp>
        <p:nvSpPr>
          <p:cNvPr id="4" name="Text 2"/>
          <p:cNvSpPr/>
          <p:nvPr/>
        </p:nvSpPr>
        <p:spPr>
          <a:xfrm>
            <a:off x="822960" y="1417320"/>
            <a:ext cx="2743200" cy="1371600"/>
          </a:xfrm>
          <a:prstGeom prst="rect">
            <a:avLst/>
          </a:prstGeom>
          <a:noFill/>
          <a:ln/>
        </p:spPr>
        <p:txBody>
          <a:bodyPr wrap="square" rtlCol="0" anchor="ctr"/>
          <a:lstStyle/>
          <a:p>
            <a:pPr marL="0" indent="0">
              <a:buNone/>
            </a:pPr>
            <a:r>
              <a:rPr lang="en-US" sz="6600" b="1">
                <a:solidFill>
                  <a:srgbClr val="2E6592"/>
                </a:solidFill>
                <a:latin typeface="Helvetica" pitchFamily="34" charset="0"/>
                <a:ea typeface="Helvetica" pitchFamily="34" charset="-122"/>
                <a:cs typeface="Helvetica" pitchFamily="34" charset="-120"/>
              </a:rPr>
              <a:t>02</a:t>
            </a:r>
            <a:endParaRPr lang="en-US" sz="6600"/>
          </a:p>
        </p:txBody>
      </p:sp>
      <p:sp>
        <p:nvSpPr>
          <p:cNvPr id="5" name="Text 3"/>
          <p:cNvSpPr/>
          <p:nvPr/>
        </p:nvSpPr>
        <p:spPr>
          <a:xfrm>
            <a:off x="822960" y="2514600"/>
            <a:ext cx="9144000" cy="914400"/>
          </a:xfrm>
          <a:prstGeom prst="rect">
            <a:avLst/>
          </a:prstGeom>
          <a:noFill/>
          <a:ln/>
        </p:spPr>
        <p:txBody>
          <a:bodyPr wrap="square" rtlCol="0" anchor="ctr"/>
          <a:lstStyle/>
          <a:p>
            <a:pPr marL="0" indent="0">
              <a:buNone/>
            </a:pPr>
            <a:r>
              <a:rPr lang="en-US" sz="3200" b="1">
                <a:solidFill>
                  <a:srgbClr val="FFFFFF"/>
                </a:solidFill>
                <a:latin typeface="Helvetica" pitchFamily="34" charset="0"/>
                <a:ea typeface="Helvetica" pitchFamily="34" charset="-122"/>
                <a:cs typeface="Helvetica" pitchFamily="34" charset="-120"/>
              </a:rPr>
              <a:t>Context &amp; Doelen</a:t>
            </a:r>
            <a:endParaRPr lang="en-US" sz="3200"/>
          </a:p>
        </p:txBody>
      </p:sp>
      <p:sp>
        <p:nvSpPr>
          <p:cNvPr id="6" name="Shape 4"/>
          <p:cNvSpPr/>
          <p:nvPr/>
        </p:nvSpPr>
        <p:spPr>
          <a:xfrm>
            <a:off x="822960" y="3310128"/>
            <a:ext cx="1463040" cy="41148"/>
          </a:xfrm>
          <a:prstGeom prst="rect">
            <a:avLst/>
          </a:prstGeom>
          <a:solidFill>
            <a:srgbClr val="E76734"/>
          </a:solidFill>
          <a:ln/>
        </p:spPr>
        <p:txBody>
          <a:bodyPr/>
          <a:lstStyle/>
          <a:p>
            <a:endParaRPr lang="nl-NL"/>
          </a:p>
        </p:txBody>
      </p:sp>
      <p:sp>
        <p:nvSpPr>
          <p:cNvPr id="7" name="Text 5"/>
          <p:cNvSpPr/>
          <p:nvPr/>
        </p:nvSpPr>
        <p:spPr>
          <a:xfrm>
            <a:off x="822960" y="3474720"/>
            <a:ext cx="8503920" cy="640080"/>
          </a:xfrm>
          <a:prstGeom prst="rect">
            <a:avLst/>
          </a:prstGeom>
          <a:noFill/>
          <a:ln/>
        </p:spPr>
        <p:txBody>
          <a:bodyPr wrap="square" lIns="91440" tIns="45720" rIns="91440" bIns="45720" rtlCol="0" anchor="ctr"/>
          <a:lstStyle/>
          <a:p>
            <a:pPr>
              <a:lnSpc>
                <a:spcPts val="1800"/>
              </a:lnSpc>
            </a:pPr>
            <a:r>
              <a:rPr lang="en-US" sz="1400" i="1" dirty="0">
                <a:solidFill>
                  <a:srgbClr val="89CDF2"/>
                </a:solidFill>
                <a:latin typeface="Arial"/>
                <a:ea typeface="Arial" pitchFamily="34" charset="-122"/>
                <a:cs typeface="Arial"/>
              </a:rPr>
              <a:t>De </a:t>
            </a:r>
            <a:r>
              <a:rPr lang="en-US" sz="1400" i="1" dirty="0" err="1">
                <a:solidFill>
                  <a:srgbClr val="89CDF2"/>
                </a:solidFill>
                <a:latin typeface="Arial"/>
                <a:ea typeface="Arial" pitchFamily="34" charset="-122"/>
                <a:cs typeface="Arial"/>
              </a:rPr>
              <a:t>aanleiding</a:t>
            </a:r>
            <a:r>
              <a:rPr lang="en-US" sz="1400" i="1" dirty="0">
                <a:solidFill>
                  <a:srgbClr val="89CDF2"/>
                </a:solidFill>
                <a:latin typeface="Arial"/>
                <a:ea typeface="Arial" pitchFamily="34" charset="-122"/>
                <a:cs typeface="Arial"/>
              </a:rPr>
              <a:t>, </a:t>
            </a:r>
            <a:r>
              <a:rPr lang="en-US" sz="1400" i="1" dirty="0" err="1">
                <a:solidFill>
                  <a:srgbClr val="89CDF2"/>
                </a:solidFill>
                <a:latin typeface="Arial"/>
                <a:ea typeface="Arial" pitchFamily="34" charset="-122"/>
                <a:cs typeface="Arial"/>
              </a:rPr>
              <a:t>strategische</a:t>
            </a:r>
            <a:r>
              <a:rPr lang="en-US" sz="1400" i="1" dirty="0">
                <a:solidFill>
                  <a:srgbClr val="89CDF2"/>
                </a:solidFill>
                <a:latin typeface="Arial"/>
                <a:ea typeface="Arial" pitchFamily="34" charset="-122"/>
                <a:cs typeface="Arial"/>
              </a:rPr>
              <a:t> </a:t>
            </a:r>
            <a:r>
              <a:rPr lang="en-US" sz="1400" i="1" dirty="0" err="1">
                <a:solidFill>
                  <a:srgbClr val="89CDF2"/>
                </a:solidFill>
                <a:latin typeface="Arial"/>
                <a:ea typeface="Arial" pitchFamily="34" charset="-122"/>
                <a:cs typeface="Arial"/>
              </a:rPr>
              <a:t>kansen</a:t>
            </a:r>
            <a:r>
              <a:rPr lang="en-US" sz="1400" i="1" dirty="0">
                <a:solidFill>
                  <a:srgbClr val="89CDF2"/>
                </a:solidFill>
                <a:latin typeface="Arial"/>
                <a:ea typeface="Arial" pitchFamily="34" charset="-122"/>
                <a:cs typeface="Arial"/>
              </a:rPr>
              <a:t>, </a:t>
            </a:r>
            <a:r>
              <a:rPr lang="en-US" sz="1400" i="1" dirty="0" err="1">
                <a:solidFill>
                  <a:srgbClr val="89CDF2"/>
                </a:solidFill>
                <a:latin typeface="Arial"/>
                <a:ea typeface="Arial" pitchFamily="34" charset="-122"/>
                <a:cs typeface="Arial"/>
              </a:rPr>
              <a:t>en</a:t>
            </a:r>
            <a:r>
              <a:rPr lang="en-US" sz="1400" i="1" dirty="0">
                <a:solidFill>
                  <a:srgbClr val="89CDF2"/>
                </a:solidFill>
                <a:latin typeface="Arial"/>
                <a:ea typeface="Arial" pitchFamily="34" charset="-122"/>
                <a:cs typeface="Arial"/>
              </a:rPr>
              <a:t> de </a:t>
            </a:r>
            <a:r>
              <a:rPr lang="en-US" sz="1400" i="1" dirty="0" err="1">
                <a:solidFill>
                  <a:srgbClr val="89CDF2"/>
                </a:solidFill>
                <a:latin typeface="Arial"/>
                <a:ea typeface="Arial" pitchFamily="34" charset="-122"/>
                <a:cs typeface="Arial"/>
              </a:rPr>
              <a:t>doelen</a:t>
            </a:r>
            <a:r>
              <a:rPr lang="en-US" sz="1400" i="1" dirty="0">
                <a:solidFill>
                  <a:srgbClr val="89CDF2"/>
                </a:solidFill>
                <a:latin typeface="Arial"/>
                <a:ea typeface="Arial" pitchFamily="34" charset="-122"/>
                <a:cs typeface="Arial"/>
              </a:rPr>
              <a:t> achter </a:t>
            </a:r>
            <a:r>
              <a:rPr lang="en-US" sz="1400" i="1" dirty="0" err="1">
                <a:solidFill>
                  <a:srgbClr val="89CDF2"/>
                </a:solidFill>
                <a:latin typeface="Arial"/>
                <a:ea typeface="Arial" pitchFamily="34" charset="-122"/>
                <a:cs typeface="Arial"/>
              </a:rPr>
              <a:t>dit</a:t>
            </a:r>
            <a:r>
              <a:rPr lang="en-US" sz="1400" i="1" dirty="0">
                <a:solidFill>
                  <a:srgbClr val="89CDF2"/>
                </a:solidFill>
                <a:latin typeface="Arial"/>
                <a:ea typeface="Arial" pitchFamily="34" charset="-122"/>
                <a:cs typeface="Arial"/>
              </a:rPr>
              <a:t> </a:t>
            </a:r>
            <a:r>
              <a:rPr lang="en-US" sz="1400" i="1" dirty="0" err="1">
                <a:solidFill>
                  <a:srgbClr val="89CDF2"/>
                </a:solidFill>
                <a:latin typeface="Arial"/>
                <a:ea typeface="Arial" pitchFamily="34" charset="-122"/>
                <a:cs typeface="Arial"/>
              </a:rPr>
              <a:t>traject</a:t>
            </a:r>
            <a:r>
              <a:rPr lang="en-US" sz="1400" i="1" dirty="0">
                <a:solidFill>
                  <a:srgbClr val="89CDF2"/>
                </a:solidFill>
                <a:latin typeface="Arial"/>
                <a:ea typeface="Arial" pitchFamily="34" charset="-122"/>
                <a:cs typeface="Arial"/>
              </a:rPr>
              <a:t>.</a:t>
            </a:r>
            <a:endParaRPr lang="en-US" sz="1400" dirty="0">
              <a:latin typeface="Arial"/>
              <a:cs typeface="Arial"/>
            </a:endParaRPr>
          </a:p>
        </p:txBody>
      </p:sp>
      <p:sp>
        <p:nvSpPr>
          <p:cNvPr id="8" name="Shape 6"/>
          <p:cNvSpPr/>
          <p:nvPr/>
        </p:nvSpPr>
        <p:spPr>
          <a:xfrm>
            <a:off x="950976" y="5687568"/>
            <a:ext cx="2500884" cy="0"/>
          </a:xfrm>
          <a:prstGeom prst="line">
            <a:avLst/>
          </a:prstGeom>
          <a:noFill/>
          <a:ln w="19050">
            <a:solidFill>
              <a:srgbClr val="5C88AC"/>
            </a:solidFill>
            <a:prstDash val="solid"/>
          </a:ln>
        </p:spPr>
        <p:txBody>
          <a:bodyPr/>
          <a:lstStyle/>
          <a:p>
            <a:endParaRPr lang="nl-NL"/>
          </a:p>
        </p:txBody>
      </p:sp>
      <p:sp>
        <p:nvSpPr>
          <p:cNvPr id="9" name="Shape 7"/>
          <p:cNvSpPr/>
          <p:nvPr/>
        </p:nvSpPr>
        <p:spPr>
          <a:xfrm>
            <a:off x="822960" y="5623560"/>
            <a:ext cx="128016" cy="128016"/>
          </a:xfrm>
          <a:prstGeom prst="ellipse">
            <a:avLst/>
          </a:prstGeom>
          <a:solidFill>
            <a:srgbClr val="5C88AC"/>
          </a:solidFill>
          <a:ln/>
        </p:spPr>
        <p:txBody>
          <a:bodyPr/>
          <a:lstStyle/>
          <a:p>
            <a:endParaRPr lang="nl-NL"/>
          </a:p>
        </p:txBody>
      </p:sp>
      <p:sp>
        <p:nvSpPr>
          <p:cNvPr id="10" name="Text 8"/>
          <p:cNvSpPr/>
          <p:nvPr/>
        </p:nvSpPr>
        <p:spPr>
          <a:xfrm>
            <a:off x="320040" y="5824728"/>
            <a:ext cx="2628900" cy="320040"/>
          </a:xfrm>
          <a:prstGeom prst="rect">
            <a:avLst/>
          </a:prstGeom>
          <a:noFill/>
          <a:ln/>
        </p:spPr>
        <p:txBody>
          <a:bodyPr wrap="square" rtlCol="0" anchor="ctr"/>
          <a:lstStyle/>
          <a:p>
            <a:pPr marL="0" indent="0" algn="l">
              <a:buNone/>
            </a:pPr>
            <a:r>
              <a:rPr lang="en-US" sz="950">
                <a:solidFill>
                  <a:srgbClr val="6E93B5"/>
                </a:solidFill>
                <a:latin typeface="Arial" pitchFamily="34" charset="0"/>
                <a:ea typeface="Arial" pitchFamily="34" charset="-122"/>
                <a:cs typeface="Arial" pitchFamily="34" charset="-120"/>
              </a:rPr>
              <a:t>Introductie</a:t>
            </a:r>
            <a:endParaRPr lang="en-US" sz="950"/>
          </a:p>
        </p:txBody>
      </p:sp>
      <p:sp>
        <p:nvSpPr>
          <p:cNvPr id="11" name="Shape 9"/>
          <p:cNvSpPr/>
          <p:nvPr/>
        </p:nvSpPr>
        <p:spPr>
          <a:xfrm>
            <a:off x="3579876" y="5687568"/>
            <a:ext cx="2500884" cy="0"/>
          </a:xfrm>
          <a:prstGeom prst="line">
            <a:avLst/>
          </a:prstGeom>
          <a:noFill/>
          <a:ln w="19050">
            <a:solidFill>
              <a:srgbClr val="1F4468"/>
            </a:solidFill>
            <a:prstDash val="solid"/>
          </a:ln>
        </p:spPr>
        <p:txBody>
          <a:bodyPr/>
          <a:lstStyle/>
          <a:p>
            <a:endParaRPr lang="nl-NL"/>
          </a:p>
        </p:txBody>
      </p:sp>
      <p:sp>
        <p:nvSpPr>
          <p:cNvPr id="12" name="Shape 10"/>
          <p:cNvSpPr/>
          <p:nvPr/>
        </p:nvSpPr>
        <p:spPr>
          <a:xfrm>
            <a:off x="3451860" y="5623560"/>
            <a:ext cx="128016" cy="128016"/>
          </a:xfrm>
          <a:prstGeom prst="ellipse">
            <a:avLst/>
          </a:prstGeom>
          <a:solidFill>
            <a:srgbClr val="E76734"/>
          </a:solidFill>
          <a:ln w="19050">
            <a:solidFill>
              <a:srgbClr val="FFFFFF"/>
            </a:solidFill>
            <a:prstDash val="solid"/>
          </a:ln>
        </p:spPr>
        <p:txBody>
          <a:bodyPr/>
          <a:lstStyle/>
          <a:p>
            <a:endParaRPr lang="nl-NL"/>
          </a:p>
        </p:txBody>
      </p:sp>
      <p:sp>
        <p:nvSpPr>
          <p:cNvPr id="13" name="Text 11"/>
          <p:cNvSpPr/>
          <p:nvPr/>
        </p:nvSpPr>
        <p:spPr>
          <a:xfrm>
            <a:off x="2948940" y="5824728"/>
            <a:ext cx="2628900" cy="320040"/>
          </a:xfrm>
          <a:prstGeom prst="rect">
            <a:avLst/>
          </a:prstGeom>
          <a:noFill/>
          <a:ln/>
        </p:spPr>
        <p:txBody>
          <a:bodyPr wrap="square" rtlCol="0" anchor="ctr"/>
          <a:lstStyle/>
          <a:p>
            <a:pPr marL="0" indent="0" algn="l">
              <a:buNone/>
            </a:pPr>
            <a:r>
              <a:rPr lang="en-US" sz="950" b="1">
                <a:solidFill>
                  <a:srgbClr val="FFFFFF"/>
                </a:solidFill>
                <a:latin typeface="Arial" pitchFamily="34" charset="0"/>
                <a:ea typeface="Arial" pitchFamily="34" charset="-122"/>
                <a:cs typeface="Arial" pitchFamily="34" charset="-120"/>
              </a:rPr>
              <a:t>Context &amp; Doelen</a:t>
            </a:r>
            <a:endParaRPr lang="en-US" sz="950"/>
          </a:p>
        </p:txBody>
      </p:sp>
      <p:sp>
        <p:nvSpPr>
          <p:cNvPr id="14" name="Shape 12"/>
          <p:cNvSpPr/>
          <p:nvPr/>
        </p:nvSpPr>
        <p:spPr>
          <a:xfrm>
            <a:off x="6208776" y="5687568"/>
            <a:ext cx="2500884" cy="0"/>
          </a:xfrm>
          <a:prstGeom prst="line">
            <a:avLst/>
          </a:prstGeom>
          <a:noFill/>
          <a:ln w="19050">
            <a:solidFill>
              <a:srgbClr val="1F4468"/>
            </a:solidFill>
            <a:prstDash val="solid"/>
          </a:ln>
        </p:spPr>
        <p:txBody>
          <a:bodyPr/>
          <a:lstStyle/>
          <a:p>
            <a:endParaRPr lang="nl-NL"/>
          </a:p>
        </p:txBody>
      </p:sp>
      <p:sp>
        <p:nvSpPr>
          <p:cNvPr id="15" name="Shape 13"/>
          <p:cNvSpPr/>
          <p:nvPr/>
        </p:nvSpPr>
        <p:spPr>
          <a:xfrm>
            <a:off x="6080760" y="5623560"/>
            <a:ext cx="128016" cy="128016"/>
          </a:xfrm>
          <a:prstGeom prst="ellipse">
            <a:avLst/>
          </a:prstGeom>
          <a:solidFill>
            <a:srgbClr val="1F4468"/>
          </a:solidFill>
          <a:ln/>
        </p:spPr>
        <p:txBody>
          <a:bodyPr/>
          <a:lstStyle/>
          <a:p>
            <a:endParaRPr lang="nl-NL"/>
          </a:p>
        </p:txBody>
      </p:sp>
      <p:sp>
        <p:nvSpPr>
          <p:cNvPr id="16" name="Text 14"/>
          <p:cNvSpPr/>
          <p:nvPr/>
        </p:nvSpPr>
        <p:spPr>
          <a:xfrm>
            <a:off x="5577840" y="5824728"/>
            <a:ext cx="2628900" cy="320040"/>
          </a:xfrm>
          <a:prstGeom prst="rect">
            <a:avLst/>
          </a:prstGeom>
          <a:noFill/>
          <a:ln/>
        </p:spPr>
        <p:txBody>
          <a:bodyPr wrap="square" rtlCol="0" anchor="ctr"/>
          <a:lstStyle/>
          <a:p>
            <a:pPr marL="0" indent="0" algn="l">
              <a:buNone/>
            </a:pPr>
            <a:r>
              <a:rPr lang="en-US" sz="950">
                <a:solidFill>
                  <a:srgbClr val="6E93B5"/>
                </a:solidFill>
                <a:latin typeface="Arial" pitchFamily="34" charset="0"/>
                <a:ea typeface="Arial" pitchFamily="34" charset="-122"/>
                <a:cs typeface="Arial" pitchFamily="34" charset="-120"/>
              </a:rPr>
              <a:t>Werkwijze</a:t>
            </a:r>
            <a:endParaRPr lang="en-US" sz="950"/>
          </a:p>
        </p:txBody>
      </p:sp>
      <p:sp>
        <p:nvSpPr>
          <p:cNvPr id="17" name="Shape 15"/>
          <p:cNvSpPr/>
          <p:nvPr/>
        </p:nvSpPr>
        <p:spPr>
          <a:xfrm>
            <a:off x="8709660" y="5623560"/>
            <a:ext cx="128016" cy="128016"/>
          </a:xfrm>
          <a:prstGeom prst="ellipse">
            <a:avLst/>
          </a:prstGeom>
          <a:solidFill>
            <a:srgbClr val="1F4468"/>
          </a:solidFill>
          <a:ln/>
        </p:spPr>
        <p:txBody>
          <a:bodyPr/>
          <a:lstStyle/>
          <a:p>
            <a:endParaRPr lang="nl-NL"/>
          </a:p>
        </p:txBody>
      </p:sp>
      <p:sp>
        <p:nvSpPr>
          <p:cNvPr id="18" name="Text 16"/>
          <p:cNvSpPr/>
          <p:nvPr/>
        </p:nvSpPr>
        <p:spPr>
          <a:xfrm>
            <a:off x="8206740" y="5824728"/>
            <a:ext cx="2628900" cy="320040"/>
          </a:xfrm>
          <a:prstGeom prst="rect">
            <a:avLst/>
          </a:prstGeom>
          <a:noFill/>
          <a:ln/>
        </p:spPr>
        <p:txBody>
          <a:bodyPr wrap="square" rtlCol="0" anchor="ctr"/>
          <a:lstStyle/>
          <a:p>
            <a:pPr marL="0" indent="0" algn="l">
              <a:buNone/>
            </a:pPr>
            <a:r>
              <a:rPr lang="en-US" sz="950">
                <a:solidFill>
                  <a:srgbClr val="6E93B5"/>
                </a:solidFill>
                <a:latin typeface="Arial" pitchFamily="34" charset="0"/>
                <a:ea typeface="Arial" pitchFamily="34" charset="-122"/>
                <a:cs typeface="Arial" pitchFamily="34" charset="-120"/>
              </a:rPr>
              <a:t>Vervolgstappen</a:t>
            </a:r>
            <a:endParaRPr lang="en-US" sz="95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274320"/>
            <a:ext cx="960120" cy="960120"/>
          </a:xfrm>
          <a:prstGeom prst="diamond">
            <a:avLst/>
          </a:prstGeom>
          <a:ln w="63500">
            <a:solidFill>
              <a:srgbClr val="89CDF2"/>
            </a:solidFill>
            <a:prstDash val="solid"/>
          </a:ln>
        </p:spPr>
      </p:sp>
      <p:sp>
        <p:nvSpPr>
          <p:cNvPr id="3" name="Text 1"/>
          <p:cNvSpPr/>
          <p:nvPr/>
        </p:nvSpPr>
        <p:spPr>
          <a:xfrm>
            <a:off x="502920" y="292608"/>
            <a:ext cx="9144000" cy="292608"/>
          </a:xfrm>
          <a:prstGeom prst="rect">
            <a:avLst/>
          </a:prstGeom>
          <a:noFill/>
          <a:ln/>
        </p:spPr>
        <p:txBody>
          <a:bodyPr wrap="square" rtlCol="0" anchor="ctr"/>
          <a:lstStyle/>
          <a:p>
            <a:pPr marL="0" indent="0">
              <a:buNone/>
            </a:pPr>
            <a:r>
              <a:rPr lang="en-US" sz="1100" b="1" kern="0" spc="150" dirty="0">
                <a:solidFill>
                  <a:srgbClr val="E76734"/>
                </a:solidFill>
                <a:latin typeface="Arial" pitchFamily="34" charset="0"/>
                <a:ea typeface="Arial" pitchFamily="34" charset="-122"/>
                <a:cs typeface="Arial" pitchFamily="34" charset="-120"/>
              </a:rPr>
              <a:t>CONTEXT &amp; DOELEN</a:t>
            </a:r>
            <a:endParaRPr lang="en-US" sz="1100" dirty="0"/>
          </a:p>
        </p:txBody>
      </p:sp>
      <p:sp>
        <p:nvSpPr>
          <p:cNvPr id="4" name="Text 2"/>
          <p:cNvSpPr/>
          <p:nvPr/>
        </p:nvSpPr>
        <p:spPr>
          <a:xfrm>
            <a:off x="502920" y="566928"/>
            <a:ext cx="10515600" cy="640080"/>
          </a:xfrm>
          <a:prstGeom prst="rect">
            <a:avLst/>
          </a:prstGeom>
          <a:noFill/>
          <a:ln/>
        </p:spPr>
        <p:txBody>
          <a:bodyPr wrap="square" rtlCol="0" anchor="ctr"/>
          <a:lstStyle/>
          <a:p>
            <a:pPr marL="0" indent="0">
              <a:buNone/>
            </a:pPr>
            <a:r>
              <a:rPr lang="en-US" sz="2600" b="1" dirty="0">
                <a:solidFill>
                  <a:srgbClr val="003362"/>
                </a:solidFill>
                <a:latin typeface="Helvetica" pitchFamily="34" charset="0"/>
                <a:ea typeface="Helvetica" pitchFamily="34" charset="-122"/>
                <a:cs typeface="Helvetica" pitchFamily="34" charset="-120"/>
              </a:rPr>
              <a:t>Context</a:t>
            </a:r>
            <a:endParaRPr lang="en-US" sz="2600" dirty="0"/>
          </a:p>
        </p:txBody>
      </p:sp>
      <p:sp>
        <p:nvSpPr>
          <p:cNvPr id="5" name="Shape 3"/>
          <p:cNvSpPr/>
          <p:nvPr/>
        </p:nvSpPr>
        <p:spPr>
          <a:xfrm>
            <a:off x="0" y="6748272"/>
            <a:ext cx="12188952" cy="109728"/>
          </a:xfrm>
          <a:prstGeom prst="rect">
            <a:avLst/>
          </a:prstGeom>
          <a:solidFill>
            <a:srgbClr val="003362"/>
          </a:solidFill>
          <a:ln/>
        </p:spPr>
      </p:sp>
      <p:sp>
        <p:nvSpPr>
          <p:cNvPr id="6" name="Text 4"/>
          <p:cNvSpPr/>
          <p:nvPr/>
        </p:nvSpPr>
        <p:spPr>
          <a:xfrm>
            <a:off x="457200" y="6355080"/>
            <a:ext cx="5486400" cy="320040"/>
          </a:xfrm>
          <a:prstGeom prst="rect">
            <a:avLst/>
          </a:prstGeom>
          <a:noFill/>
          <a:ln/>
        </p:spPr>
        <p:txBody>
          <a:bodyPr wrap="square" rtlCol="0" anchor="ctr"/>
          <a:lstStyle/>
          <a:p>
            <a:pPr marL="0" indent="0">
              <a:buNone/>
            </a:pPr>
            <a:r>
              <a:rPr lang="en-US" sz="950" i="1" dirty="0">
                <a:solidFill>
                  <a:srgbClr val="6B7680"/>
                </a:solidFill>
                <a:latin typeface="Arial" pitchFamily="34" charset="0"/>
                <a:ea typeface="Arial" pitchFamily="34" charset="-122"/>
                <a:cs typeface="Arial" pitchFamily="34" charset="-120"/>
              </a:rPr>
              <a:t>Context &amp; Doelen</a:t>
            </a:r>
            <a:endParaRPr lang="en-US" sz="950" dirty="0"/>
          </a:p>
        </p:txBody>
      </p:sp>
      <p:sp>
        <p:nvSpPr>
          <p:cNvPr id="7" name="Shape 5"/>
          <p:cNvSpPr/>
          <p:nvPr/>
        </p:nvSpPr>
        <p:spPr>
          <a:xfrm>
            <a:off x="9921240" y="292608"/>
            <a:ext cx="1325880" cy="329184"/>
          </a:xfrm>
          <a:prstGeom prst="roundRect">
            <a:avLst>
              <a:gd name="adj" fmla="val 50000"/>
            </a:avLst>
          </a:prstGeom>
          <a:solidFill>
            <a:srgbClr val="E76734"/>
          </a:solidFill>
          <a:ln/>
        </p:spPr>
      </p:sp>
      <p:sp>
        <p:nvSpPr>
          <p:cNvPr id="8" name="Text 6"/>
          <p:cNvSpPr/>
          <p:nvPr/>
        </p:nvSpPr>
        <p:spPr>
          <a:xfrm>
            <a:off x="9921240" y="292608"/>
            <a:ext cx="1325880" cy="329184"/>
          </a:xfrm>
          <a:prstGeom prst="rect">
            <a:avLst/>
          </a:prstGeom>
          <a:noFill/>
          <a:ln/>
        </p:spPr>
        <p:txBody>
          <a:bodyPr wrap="square" rtlCol="0" anchor="ctr"/>
          <a:lstStyle/>
          <a:p>
            <a:pPr marL="0" indent="0" algn="ctr">
              <a:buNone/>
            </a:pPr>
            <a:r>
              <a:rPr lang="en-US" sz="1000" b="1" kern="0" spc="50" dirty="0">
                <a:solidFill>
                  <a:srgbClr val="FFFFFF"/>
                </a:solidFill>
                <a:latin typeface="Arial" pitchFamily="34" charset="0"/>
                <a:ea typeface="Arial" pitchFamily="34" charset="-122"/>
                <a:cs typeface="Arial" pitchFamily="34" charset="-120"/>
              </a:rPr>
              <a:t>VOORBEELD</a:t>
            </a:r>
            <a:endParaRPr lang="en-US" sz="1000" dirty="0"/>
          </a:p>
        </p:txBody>
      </p:sp>
      <p:sp>
        <p:nvSpPr>
          <p:cNvPr id="9" name="Text 7"/>
          <p:cNvSpPr/>
          <p:nvPr/>
        </p:nvSpPr>
        <p:spPr>
          <a:xfrm>
            <a:off x="502920" y="1371600"/>
            <a:ext cx="11155680" cy="4754880"/>
          </a:xfrm>
          <a:prstGeom prst="rect">
            <a:avLst/>
          </a:prstGeom>
          <a:noFill/>
          <a:ln/>
        </p:spPr>
        <p:txBody>
          <a:bodyPr wrap="square" lIns="91440" tIns="45720" rIns="91440" bIns="45720" rtlCol="0" anchor="t"/>
          <a:lstStyle/>
          <a:p>
            <a:pPr marL="0" indent="0">
              <a:lnSpc>
                <a:spcPts val="1600"/>
              </a:lnSpc>
              <a:spcAft>
                <a:spcPts val="800"/>
              </a:spcAft>
              <a:buNone/>
            </a:pPr>
            <a:r>
              <a:rPr lang="en-US" sz="1400" dirty="0">
                <a:solidFill>
                  <a:srgbClr val="2B3033"/>
                </a:solidFill>
                <a:latin typeface="Arial"/>
                <a:ea typeface="Arial" pitchFamily="34" charset="-122"/>
                <a:cs typeface="Arial"/>
              </a:rPr>
              <a:t>De gemeente wil een zaaksysteem implementeren om het proces rondom vergunningsaanvragen van burgers, bedrijven en instellingen te moderniseren en digitaliseren. De voornaamste gebruikers van het systeem zijn inwoners die een vergunning aanvragen (zoals voor bouwen, evenementen of kap), de gemeentelijke medewerkers die de aanvragen behandelen en medewerkers van vergunningverlening, toezicht en handhaving.</a:t>
            </a:r>
            <a:endParaRPr lang="en-US" sz="1400">
              <a:latin typeface="Arial"/>
              <a:ea typeface="Calibri"/>
              <a:cs typeface="Arial"/>
            </a:endParaRPr>
          </a:p>
          <a:p>
            <a:pPr marL="0" indent="0">
              <a:lnSpc>
                <a:spcPts val="1600"/>
              </a:lnSpc>
              <a:spcAft>
                <a:spcPts val="800"/>
              </a:spcAft>
              <a:buNone/>
            </a:pPr>
            <a:endParaRPr lang="en-US" sz="1400" dirty="0">
              <a:ea typeface="Calibri"/>
              <a:cs typeface="Calibri"/>
            </a:endParaRPr>
          </a:p>
          <a:p>
            <a:pPr marL="0" indent="0">
              <a:lnSpc>
                <a:spcPts val="1600"/>
              </a:lnSpc>
              <a:spcAft>
                <a:spcPts val="800"/>
              </a:spcAft>
              <a:buNone/>
            </a:pPr>
            <a:r>
              <a:rPr lang="en-US" sz="1400" dirty="0">
                <a:solidFill>
                  <a:srgbClr val="2B3033"/>
                </a:solidFill>
                <a:latin typeface="Arial"/>
                <a:ea typeface="Arial" pitchFamily="34" charset="-122"/>
                <a:cs typeface="Arial"/>
              </a:rPr>
              <a:t>Het proces dat onder het zaaksysteem valt, omvat de volledige aanvraagketen: van het digitaal indienen van een vergunningsaanvraag, het verzamelen en beoordelen van documenten, het intern afhandelen en besluiten, tot het communiceren van de uitkomst aan de aanvrager. Het systeem moet ondersteuning bieden bij het zaakgericht registreren, routeren van taken, en inzicht bieden in status en voortgang.</a:t>
            </a:r>
            <a:endParaRPr lang="en-US" sz="1400">
              <a:latin typeface="Arial"/>
              <a:ea typeface="Calibri"/>
              <a:cs typeface="Arial"/>
            </a:endParaRPr>
          </a:p>
          <a:p>
            <a:pPr marL="0" indent="0">
              <a:lnSpc>
                <a:spcPts val="1600"/>
              </a:lnSpc>
              <a:spcAft>
                <a:spcPts val="800"/>
              </a:spcAft>
              <a:buNone/>
            </a:pPr>
            <a:endParaRPr lang="en-US" sz="1400" dirty="0">
              <a:ea typeface="Calibri"/>
              <a:cs typeface="Calibri"/>
            </a:endParaRPr>
          </a:p>
          <a:p>
            <a:pPr marL="0" indent="0">
              <a:lnSpc>
                <a:spcPts val="1600"/>
              </a:lnSpc>
              <a:spcAft>
                <a:spcPts val="800"/>
              </a:spcAft>
              <a:buNone/>
            </a:pPr>
            <a:r>
              <a:rPr lang="en-US" sz="1400" dirty="0">
                <a:solidFill>
                  <a:srgbClr val="2B3033"/>
                </a:solidFill>
                <a:latin typeface="Arial"/>
                <a:ea typeface="Arial" pitchFamily="34" charset="-122"/>
                <a:cs typeface="Arial"/>
              </a:rPr>
              <a:t>De implementatie is gepland binnen een periode van twaalf maanden, met een gefaseerde uitrol vanaf Q3 2025.</a:t>
            </a:r>
            <a:endParaRPr lang="en-US" sz="1400">
              <a:latin typeface="Arial"/>
              <a:ea typeface="Calibri"/>
              <a:cs typeface="Arial"/>
            </a:endParaRPr>
          </a:p>
          <a:p>
            <a:pPr marL="0" indent="0">
              <a:lnSpc>
                <a:spcPts val="1600"/>
              </a:lnSpc>
              <a:spcAft>
                <a:spcPts val="800"/>
              </a:spcAft>
              <a:buNone/>
            </a:pPr>
            <a:endParaRPr lang="en-US" sz="1400" dirty="0">
              <a:ea typeface="Calibri"/>
              <a:cs typeface="Calibri"/>
            </a:endParaRPr>
          </a:p>
          <a:p>
            <a:pPr marL="0" indent="0">
              <a:lnSpc>
                <a:spcPts val="1600"/>
              </a:lnSpc>
              <a:spcAft>
                <a:spcPts val="800"/>
              </a:spcAft>
              <a:buNone/>
            </a:pPr>
            <a:r>
              <a:rPr lang="en-US" sz="1400" dirty="0">
                <a:solidFill>
                  <a:srgbClr val="2B3033"/>
                </a:solidFill>
                <a:latin typeface="Arial"/>
                <a:ea typeface="Arial" pitchFamily="34" charset="-122"/>
                <a:cs typeface="Arial"/>
              </a:rPr>
              <a:t>De aanleiding voor de implementatie is de wens om de dienstverlening aan burgers te verbeteren, te voldoen aan wet- en regelgeving rond digitale dienstverlening (zoals de Wet open overheid en de Omgevingswet), en om efficiënter te kunnen werken binnen de organisatie. Momenteel worden veel aanvragen nog via e-mail of papier behandeld, wat leidt tot vertraging, foutgevoeligheid en gebrek aan overzicht.</a:t>
            </a:r>
            <a:endParaRPr lang="en-US" sz="1400">
              <a:latin typeface="Arial"/>
              <a:ea typeface="Calibri"/>
              <a:cs typeface="Arial"/>
            </a:endParaRPr>
          </a:p>
          <a:p>
            <a:pPr marL="0" indent="0">
              <a:lnSpc>
                <a:spcPts val="1600"/>
              </a:lnSpc>
              <a:spcAft>
                <a:spcPts val="800"/>
              </a:spcAft>
              <a:buNone/>
            </a:pPr>
            <a:endParaRPr lang="en-US" sz="1400" dirty="0">
              <a:ea typeface="Calibri"/>
              <a:cs typeface="Calibri"/>
            </a:endParaRPr>
          </a:p>
          <a:p>
            <a:pPr marL="0" indent="0">
              <a:lnSpc>
                <a:spcPts val="1600"/>
              </a:lnSpc>
              <a:spcAft>
                <a:spcPts val="800"/>
              </a:spcAft>
              <a:buNone/>
            </a:pPr>
            <a:r>
              <a:rPr lang="en-US" sz="1400" dirty="0">
                <a:solidFill>
                  <a:srgbClr val="2B3033"/>
                </a:solidFill>
                <a:latin typeface="Arial"/>
                <a:ea typeface="Arial" pitchFamily="34" charset="-122"/>
                <a:cs typeface="Arial"/>
              </a:rPr>
              <a:t>Jaarlijks ontvangt de gemeente gemiddeld 4.000 vergunningaanvragen, waarvan ongeveer 60% betrekking heeft op omgevingsvergunningen. De verwachting is dat dit aantal zal toenemen met de komst van de nieuwe Omgevingswet, wat het belang van een goed functionerend zaaksysteem nog verder onderstreept.</a:t>
            </a:r>
            <a:endParaRPr lang="en-US" sz="1400">
              <a:latin typeface="Arial"/>
              <a:ea typeface="Calibri"/>
              <a:cs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274320"/>
            <a:ext cx="960120" cy="960120"/>
          </a:xfrm>
          <a:prstGeom prst="diamond">
            <a:avLst/>
          </a:prstGeom>
          <a:ln w="63500">
            <a:solidFill>
              <a:srgbClr val="89CDF2"/>
            </a:solidFill>
            <a:prstDash val="solid"/>
          </a:ln>
        </p:spPr>
      </p:sp>
      <p:sp>
        <p:nvSpPr>
          <p:cNvPr id="3" name="Text 1"/>
          <p:cNvSpPr/>
          <p:nvPr/>
        </p:nvSpPr>
        <p:spPr>
          <a:xfrm>
            <a:off x="502920" y="292608"/>
            <a:ext cx="9144000" cy="292608"/>
          </a:xfrm>
          <a:prstGeom prst="rect">
            <a:avLst/>
          </a:prstGeom>
          <a:noFill/>
          <a:ln/>
        </p:spPr>
        <p:txBody>
          <a:bodyPr wrap="square" rtlCol="0" anchor="ctr"/>
          <a:lstStyle/>
          <a:p>
            <a:pPr marL="0" indent="0">
              <a:buNone/>
            </a:pPr>
            <a:r>
              <a:rPr lang="en-US" sz="1100" b="1" kern="0" spc="150" dirty="0">
                <a:solidFill>
                  <a:srgbClr val="E76734"/>
                </a:solidFill>
                <a:latin typeface="Arial" pitchFamily="34" charset="0"/>
                <a:ea typeface="Arial" pitchFamily="34" charset="-122"/>
                <a:cs typeface="Arial" pitchFamily="34" charset="-120"/>
              </a:rPr>
              <a:t>CONTEXT &amp; DOELEN</a:t>
            </a:r>
            <a:endParaRPr lang="en-US" sz="1100" dirty="0"/>
          </a:p>
        </p:txBody>
      </p:sp>
      <p:sp>
        <p:nvSpPr>
          <p:cNvPr id="4" name="Text 2"/>
          <p:cNvSpPr/>
          <p:nvPr/>
        </p:nvSpPr>
        <p:spPr>
          <a:xfrm>
            <a:off x="502920" y="566928"/>
            <a:ext cx="10515600" cy="640080"/>
          </a:xfrm>
          <a:prstGeom prst="rect">
            <a:avLst/>
          </a:prstGeom>
          <a:noFill/>
          <a:ln/>
        </p:spPr>
        <p:txBody>
          <a:bodyPr wrap="square" rtlCol="0" anchor="ctr"/>
          <a:lstStyle/>
          <a:p>
            <a:pPr marL="0" indent="0">
              <a:buNone/>
            </a:pPr>
            <a:r>
              <a:rPr lang="en-US" sz="2600" b="1" dirty="0">
                <a:solidFill>
                  <a:srgbClr val="003362"/>
                </a:solidFill>
                <a:latin typeface="Helvetica" pitchFamily="34" charset="0"/>
                <a:ea typeface="Helvetica" pitchFamily="34" charset="-122"/>
                <a:cs typeface="Helvetica" pitchFamily="34" charset="-120"/>
              </a:rPr>
              <a:t>Strategische observaties — kansen, risico’s en richtingen</a:t>
            </a:r>
            <a:endParaRPr lang="en-US" sz="2600" dirty="0"/>
          </a:p>
        </p:txBody>
      </p:sp>
      <p:sp>
        <p:nvSpPr>
          <p:cNvPr id="5" name="Shape 3"/>
          <p:cNvSpPr/>
          <p:nvPr/>
        </p:nvSpPr>
        <p:spPr>
          <a:xfrm>
            <a:off x="0" y="6748272"/>
            <a:ext cx="12188952" cy="109728"/>
          </a:xfrm>
          <a:prstGeom prst="rect">
            <a:avLst/>
          </a:prstGeom>
          <a:solidFill>
            <a:srgbClr val="003362"/>
          </a:solidFill>
          <a:ln/>
        </p:spPr>
      </p:sp>
      <p:sp>
        <p:nvSpPr>
          <p:cNvPr id="6" name="Text 4"/>
          <p:cNvSpPr/>
          <p:nvPr/>
        </p:nvSpPr>
        <p:spPr>
          <a:xfrm>
            <a:off x="457200" y="6355080"/>
            <a:ext cx="5486400" cy="320040"/>
          </a:xfrm>
          <a:prstGeom prst="rect">
            <a:avLst/>
          </a:prstGeom>
          <a:noFill/>
          <a:ln/>
        </p:spPr>
        <p:txBody>
          <a:bodyPr wrap="square" rtlCol="0" anchor="ctr"/>
          <a:lstStyle/>
          <a:p>
            <a:pPr marL="0" indent="0">
              <a:buNone/>
            </a:pPr>
            <a:r>
              <a:rPr lang="en-US" sz="950" i="1" dirty="0">
                <a:solidFill>
                  <a:srgbClr val="6B7680"/>
                </a:solidFill>
                <a:latin typeface="Arial" pitchFamily="34" charset="0"/>
                <a:ea typeface="Arial" pitchFamily="34" charset="-122"/>
                <a:cs typeface="Arial" pitchFamily="34" charset="-120"/>
              </a:rPr>
              <a:t>Context &amp; Doelen</a:t>
            </a:r>
            <a:endParaRPr lang="en-US" sz="950" dirty="0"/>
          </a:p>
        </p:txBody>
      </p:sp>
      <p:sp>
        <p:nvSpPr>
          <p:cNvPr id="7" name="Shape 5"/>
          <p:cNvSpPr/>
          <p:nvPr/>
        </p:nvSpPr>
        <p:spPr>
          <a:xfrm>
            <a:off x="9921240" y="292608"/>
            <a:ext cx="1325880" cy="329184"/>
          </a:xfrm>
          <a:prstGeom prst="roundRect">
            <a:avLst>
              <a:gd name="adj" fmla="val 50000"/>
            </a:avLst>
          </a:prstGeom>
          <a:solidFill>
            <a:srgbClr val="E76734"/>
          </a:solidFill>
          <a:ln/>
        </p:spPr>
      </p:sp>
      <p:sp>
        <p:nvSpPr>
          <p:cNvPr id="8" name="Text 6"/>
          <p:cNvSpPr/>
          <p:nvPr/>
        </p:nvSpPr>
        <p:spPr>
          <a:xfrm>
            <a:off x="9921240" y="292608"/>
            <a:ext cx="1325880" cy="329184"/>
          </a:xfrm>
          <a:prstGeom prst="rect">
            <a:avLst/>
          </a:prstGeom>
          <a:noFill/>
          <a:ln/>
        </p:spPr>
        <p:txBody>
          <a:bodyPr wrap="square" rtlCol="0" anchor="ctr"/>
          <a:lstStyle/>
          <a:p>
            <a:pPr marL="0" indent="0" algn="ctr">
              <a:buNone/>
            </a:pPr>
            <a:r>
              <a:rPr lang="en-US" sz="1000" b="1" kern="0" spc="50" dirty="0">
                <a:solidFill>
                  <a:srgbClr val="FFFFFF"/>
                </a:solidFill>
                <a:latin typeface="Arial" pitchFamily="34" charset="0"/>
                <a:ea typeface="Arial" pitchFamily="34" charset="-122"/>
                <a:cs typeface="Arial" pitchFamily="34" charset="-120"/>
              </a:rPr>
              <a:t>VOORBEELD</a:t>
            </a:r>
            <a:endParaRPr lang="en-US" sz="1000" dirty="0"/>
          </a:p>
        </p:txBody>
      </p:sp>
      <p:sp>
        <p:nvSpPr>
          <p:cNvPr id="9" name="Text 7"/>
          <p:cNvSpPr/>
          <p:nvPr/>
        </p:nvSpPr>
        <p:spPr>
          <a:xfrm>
            <a:off x="502920" y="1371600"/>
            <a:ext cx="11155680" cy="457200"/>
          </a:xfrm>
          <a:prstGeom prst="rect">
            <a:avLst/>
          </a:prstGeom>
          <a:noFill/>
          <a:ln/>
        </p:spPr>
        <p:txBody>
          <a:bodyPr wrap="square" lIns="91440" tIns="45720" rIns="91440" bIns="45720" rtlCol="0" anchor="ctr"/>
          <a:lstStyle/>
          <a:p>
            <a:pPr>
              <a:lnSpc>
                <a:spcPts val="1400"/>
              </a:lnSpc>
            </a:pPr>
            <a:r>
              <a:rPr lang="en-US" sz="1150" i="1" dirty="0">
                <a:solidFill>
                  <a:srgbClr val="6B7680"/>
                </a:solidFill>
                <a:latin typeface="Arial"/>
                <a:ea typeface="Arial" pitchFamily="34" charset="-122"/>
                <a:cs typeface="Arial"/>
              </a:rPr>
              <a:t>Bij het introduceren van een zaaksysteem liggen vaak strategische kansen, die gepaard gaan met risico’s. Waar liggen de kansen en hoe kunnen we de risico’s het </a:t>
            </a:r>
            <a:endParaRPr lang="en-US" sz="1150" dirty="0">
              <a:solidFill>
                <a:srgbClr val="000000"/>
              </a:solidFill>
              <a:latin typeface="Arial"/>
              <a:ea typeface="Calibri" panose="020F0502020204030204"/>
              <a:cs typeface="Arial"/>
            </a:endParaRPr>
          </a:p>
          <a:p>
            <a:pPr marL="0" indent="0">
              <a:lnSpc>
                <a:spcPts val="1400"/>
              </a:lnSpc>
              <a:buNone/>
            </a:pPr>
            <a:r>
              <a:rPr lang="en-US" sz="1150" i="1" dirty="0" err="1">
                <a:solidFill>
                  <a:srgbClr val="6B7680"/>
                </a:solidFill>
                <a:latin typeface="Arial"/>
                <a:ea typeface="Arial" pitchFamily="34" charset="-122"/>
                <a:cs typeface="Arial"/>
              </a:rPr>
              <a:t>beste</a:t>
            </a:r>
            <a:r>
              <a:rPr lang="en-US" sz="1150" i="1" dirty="0">
                <a:solidFill>
                  <a:srgbClr val="6B7680"/>
                </a:solidFill>
                <a:latin typeface="Arial"/>
                <a:ea typeface="Arial" pitchFamily="34" charset="-122"/>
                <a:cs typeface="Arial"/>
              </a:rPr>
              <a:t> </a:t>
            </a:r>
            <a:r>
              <a:rPr lang="en-US" sz="1150" i="1" dirty="0" err="1">
                <a:solidFill>
                  <a:srgbClr val="6B7680"/>
                </a:solidFill>
                <a:latin typeface="Arial"/>
                <a:ea typeface="Arial" pitchFamily="34" charset="-122"/>
                <a:cs typeface="Arial"/>
              </a:rPr>
              <a:t>mitigeren</a:t>
            </a:r>
            <a:r>
              <a:rPr lang="en-US" sz="1150" i="1" dirty="0">
                <a:solidFill>
                  <a:srgbClr val="6B7680"/>
                </a:solidFill>
                <a:latin typeface="Arial"/>
                <a:ea typeface="Arial" pitchFamily="34" charset="-122"/>
                <a:cs typeface="Arial"/>
              </a:rPr>
              <a:t>?</a:t>
            </a:r>
            <a:endParaRPr lang="en-US" sz="1150">
              <a:latin typeface="Arial"/>
              <a:ea typeface="Calibri"/>
              <a:cs typeface="Arial"/>
            </a:endParaRPr>
          </a:p>
        </p:txBody>
      </p:sp>
      <p:sp>
        <p:nvSpPr>
          <p:cNvPr id="10" name="Shape 8"/>
          <p:cNvSpPr/>
          <p:nvPr/>
        </p:nvSpPr>
        <p:spPr>
          <a:xfrm>
            <a:off x="502920" y="1965960"/>
            <a:ext cx="11183112" cy="1417320"/>
          </a:xfrm>
          <a:prstGeom prst="roundRect">
            <a:avLst>
              <a:gd name="adj" fmla="val 4516"/>
            </a:avLst>
          </a:prstGeom>
          <a:solidFill>
            <a:srgbClr val="F5F8FA"/>
          </a:solidFill>
          <a:ln/>
        </p:spPr>
      </p:sp>
      <p:sp>
        <p:nvSpPr>
          <p:cNvPr id="11" name="Shape 9"/>
          <p:cNvSpPr/>
          <p:nvPr/>
        </p:nvSpPr>
        <p:spPr>
          <a:xfrm>
            <a:off x="502920" y="1965960"/>
            <a:ext cx="82296" cy="1417320"/>
          </a:xfrm>
          <a:prstGeom prst="rect">
            <a:avLst/>
          </a:prstGeom>
          <a:solidFill>
            <a:srgbClr val="003362"/>
          </a:solidFill>
          <a:ln/>
        </p:spPr>
      </p:sp>
      <p:sp>
        <p:nvSpPr>
          <p:cNvPr id="12" name="Text 10"/>
          <p:cNvSpPr/>
          <p:nvPr/>
        </p:nvSpPr>
        <p:spPr>
          <a:xfrm>
            <a:off x="777240" y="2075688"/>
            <a:ext cx="2103120" cy="1197864"/>
          </a:xfrm>
          <a:prstGeom prst="rect">
            <a:avLst/>
          </a:prstGeom>
          <a:noFill/>
          <a:ln/>
        </p:spPr>
        <p:txBody>
          <a:bodyPr wrap="square" rtlCol="0" anchor="t"/>
          <a:lstStyle/>
          <a:p>
            <a:pPr marL="0" indent="0">
              <a:buNone/>
            </a:pPr>
            <a:r>
              <a:rPr lang="en-US" sz="1350" b="1" dirty="0">
                <a:solidFill>
                  <a:srgbClr val="003362"/>
                </a:solidFill>
                <a:latin typeface="Arial" pitchFamily="34" charset="0"/>
                <a:ea typeface="Arial" pitchFamily="34" charset="-122"/>
                <a:cs typeface="Arial" pitchFamily="34" charset="-120"/>
              </a:rPr>
              <a:t>Samenwerking</a:t>
            </a:r>
            <a:endParaRPr lang="en-US" sz="1350" dirty="0"/>
          </a:p>
        </p:txBody>
      </p:sp>
      <p:sp>
        <p:nvSpPr>
          <p:cNvPr id="13" name="Text 11"/>
          <p:cNvSpPr/>
          <p:nvPr/>
        </p:nvSpPr>
        <p:spPr>
          <a:xfrm>
            <a:off x="2971800" y="2075688"/>
            <a:ext cx="8549640" cy="1197864"/>
          </a:xfrm>
          <a:prstGeom prst="rect">
            <a:avLst/>
          </a:prstGeom>
          <a:noFill/>
          <a:ln/>
        </p:spPr>
        <p:txBody>
          <a:bodyPr wrap="square" lIns="91440" tIns="45720" rIns="91440" bIns="45720" rtlCol="0" anchor="t"/>
          <a:lstStyle/>
          <a:p>
            <a:pPr>
              <a:lnSpc>
                <a:spcPts val="1250"/>
              </a:lnSpc>
            </a:pPr>
            <a:r>
              <a:rPr lang="en-US" sz="1200" dirty="0">
                <a:solidFill>
                  <a:srgbClr val="2B3033"/>
                </a:solidFill>
                <a:latin typeface="Arial"/>
                <a:ea typeface="Arial" pitchFamily="34" charset="-122"/>
                <a:cs typeface="Arial"/>
              </a:rPr>
              <a:t>De </a:t>
            </a:r>
            <a:r>
              <a:rPr lang="en-US" sz="1200" dirty="0" err="1">
                <a:solidFill>
                  <a:srgbClr val="2B3033"/>
                </a:solidFill>
                <a:latin typeface="Arial"/>
                <a:ea typeface="Arial" pitchFamily="34" charset="-122"/>
                <a:cs typeface="Arial"/>
              </a:rPr>
              <a:t>organisatie</a:t>
            </a:r>
            <a:r>
              <a:rPr lang="en-US" sz="1200" dirty="0">
                <a:solidFill>
                  <a:srgbClr val="2B3033"/>
                </a:solidFill>
                <a:latin typeface="Arial"/>
                <a:ea typeface="Arial" pitchFamily="34" charset="-122"/>
                <a:cs typeface="Arial"/>
              </a:rPr>
              <a:t> </a:t>
            </a:r>
            <a:r>
              <a:rPr lang="en-US" sz="1200" dirty="0" err="1">
                <a:solidFill>
                  <a:srgbClr val="2B3033"/>
                </a:solidFill>
                <a:latin typeface="Arial"/>
                <a:ea typeface="Arial" pitchFamily="34" charset="-122"/>
                <a:cs typeface="Arial"/>
              </a:rPr>
              <a:t>wil</a:t>
            </a:r>
            <a:r>
              <a:rPr lang="en-US" sz="1200" dirty="0">
                <a:solidFill>
                  <a:srgbClr val="2B3033"/>
                </a:solidFill>
                <a:latin typeface="Arial"/>
                <a:ea typeface="Arial" pitchFamily="34" charset="-122"/>
                <a:cs typeface="Arial"/>
              </a:rPr>
              <a:t> </a:t>
            </a:r>
            <a:r>
              <a:rPr lang="en-US" sz="1200" dirty="0" err="1">
                <a:solidFill>
                  <a:srgbClr val="2B3033"/>
                </a:solidFill>
                <a:latin typeface="Arial"/>
                <a:ea typeface="Arial" pitchFamily="34" charset="-122"/>
                <a:cs typeface="Arial"/>
              </a:rPr>
              <a:t>graag</a:t>
            </a:r>
            <a:r>
              <a:rPr lang="en-US" sz="1200" dirty="0">
                <a:solidFill>
                  <a:srgbClr val="2B3033"/>
                </a:solidFill>
                <a:latin typeface="Arial"/>
                <a:ea typeface="Arial" pitchFamily="34" charset="-122"/>
                <a:cs typeface="Arial"/>
              </a:rPr>
              <a:t> </a:t>
            </a:r>
            <a:r>
              <a:rPr lang="en-US" sz="1200" dirty="0" err="1">
                <a:solidFill>
                  <a:srgbClr val="2B3033"/>
                </a:solidFill>
                <a:latin typeface="Arial"/>
                <a:ea typeface="Arial" pitchFamily="34" charset="-122"/>
                <a:cs typeface="Arial"/>
              </a:rPr>
              <a:t>beter</a:t>
            </a:r>
            <a:r>
              <a:rPr lang="en-US" sz="1200" dirty="0">
                <a:solidFill>
                  <a:srgbClr val="2B3033"/>
                </a:solidFill>
                <a:latin typeface="Arial"/>
                <a:ea typeface="Arial" pitchFamily="34" charset="-122"/>
                <a:cs typeface="Arial"/>
              </a:rPr>
              <a:t> </a:t>
            </a:r>
            <a:r>
              <a:rPr lang="en-US" sz="1200" dirty="0" err="1">
                <a:solidFill>
                  <a:srgbClr val="2B3033"/>
                </a:solidFill>
                <a:latin typeface="Arial"/>
                <a:ea typeface="Arial" pitchFamily="34" charset="-122"/>
                <a:cs typeface="Arial"/>
              </a:rPr>
              <a:t>samenwerken</a:t>
            </a:r>
            <a:r>
              <a:rPr lang="en-US" sz="1200" dirty="0">
                <a:solidFill>
                  <a:srgbClr val="2B3033"/>
                </a:solidFill>
                <a:latin typeface="Arial"/>
                <a:ea typeface="Arial" pitchFamily="34" charset="-122"/>
                <a:cs typeface="Arial"/>
              </a:rPr>
              <a:t> met </a:t>
            </a:r>
            <a:r>
              <a:rPr lang="en-US" sz="1200" dirty="0" err="1">
                <a:solidFill>
                  <a:srgbClr val="2B3033"/>
                </a:solidFill>
                <a:latin typeface="Arial"/>
                <a:ea typeface="Arial" pitchFamily="34" charset="-122"/>
                <a:cs typeface="Arial"/>
              </a:rPr>
              <a:t>ketenpartners</a:t>
            </a:r>
            <a:r>
              <a:rPr lang="en-US" sz="1200" dirty="0">
                <a:solidFill>
                  <a:srgbClr val="2B3033"/>
                </a:solidFill>
                <a:latin typeface="Arial"/>
                <a:ea typeface="Arial" pitchFamily="34" charset="-122"/>
                <a:cs typeface="Arial"/>
              </a:rPr>
              <a:t>, om tot </a:t>
            </a:r>
            <a:r>
              <a:rPr lang="en-US" sz="1200" dirty="0" err="1">
                <a:solidFill>
                  <a:srgbClr val="2B3033"/>
                </a:solidFill>
                <a:latin typeface="Arial"/>
                <a:ea typeface="Arial" pitchFamily="34" charset="-122"/>
                <a:cs typeface="Arial"/>
              </a:rPr>
              <a:t>een</a:t>
            </a:r>
            <a:r>
              <a:rPr lang="en-US" sz="1200" dirty="0">
                <a:solidFill>
                  <a:srgbClr val="2B3033"/>
                </a:solidFill>
                <a:latin typeface="Arial"/>
                <a:ea typeface="Arial" pitchFamily="34" charset="-122"/>
                <a:cs typeface="Arial"/>
              </a:rPr>
              <a:t> </a:t>
            </a:r>
            <a:r>
              <a:rPr lang="en-US" sz="1200" dirty="0" err="1">
                <a:solidFill>
                  <a:srgbClr val="2B3033"/>
                </a:solidFill>
                <a:latin typeface="Arial"/>
                <a:ea typeface="Arial" pitchFamily="34" charset="-122"/>
                <a:cs typeface="Arial"/>
              </a:rPr>
              <a:t>snellere</a:t>
            </a:r>
            <a:r>
              <a:rPr lang="en-US" sz="1200" dirty="0">
                <a:solidFill>
                  <a:srgbClr val="2B3033"/>
                </a:solidFill>
                <a:latin typeface="Arial"/>
                <a:ea typeface="Arial" pitchFamily="34" charset="-122"/>
                <a:cs typeface="Arial"/>
              </a:rPr>
              <a:t> </a:t>
            </a:r>
            <a:r>
              <a:rPr lang="en-US" sz="1200" dirty="0" err="1">
                <a:solidFill>
                  <a:srgbClr val="2B3033"/>
                </a:solidFill>
                <a:latin typeface="Arial"/>
                <a:ea typeface="Arial" pitchFamily="34" charset="-122"/>
                <a:cs typeface="Arial"/>
              </a:rPr>
              <a:t>en</a:t>
            </a:r>
            <a:r>
              <a:rPr lang="en-US" sz="1200" dirty="0">
                <a:solidFill>
                  <a:srgbClr val="2B3033"/>
                </a:solidFill>
                <a:latin typeface="Arial"/>
                <a:ea typeface="Arial" pitchFamily="34" charset="-122"/>
                <a:cs typeface="Arial"/>
              </a:rPr>
              <a:t> </a:t>
            </a:r>
            <a:r>
              <a:rPr lang="en-US" sz="1200" dirty="0" err="1">
                <a:solidFill>
                  <a:srgbClr val="2B3033"/>
                </a:solidFill>
                <a:latin typeface="Arial"/>
                <a:ea typeface="Arial" pitchFamily="34" charset="-122"/>
                <a:cs typeface="Arial"/>
              </a:rPr>
              <a:t>betere</a:t>
            </a:r>
            <a:r>
              <a:rPr lang="en-US" sz="1200" dirty="0">
                <a:solidFill>
                  <a:srgbClr val="2B3033"/>
                </a:solidFill>
                <a:latin typeface="Arial"/>
                <a:ea typeface="Arial" pitchFamily="34" charset="-122"/>
                <a:cs typeface="Arial"/>
              </a:rPr>
              <a:t> </a:t>
            </a:r>
            <a:r>
              <a:rPr lang="en-US" sz="1200" dirty="0" err="1">
                <a:solidFill>
                  <a:srgbClr val="2B3033"/>
                </a:solidFill>
                <a:latin typeface="Arial"/>
                <a:ea typeface="Arial" pitchFamily="34" charset="-122"/>
                <a:cs typeface="Arial"/>
              </a:rPr>
              <a:t>dienstverlening</a:t>
            </a:r>
            <a:r>
              <a:rPr lang="en-US" sz="1200" dirty="0">
                <a:solidFill>
                  <a:srgbClr val="2B3033"/>
                </a:solidFill>
                <a:latin typeface="Arial"/>
                <a:ea typeface="Arial" pitchFamily="34" charset="-122"/>
                <a:cs typeface="Arial"/>
              </a:rPr>
              <a:t> </a:t>
            </a:r>
            <a:r>
              <a:rPr lang="en-US" sz="1200" dirty="0" err="1">
                <a:solidFill>
                  <a:srgbClr val="2B3033"/>
                </a:solidFill>
                <a:latin typeface="Arial"/>
                <a:ea typeface="Arial" pitchFamily="34" charset="-122"/>
                <a:cs typeface="Arial"/>
              </a:rPr>
              <a:t>te</a:t>
            </a:r>
            <a:r>
              <a:rPr lang="en-US" sz="1200" dirty="0">
                <a:solidFill>
                  <a:srgbClr val="2B3033"/>
                </a:solidFill>
                <a:latin typeface="Arial"/>
                <a:ea typeface="Arial" pitchFamily="34" charset="-122"/>
                <a:cs typeface="Arial"/>
              </a:rPr>
              <a:t> </a:t>
            </a:r>
            <a:r>
              <a:rPr lang="en-US" sz="1200" dirty="0" err="1">
                <a:solidFill>
                  <a:srgbClr val="2B3033"/>
                </a:solidFill>
                <a:latin typeface="Arial"/>
                <a:ea typeface="Arial" pitchFamily="34" charset="-122"/>
                <a:cs typeface="Arial"/>
              </a:rPr>
              <a:t>komen</a:t>
            </a:r>
            <a:r>
              <a:rPr lang="en-US" sz="1200" dirty="0">
                <a:solidFill>
                  <a:srgbClr val="2B3033"/>
                </a:solidFill>
                <a:latin typeface="Arial"/>
                <a:ea typeface="Arial" pitchFamily="34" charset="-122"/>
                <a:cs typeface="Arial"/>
              </a:rPr>
              <a:t>.</a:t>
            </a:r>
            <a:endParaRPr lang="en-US" sz="1200" dirty="0">
              <a:solidFill>
                <a:srgbClr val="000000"/>
              </a:solidFill>
              <a:latin typeface="Arial"/>
              <a:ea typeface="Calibri"/>
              <a:cs typeface="Calibri"/>
            </a:endParaRPr>
          </a:p>
          <a:p>
            <a:pPr>
              <a:lnSpc>
                <a:spcPts val="1250"/>
              </a:lnSpc>
            </a:pPr>
            <a:r>
              <a:rPr lang="en-US" sz="1200" dirty="0">
                <a:solidFill>
                  <a:srgbClr val="2B3033"/>
                </a:solidFill>
                <a:latin typeface="Arial"/>
                <a:ea typeface="Arial" pitchFamily="34" charset="-122"/>
                <a:cs typeface="Arial"/>
              </a:rPr>
              <a:t>Dit project </a:t>
            </a:r>
            <a:r>
              <a:rPr lang="en-US" sz="1200" dirty="0" err="1">
                <a:solidFill>
                  <a:srgbClr val="2B3033"/>
                </a:solidFill>
                <a:latin typeface="Arial"/>
                <a:ea typeface="Arial" pitchFamily="34" charset="-122"/>
                <a:cs typeface="Arial"/>
              </a:rPr>
              <a:t>kan</a:t>
            </a:r>
            <a:r>
              <a:rPr lang="en-US" sz="1200" dirty="0">
                <a:solidFill>
                  <a:srgbClr val="2B3033"/>
                </a:solidFill>
                <a:latin typeface="Arial"/>
                <a:ea typeface="Arial" pitchFamily="34" charset="-122"/>
                <a:cs typeface="Arial"/>
              </a:rPr>
              <a:t> </a:t>
            </a:r>
            <a:r>
              <a:rPr lang="en-US" sz="1200" dirty="0" err="1">
                <a:solidFill>
                  <a:srgbClr val="2B3033"/>
                </a:solidFill>
                <a:latin typeface="Arial"/>
                <a:ea typeface="Arial" pitchFamily="34" charset="-122"/>
                <a:cs typeface="Arial"/>
              </a:rPr>
              <a:t>gebruikt</a:t>
            </a:r>
            <a:r>
              <a:rPr lang="en-US" sz="1200" dirty="0">
                <a:solidFill>
                  <a:srgbClr val="2B3033"/>
                </a:solidFill>
                <a:latin typeface="Arial"/>
                <a:ea typeface="Arial" pitchFamily="34" charset="-122"/>
                <a:cs typeface="Arial"/>
              </a:rPr>
              <a:t> </a:t>
            </a:r>
            <a:r>
              <a:rPr lang="en-US" sz="1200" dirty="0" err="1">
                <a:solidFill>
                  <a:srgbClr val="2B3033"/>
                </a:solidFill>
                <a:latin typeface="Arial"/>
                <a:ea typeface="Arial" pitchFamily="34" charset="-122"/>
                <a:cs typeface="Arial"/>
              </a:rPr>
              <a:t>worden</a:t>
            </a:r>
            <a:r>
              <a:rPr lang="en-US" sz="1200" dirty="0">
                <a:solidFill>
                  <a:srgbClr val="2B3033"/>
                </a:solidFill>
                <a:latin typeface="Arial"/>
                <a:ea typeface="Arial" pitchFamily="34" charset="-122"/>
                <a:cs typeface="Arial"/>
              </a:rPr>
              <a:t> om </a:t>
            </a:r>
            <a:r>
              <a:rPr lang="en-US" sz="1200" dirty="0" err="1">
                <a:solidFill>
                  <a:srgbClr val="2B3033"/>
                </a:solidFill>
                <a:latin typeface="Arial"/>
                <a:ea typeface="Arial" pitchFamily="34" charset="-122"/>
                <a:cs typeface="Arial"/>
              </a:rPr>
              <a:t>verschillende</a:t>
            </a:r>
            <a:r>
              <a:rPr lang="en-US" sz="1200" dirty="0">
                <a:solidFill>
                  <a:srgbClr val="2B3033"/>
                </a:solidFill>
                <a:latin typeface="Arial"/>
                <a:ea typeface="Arial" pitchFamily="34" charset="-122"/>
                <a:cs typeface="Arial"/>
              </a:rPr>
              <a:t> </a:t>
            </a:r>
            <a:r>
              <a:rPr lang="en-US" sz="1200" dirty="0" err="1">
                <a:solidFill>
                  <a:srgbClr val="2B3033"/>
                </a:solidFill>
                <a:latin typeface="Arial"/>
                <a:ea typeface="Arial" pitchFamily="34" charset="-122"/>
                <a:cs typeface="Arial"/>
              </a:rPr>
              <a:t>partijen</a:t>
            </a:r>
            <a:r>
              <a:rPr lang="en-US" sz="1200" dirty="0">
                <a:solidFill>
                  <a:srgbClr val="2B3033"/>
                </a:solidFill>
                <a:latin typeface="Arial"/>
                <a:ea typeface="Arial" pitchFamily="34" charset="-122"/>
                <a:cs typeface="Arial"/>
              </a:rPr>
              <a:t> </a:t>
            </a:r>
            <a:r>
              <a:rPr lang="en-US" sz="1200" dirty="0" err="1">
                <a:solidFill>
                  <a:srgbClr val="2B3033"/>
                </a:solidFill>
                <a:latin typeface="Arial"/>
                <a:ea typeface="Arial" pitchFamily="34" charset="-122"/>
                <a:cs typeface="Arial"/>
              </a:rPr>
              <a:t>bij</a:t>
            </a:r>
            <a:r>
              <a:rPr lang="en-US" sz="1200" dirty="0">
                <a:solidFill>
                  <a:srgbClr val="2B3033"/>
                </a:solidFill>
                <a:latin typeface="Arial"/>
                <a:ea typeface="Arial" pitchFamily="34" charset="-122"/>
                <a:cs typeface="Arial"/>
              </a:rPr>
              <a:t> </a:t>
            </a:r>
            <a:r>
              <a:rPr lang="en-US" sz="1200" dirty="0" err="1">
                <a:solidFill>
                  <a:srgbClr val="2B3033"/>
                </a:solidFill>
                <a:latin typeface="Arial"/>
                <a:ea typeface="Arial" pitchFamily="34" charset="-122"/>
                <a:cs typeface="Arial"/>
              </a:rPr>
              <a:t>elkaar</a:t>
            </a:r>
            <a:r>
              <a:rPr lang="en-US" sz="1200" dirty="0">
                <a:solidFill>
                  <a:srgbClr val="2B3033"/>
                </a:solidFill>
                <a:latin typeface="Arial"/>
                <a:ea typeface="Arial" pitchFamily="34" charset="-122"/>
                <a:cs typeface="Arial"/>
              </a:rPr>
              <a:t> </a:t>
            </a:r>
            <a:r>
              <a:rPr lang="en-US" sz="1200" dirty="0" err="1">
                <a:solidFill>
                  <a:srgbClr val="2B3033"/>
                </a:solidFill>
                <a:latin typeface="Arial"/>
                <a:ea typeface="Arial" pitchFamily="34" charset="-122"/>
                <a:cs typeface="Arial"/>
              </a:rPr>
              <a:t>te</a:t>
            </a:r>
            <a:r>
              <a:rPr lang="en-US" sz="1200" dirty="0">
                <a:solidFill>
                  <a:srgbClr val="2B3033"/>
                </a:solidFill>
                <a:latin typeface="Arial"/>
                <a:ea typeface="Arial" pitchFamily="34" charset="-122"/>
                <a:cs typeface="Arial"/>
              </a:rPr>
              <a:t> </a:t>
            </a:r>
            <a:r>
              <a:rPr lang="en-US" sz="1200" dirty="0" err="1">
                <a:solidFill>
                  <a:srgbClr val="2B3033"/>
                </a:solidFill>
                <a:latin typeface="Arial"/>
                <a:ea typeface="Arial" pitchFamily="34" charset="-122"/>
                <a:cs typeface="Arial"/>
              </a:rPr>
              <a:t>brengen</a:t>
            </a:r>
            <a:r>
              <a:rPr lang="en-US" sz="1200" dirty="0">
                <a:solidFill>
                  <a:srgbClr val="2B3033"/>
                </a:solidFill>
                <a:latin typeface="Arial"/>
                <a:ea typeface="Arial" pitchFamily="34" charset="-122"/>
                <a:cs typeface="Arial"/>
              </a:rPr>
              <a:t> </a:t>
            </a:r>
            <a:r>
              <a:rPr lang="en-US" sz="1200" dirty="0" err="1">
                <a:solidFill>
                  <a:srgbClr val="2B3033"/>
                </a:solidFill>
                <a:latin typeface="Arial"/>
                <a:ea typeface="Arial" pitchFamily="34" charset="-122"/>
                <a:cs typeface="Arial"/>
              </a:rPr>
              <a:t>en</a:t>
            </a:r>
            <a:r>
              <a:rPr lang="en-US" sz="1200" dirty="0">
                <a:solidFill>
                  <a:srgbClr val="2B3033"/>
                </a:solidFill>
                <a:latin typeface="Arial"/>
                <a:ea typeface="Arial" pitchFamily="34" charset="-122"/>
                <a:cs typeface="Arial"/>
              </a:rPr>
              <a:t> </a:t>
            </a:r>
            <a:r>
              <a:rPr lang="en-US" sz="1200" dirty="0" err="1">
                <a:solidFill>
                  <a:srgbClr val="2B3033"/>
                </a:solidFill>
                <a:latin typeface="Arial"/>
                <a:ea typeface="Arial" pitchFamily="34" charset="-122"/>
                <a:cs typeface="Arial"/>
              </a:rPr>
              <a:t>een</a:t>
            </a:r>
            <a:r>
              <a:rPr lang="en-US" sz="1200" dirty="0">
                <a:solidFill>
                  <a:srgbClr val="2B3033"/>
                </a:solidFill>
                <a:latin typeface="Arial"/>
                <a:ea typeface="Arial" pitchFamily="34" charset="-122"/>
                <a:cs typeface="Arial"/>
              </a:rPr>
              <a:t> </a:t>
            </a:r>
            <a:r>
              <a:rPr lang="en-US" sz="1200" dirty="0" err="1">
                <a:solidFill>
                  <a:srgbClr val="2B3033"/>
                </a:solidFill>
                <a:latin typeface="Arial"/>
                <a:ea typeface="Arial" pitchFamily="34" charset="-122"/>
                <a:cs typeface="Arial"/>
              </a:rPr>
              <a:t>duidelijk</a:t>
            </a:r>
            <a:r>
              <a:rPr lang="en-US" sz="1200" dirty="0">
                <a:solidFill>
                  <a:srgbClr val="2B3033"/>
                </a:solidFill>
                <a:latin typeface="Arial"/>
                <a:ea typeface="Arial" pitchFamily="34" charset="-122"/>
                <a:cs typeface="Arial"/>
              </a:rPr>
              <a:t> </a:t>
            </a:r>
            <a:r>
              <a:rPr lang="en-US" sz="1200" dirty="0" err="1">
                <a:solidFill>
                  <a:srgbClr val="2B3033"/>
                </a:solidFill>
                <a:latin typeface="Arial"/>
                <a:ea typeface="Arial" pitchFamily="34" charset="-122"/>
                <a:cs typeface="Arial"/>
              </a:rPr>
              <a:t>communicatiekanaal</a:t>
            </a:r>
            <a:r>
              <a:rPr lang="en-US" sz="1200" dirty="0">
                <a:solidFill>
                  <a:srgbClr val="2B3033"/>
                </a:solidFill>
                <a:latin typeface="Arial"/>
                <a:ea typeface="Arial" pitchFamily="34" charset="-122"/>
                <a:cs typeface="Arial"/>
              </a:rPr>
              <a:t> </a:t>
            </a:r>
            <a:r>
              <a:rPr lang="en-US" sz="1200" dirty="0" err="1">
                <a:solidFill>
                  <a:srgbClr val="2B3033"/>
                </a:solidFill>
                <a:latin typeface="Arial"/>
                <a:ea typeface="Arial" pitchFamily="34" charset="-122"/>
                <a:cs typeface="Arial"/>
              </a:rPr>
              <a:t>te</a:t>
            </a:r>
            <a:r>
              <a:rPr lang="en-US" sz="1200" dirty="0">
                <a:solidFill>
                  <a:srgbClr val="2B3033"/>
                </a:solidFill>
                <a:latin typeface="Arial"/>
                <a:ea typeface="Arial" pitchFamily="34" charset="-122"/>
                <a:cs typeface="Arial"/>
              </a:rPr>
              <a:t> </a:t>
            </a:r>
            <a:r>
              <a:rPr lang="en-US" sz="1200" dirty="0" err="1">
                <a:solidFill>
                  <a:srgbClr val="2B3033"/>
                </a:solidFill>
                <a:latin typeface="Arial"/>
                <a:ea typeface="Arial" pitchFamily="34" charset="-122"/>
                <a:cs typeface="Arial"/>
              </a:rPr>
              <a:t>creëren</a:t>
            </a:r>
            <a:r>
              <a:rPr lang="en-US" sz="1200" dirty="0">
                <a:solidFill>
                  <a:srgbClr val="2B3033"/>
                </a:solidFill>
                <a:latin typeface="Arial"/>
                <a:ea typeface="Arial" pitchFamily="34" charset="-122"/>
                <a:cs typeface="Arial"/>
              </a:rPr>
              <a:t>. </a:t>
            </a:r>
            <a:endParaRPr lang="en-US" sz="1200">
              <a:solidFill>
                <a:srgbClr val="000000"/>
              </a:solidFill>
              <a:latin typeface="Arial"/>
              <a:ea typeface="Calibri"/>
              <a:cs typeface="Calibri"/>
            </a:endParaRPr>
          </a:p>
          <a:p>
            <a:pPr>
              <a:lnSpc>
                <a:spcPts val="1250"/>
              </a:lnSpc>
            </a:pPr>
            <a:endParaRPr lang="en-US" sz="1200" dirty="0">
              <a:solidFill>
                <a:srgbClr val="2B3033"/>
              </a:solidFill>
              <a:latin typeface="Arial"/>
              <a:ea typeface="Arial" pitchFamily="34" charset="-122"/>
              <a:cs typeface="Arial"/>
            </a:endParaRPr>
          </a:p>
          <a:p>
            <a:pPr marL="0" indent="0">
              <a:lnSpc>
                <a:spcPts val="1250"/>
              </a:lnSpc>
              <a:buNone/>
            </a:pPr>
            <a:r>
              <a:rPr lang="en-US" sz="1200" dirty="0">
                <a:solidFill>
                  <a:srgbClr val="2B3033"/>
                </a:solidFill>
                <a:latin typeface="Arial"/>
                <a:ea typeface="Arial" pitchFamily="34" charset="-122"/>
                <a:cs typeface="Arial"/>
              </a:rPr>
              <a:t>Het grootste risico is dat externe partijen niet meekomen, of dat de communicatie te traag gaat — vroeg in het project duidelijke afspraken maken en periodiek voortgang delen.</a:t>
            </a:r>
            <a:endParaRPr lang="en-US" sz="1200">
              <a:latin typeface="Arial"/>
              <a:ea typeface="Calibri"/>
              <a:cs typeface="Calibri"/>
            </a:endParaRPr>
          </a:p>
        </p:txBody>
      </p:sp>
      <p:sp>
        <p:nvSpPr>
          <p:cNvPr id="14" name="Shape 12"/>
          <p:cNvSpPr/>
          <p:nvPr/>
        </p:nvSpPr>
        <p:spPr>
          <a:xfrm>
            <a:off x="502920" y="3493008"/>
            <a:ext cx="11183112" cy="1417320"/>
          </a:xfrm>
          <a:prstGeom prst="roundRect">
            <a:avLst>
              <a:gd name="adj" fmla="val 4516"/>
            </a:avLst>
          </a:prstGeom>
          <a:solidFill>
            <a:srgbClr val="F5F8FA"/>
          </a:solidFill>
          <a:ln/>
        </p:spPr>
      </p:sp>
      <p:sp>
        <p:nvSpPr>
          <p:cNvPr id="15" name="Shape 13"/>
          <p:cNvSpPr/>
          <p:nvPr/>
        </p:nvSpPr>
        <p:spPr>
          <a:xfrm>
            <a:off x="502920" y="3493008"/>
            <a:ext cx="82296" cy="1417320"/>
          </a:xfrm>
          <a:prstGeom prst="rect">
            <a:avLst/>
          </a:prstGeom>
          <a:solidFill>
            <a:srgbClr val="E76734"/>
          </a:solidFill>
          <a:ln/>
        </p:spPr>
      </p:sp>
      <p:sp>
        <p:nvSpPr>
          <p:cNvPr id="16" name="Text 14"/>
          <p:cNvSpPr/>
          <p:nvPr/>
        </p:nvSpPr>
        <p:spPr>
          <a:xfrm>
            <a:off x="777240" y="3602736"/>
            <a:ext cx="2103120" cy="1197864"/>
          </a:xfrm>
          <a:prstGeom prst="rect">
            <a:avLst/>
          </a:prstGeom>
          <a:noFill/>
          <a:ln/>
        </p:spPr>
        <p:txBody>
          <a:bodyPr wrap="square" rtlCol="0" anchor="t"/>
          <a:lstStyle/>
          <a:p>
            <a:pPr marL="0" indent="0">
              <a:buNone/>
            </a:pPr>
            <a:r>
              <a:rPr lang="en-US" sz="1350" b="1" dirty="0">
                <a:solidFill>
                  <a:srgbClr val="003362"/>
                </a:solidFill>
                <a:latin typeface="Arial" pitchFamily="34" charset="0"/>
                <a:ea typeface="Arial" pitchFamily="34" charset="-122"/>
                <a:cs typeface="Arial" pitchFamily="34" charset="-120"/>
              </a:rPr>
              <a:t>Organisatiecultuur</a:t>
            </a:r>
            <a:endParaRPr lang="en-US" sz="1350" dirty="0"/>
          </a:p>
        </p:txBody>
      </p:sp>
      <p:sp>
        <p:nvSpPr>
          <p:cNvPr id="17" name="Text 15"/>
          <p:cNvSpPr/>
          <p:nvPr/>
        </p:nvSpPr>
        <p:spPr>
          <a:xfrm>
            <a:off x="2971800" y="3602736"/>
            <a:ext cx="8549640" cy="1197864"/>
          </a:xfrm>
          <a:prstGeom prst="rect">
            <a:avLst/>
          </a:prstGeom>
          <a:noFill/>
          <a:ln/>
        </p:spPr>
        <p:txBody>
          <a:bodyPr wrap="square" lIns="91440" tIns="45720" rIns="91440" bIns="45720" rtlCol="0" anchor="t"/>
          <a:lstStyle/>
          <a:p>
            <a:pPr>
              <a:lnSpc>
                <a:spcPts val="1250"/>
              </a:lnSpc>
            </a:pPr>
            <a:r>
              <a:rPr lang="en-US" sz="1200" dirty="0">
                <a:solidFill>
                  <a:srgbClr val="2B3033"/>
                </a:solidFill>
                <a:latin typeface="Arial"/>
                <a:ea typeface="Arial" pitchFamily="34" charset="-122"/>
                <a:cs typeface="Arial"/>
              </a:rPr>
              <a:t>De eindgebruikers zijn sceptisch over het introduceren van een nieuw systeem. Dit project kan gebruikt worden om vertrouwen te creëren — de verandering zou hen een voordeel moeten geven in het dagelijkse werk. </a:t>
            </a:r>
            <a:endParaRPr lang="en-US" sz="1200">
              <a:solidFill>
                <a:srgbClr val="000000"/>
              </a:solidFill>
              <a:latin typeface="Arial"/>
              <a:ea typeface="Calibri"/>
              <a:cs typeface="Arial"/>
            </a:endParaRPr>
          </a:p>
          <a:p>
            <a:pPr>
              <a:lnSpc>
                <a:spcPts val="1250"/>
              </a:lnSpc>
            </a:pPr>
            <a:endParaRPr lang="en-US" sz="1200" dirty="0">
              <a:solidFill>
                <a:srgbClr val="2B3033"/>
              </a:solidFill>
              <a:latin typeface="Arial"/>
              <a:ea typeface="Arial" pitchFamily="34" charset="-122"/>
              <a:cs typeface="Arial"/>
            </a:endParaRPr>
          </a:p>
          <a:p>
            <a:pPr marL="0" indent="0">
              <a:lnSpc>
                <a:spcPts val="1250"/>
              </a:lnSpc>
              <a:buNone/>
            </a:pPr>
            <a:r>
              <a:rPr lang="en-US" sz="1200" dirty="0">
                <a:solidFill>
                  <a:srgbClr val="2B3033"/>
                </a:solidFill>
                <a:latin typeface="Arial"/>
                <a:ea typeface="Arial" pitchFamily="34" charset="-122"/>
                <a:cs typeface="Arial"/>
              </a:rPr>
              <a:t>Het </a:t>
            </a:r>
            <a:r>
              <a:rPr lang="en-US" sz="1200" dirty="0" err="1">
                <a:solidFill>
                  <a:srgbClr val="2B3033"/>
                </a:solidFill>
                <a:latin typeface="Arial"/>
                <a:ea typeface="Arial" pitchFamily="34" charset="-122"/>
                <a:cs typeface="Arial"/>
              </a:rPr>
              <a:t>grootste</a:t>
            </a:r>
            <a:r>
              <a:rPr lang="en-US" sz="1200" dirty="0">
                <a:solidFill>
                  <a:srgbClr val="2B3033"/>
                </a:solidFill>
                <a:latin typeface="Arial"/>
                <a:ea typeface="Arial" pitchFamily="34" charset="-122"/>
                <a:cs typeface="Arial"/>
              </a:rPr>
              <a:t> </a:t>
            </a:r>
            <a:r>
              <a:rPr lang="en-US" sz="1200" dirty="0" err="1">
                <a:solidFill>
                  <a:srgbClr val="2B3033"/>
                </a:solidFill>
                <a:latin typeface="Arial"/>
                <a:ea typeface="Arial" pitchFamily="34" charset="-122"/>
                <a:cs typeface="Arial"/>
              </a:rPr>
              <a:t>risico</a:t>
            </a:r>
            <a:r>
              <a:rPr lang="en-US" sz="1200" dirty="0">
                <a:solidFill>
                  <a:srgbClr val="2B3033"/>
                </a:solidFill>
                <a:latin typeface="Arial"/>
                <a:ea typeface="Arial" pitchFamily="34" charset="-122"/>
                <a:cs typeface="Arial"/>
              </a:rPr>
              <a:t> is </a:t>
            </a:r>
            <a:r>
              <a:rPr lang="en-US" sz="1200" dirty="0" err="1">
                <a:solidFill>
                  <a:srgbClr val="2B3033"/>
                </a:solidFill>
                <a:latin typeface="Arial"/>
                <a:ea typeface="Arial" pitchFamily="34" charset="-122"/>
                <a:cs typeface="Arial"/>
              </a:rPr>
              <a:t>dat</a:t>
            </a:r>
            <a:r>
              <a:rPr lang="en-US" sz="1200" dirty="0">
                <a:solidFill>
                  <a:srgbClr val="2B3033"/>
                </a:solidFill>
                <a:latin typeface="Arial"/>
                <a:ea typeface="Arial" pitchFamily="34" charset="-122"/>
                <a:cs typeface="Arial"/>
              </a:rPr>
              <a:t> </a:t>
            </a:r>
            <a:r>
              <a:rPr lang="en-US" sz="1200" dirty="0" err="1">
                <a:solidFill>
                  <a:srgbClr val="2B3033"/>
                </a:solidFill>
                <a:latin typeface="Arial"/>
                <a:ea typeface="Arial" pitchFamily="34" charset="-122"/>
                <a:cs typeface="Arial"/>
              </a:rPr>
              <a:t>eindgebruikers</a:t>
            </a:r>
            <a:r>
              <a:rPr lang="en-US" sz="1200" dirty="0">
                <a:solidFill>
                  <a:srgbClr val="2B3033"/>
                </a:solidFill>
                <a:latin typeface="Arial"/>
                <a:ea typeface="Arial" pitchFamily="34" charset="-122"/>
                <a:cs typeface="Arial"/>
              </a:rPr>
              <a:t> </a:t>
            </a:r>
            <a:r>
              <a:rPr lang="en-US" sz="1200" dirty="0" err="1">
                <a:solidFill>
                  <a:srgbClr val="2B3033"/>
                </a:solidFill>
                <a:latin typeface="Arial"/>
                <a:ea typeface="Arial" pitchFamily="34" charset="-122"/>
                <a:cs typeface="Arial"/>
              </a:rPr>
              <a:t>zich</a:t>
            </a:r>
            <a:r>
              <a:rPr lang="en-US" sz="1200" dirty="0">
                <a:solidFill>
                  <a:srgbClr val="2B3033"/>
                </a:solidFill>
                <a:latin typeface="Arial"/>
                <a:ea typeface="Arial" pitchFamily="34" charset="-122"/>
                <a:cs typeface="Arial"/>
              </a:rPr>
              <a:t> </a:t>
            </a:r>
            <a:r>
              <a:rPr lang="en-US" sz="1200" dirty="0" err="1">
                <a:solidFill>
                  <a:srgbClr val="2B3033"/>
                </a:solidFill>
                <a:latin typeface="Arial"/>
                <a:ea typeface="Arial" pitchFamily="34" charset="-122"/>
                <a:cs typeface="Arial"/>
              </a:rPr>
              <a:t>niet</a:t>
            </a:r>
            <a:r>
              <a:rPr lang="en-US" sz="1200" dirty="0">
                <a:solidFill>
                  <a:srgbClr val="2B3033"/>
                </a:solidFill>
                <a:latin typeface="Arial"/>
                <a:ea typeface="Arial" pitchFamily="34" charset="-122"/>
                <a:cs typeface="Arial"/>
              </a:rPr>
              <a:t> </a:t>
            </a:r>
            <a:r>
              <a:rPr lang="en-US" sz="1200" dirty="0" err="1">
                <a:solidFill>
                  <a:srgbClr val="2B3033"/>
                </a:solidFill>
                <a:latin typeface="Arial"/>
                <a:ea typeface="Arial" pitchFamily="34" charset="-122"/>
                <a:cs typeface="Arial"/>
              </a:rPr>
              <a:t>betrokken</a:t>
            </a:r>
            <a:r>
              <a:rPr lang="en-US" sz="1200" dirty="0">
                <a:solidFill>
                  <a:srgbClr val="2B3033"/>
                </a:solidFill>
                <a:latin typeface="Arial"/>
                <a:ea typeface="Arial" pitchFamily="34" charset="-122"/>
                <a:cs typeface="Arial"/>
              </a:rPr>
              <a:t> </a:t>
            </a:r>
            <a:r>
              <a:rPr lang="en-US" sz="1200" dirty="0" err="1">
                <a:solidFill>
                  <a:srgbClr val="2B3033"/>
                </a:solidFill>
                <a:latin typeface="Arial"/>
                <a:ea typeface="Arial" pitchFamily="34" charset="-122"/>
                <a:cs typeface="Arial"/>
              </a:rPr>
              <a:t>voelen</a:t>
            </a:r>
            <a:r>
              <a:rPr lang="en-US" sz="1200" dirty="0">
                <a:solidFill>
                  <a:srgbClr val="2B3033"/>
                </a:solidFill>
                <a:latin typeface="Arial"/>
                <a:ea typeface="Arial" pitchFamily="34" charset="-122"/>
                <a:cs typeface="Arial"/>
              </a:rPr>
              <a:t> </a:t>
            </a:r>
            <a:r>
              <a:rPr lang="en-US" sz="1200" dirty="0" err="1">
                <a:solidFill>
                  <a:srgbClr val="2B3033"/>
                </a:solidFill>
                <a:latin typeface="Arial"/>
                <a:ea typeface="Arial" pitchFamily="34" charset="-122"/>
                <a:cs typeface="Arial"/>
              </a:rPr>
              <a:t>en</a:t>
            </a:r>
            <a:r>
              <a:rPr lang="en-US" sz="1200" dirty="0">
                <a:solidFill>
                  <a:srgbClr val="2B3033"/>
                </a:solidFill>
                <a:latin typeface="Arial"/>
                <a:ea typeface="Arial" pitchFamily="34" charset="-122"/>
                <a:cs typeface="Arial"/>
              </a:rPr>
              <a:t> </a:t>
            </a:r>
            <a:r>
              <a:rPr lang="en-US" sz="1200" dirty="0" err="1">
                <a:solidFill>
                  <a:srgbClr val="2B3033"/>
                </a:solidFill>
                <a:latin typeface="Arial"/>
                <a:ea typeface="Arial" pitchFamily="34" charset="-122"/>
                <a:cs typeface="Arial"/>
              </a:rPr>
              <a:t>weerstand</a:t>
            </a:r>
            <a:r>
              <a:rPr lang="en-US" sz="1200" dirty="0">
                <a:solidFill>
                  <a:srgbClr val="2B3033"/>
                </a:solidFill>
                <a:latin typeface="Arial"/>
                <a:ea typeface="Arial" pitchFamily="34" charset="-122"/>
                <a:cs typeface="Arial"/>
              </a:rPr>
              <a:t> </a:t>
            </a:r>
            <a:r>
              <a:rPr lang="en-US" sz="1200" dirty="0" err="1">
                <a:solidFill>
                  <a:srgbClr val="2B3033"/>
                </a:solidFill>
                <a:latin typeface="Arial"/>
                <a:ea typeface="Arial" pitchFamily="34" charset="-122"/>
                <a:cs typeface="Arial"/>
              </a:rPr>
              <a:t>tonen</a:t>
            </a:r>
            <a:r>
              <a:rPr lang="en-US" sz="1200" dirty="0">
                <a:solidFill>
                  <a:srgbClr val="2B3033"/>
                </a:solidFill>
                <a:latin typeface="Arial"/>
                <a:ea typeface="Arial" pitchFamily="34" charset="-122"/>
                <a:cs typeface="Arial"/>
              </a:rPr>
              <a:t> — </a:t>
            </a:r>
            <a:r>
              <a:rPr lang="en-US" sz="1200" dirty="0" err="1">
                <a:solidFill>
                  <a:srgbClr val="2B3033"/>
                </a:solidFill>
                <a:latin typeface="Arial"/>
                <a:ea typeface="Arial" pitchFamily="34" charset="-122"/>
                <a:cs typeface="Arial"/>
              </a:rPr>
              <a:t>betrek</a:t>
            </a:r>
            <a:r>
              <a:rPr lang="en-US" sz="1200" dirty="0">
                <a:solidFill>
                  <a:srgbClr val="2B3033"/>
                </a:solidFill>
                <a:latin typeface="Arial"/>
                <a:ea typeface="Arial" pitchFamily="34" charset="-122"/>
                <a:cs typeface="Arial"/>
              </a:rPr>
              <a:t> hen in de uitwerking en zorg voor ondersteuning bij het testen.</a:t>
            </a:r>
            <a:endParaRPr lang="en-US" sz="1200">
              <a:latin typeface="Arial"/>
              <a:ea typeface="Calibri"/>
              <a:cs typeface="Arial"/>
            </a:endParaRPr>
          </a:p>
        </p:txBody>
      </p:sp>
      <p:sp>
        <p:nvSpPr>
          <p:cNvPr id="18" name="Shape 16"/>
          <p:cNvSpPr/>
          <p:nvPr/>
        </p:nvSpPr>
        <p:spPr>
          <a:xfrm>
            <a:off x="502920" y="5020056"/>
            <a:ext cx="11183112" cy="1417320"/>
          </a:xfrm>
          <a:prstGeom prst="roundRect">
            <a:avLst>
              <a:gd name="adj" fmla="val 4516"/>
            </a:avLst>
          </a:prstGeom>
          <a:solidFill>
            <a:srgbClr val="F5F8FA"/>
          </a:solidFill>
          <a:ln/>
        </p:spPr>
      </p:sp>
      <p:sp>
        <p:nvSpPr>
          <p:cNvPr id="19" name="Shape 17"/>
          <p:cNvSpPr/>
          <p:nvPr/>
        </p:nvSpPr>
        <p:spPr>
          <a:xfrm>
            <a:off x="502920" y="5020056"/>
            <a:ext cx="82296" cy="1417320"/>
          </a:xfrm>
          <a:prstGeom prst="rect">
            <a:avLst/>
          </a:prstGeom>
          <a:solidFill>
            <a:srgbClr val="89CDF2"/>
          </a:solidFill>
          <a:ln/>
        </p:spPr>
      </p:sp>
      <p:sp>
        <p:nvSpPr>
          <p:cNvPr id="20" name="Text 18"/>
          <p:cNvSpPr/>
          <p:nvPr/>
        </p:nvSpPr>
        <p:spPr>
          <a:xfrm>
            <a:off x="777240" y="5129784"/>
            <a:ext cx="2103120" cy="1197864"/>
          </a:xfrm>
          <a:prstGeom prst="rect">
            <a:avLst/>
          </a:prstGeom>
          <a:noFill/>
          <a:ln/>
        </p:spPr>
        <p:txBody>
          <a:bodyPr wrap="square" rtlCol="0" anchor="t"/>
          <a:lstStyle/>
          <a:p>
            <a:pPr marL="0" indent="0">
              <a:buNone/>
            </a:pPr>
            <a:r>
              <a:rPr lang="en-US" sz="1350" b="1" dirty="0">
                <a:solidFill>
                  <a:srgbClr val="003362"/>
                </a:solidFill>
                <a:latin typeface="Arial" pitchFamily="34" charset="0"/>
                <a:ea typeface="Arial" pitchFamily="34" charset="-122"/>
                <a:cs typeface="Arial" pitchFamily="34" charset="-120"/>
              </a:rPr>
              <a:t>Governance</a:t>
            </a:r>
            <a:endParaRPr lang="en-US" sz="1350" dirty="0"/>
          </a:p>
        </p:txBody>
      </p:sp>
      <p:sp>
        <p:nvSpPr>
          <p:cNvPr id="21" name="Text 19"/>
          <p:cNvSpPr/>
          <p:nvPr/>
        </p:nvSpPr>
        <p:spPr>
          <a:xfrm>
            <a:off x="2971800" y="5129784"/>
            <a:ext cx="8549640" cy="1197864"/>
          </a:xfrm>
          <a:prstGeom prst="rect">
            <a:avLst/>
          </a:prstGeom>
          <a:noFill/>
          <a:ln/>
        </p:spPr>
        <p:txBody>
          <a:bodyPr wrap="square" lIns="91440" tIns="45720" rIns="91440" bIns="45720" rtlCol="0" anchor="t"/>
          <a:lstStyle/>
          <a:p>
            <a:pPr>
              <a:lnSpc>
                <a:spcPts val="1250"/>
              </a:lnSpc>
            </a:pPr>
            <a:r>
              <a:rPr lang="en-US" sz="1200" dirty="0">
                <a:solidFill>
                  <a:srgbClr val="2B3033"/>
                </a:solidFill>
                <a:latin typeface="Arial"/>
                <a:ea typeface="Arial" pitchFamily="34" charset="-122"/>
                <a:cs typeface="Arial"/>
              </a:rPr>
              <a:t>De </a:t>
            </a:r>
            <a:r>
              <a:rPr lang="en-US" sz="1200" dirty="0" err="1">
                <a:solidFill>
                  <a:srgbClr val="2B3033"/>
                </a:solidFill>
                <a:latin typeface="Arial"/>
                <a:ea typeface="Arial" pitchFamily="34" charset="-122"/>
                <a:cs typeface="Arial"/>
              </a:rPr>
              <a:t>organisatie</a:t>
            </a:r>
            <a:r>
              <a:rPr lang="en-US" sz="1200" dirty="0">
                <a:solidFill>
                  <a:srgbClr val="2B3033"/>
                </a:solidFill>
                <a:latin typeface="Arial"/>
                <a:ea typeface="Arial" pitchFamily="34" charset="-122"/>
                <a:cs typeface="Arial"/>
              </a:rPr>
              <a:t> </a:t>
            </a:r>
            <a:r>
              <a:rPr lang="en-US" sz="1200" dirty="0" err="1">
                <a:solidFill>
                  <a:srgbClr val="2B3033"/>
                </a:solidFill>
                <a:latin typeface="Arial"/>
                <a:ea typeface="Arial" pitchFamily="34" charset="-122"/>
                <a:cs typeface="Arial"/>
              </a:rPr>
              <a:t>heeft</a:t>
            </a:r>
            <a:r>
              <a:rPr lang="en-US" sz="1200" dirty="0">
                <a:solidFill>
                  <a:srgbClr val="2B3033"/>
                </a:solidFill>
                <a:latin typeface="Arial"/>
                <a:ea typeface="Arial" pitchFamily="34" charset="-122"/>
                <a:cs typeface="Arial"/>
              </a:rPr>
              <a:t> </a:t>
            </a:r>
            <a:r>
              <a:rPr lang="en-US" sz="1200" dirty="0" err="1">
                <a:solidFill>
                  <a:srgbClr val="2B3033"/>
                </a:solidFill>
                <a:latin typeface="Arial"/>
                <a:ea typeface="Arial" pitchFamily="34" charset="-122"/>
                <a:cs typeface="Arial"/>
              </a:rPr>
              <a:t>momenteel</a:t>
            </a:r>
            <a:r>
              <a:rPr lang="en-US" sz="1200" dirty="0">
                <a:solidFill>
                  <a:srgbClr val="2B3033"/>
                </a:solidFill>
                <a:latin typeface="Arial"/>
                <a:ea typeface="Arial" pitchFamily="34" charset="-122"/>
                <a:cs typeface="Arial"/>
              </a:rPr>
              <a:t> </a:t>
            </a:r>
            <a:r>
              <a:rPr lang="en-US" sz="1200" dirty="0" err="1">
                <a:solidFill>
                  <a:srgbClr val="2B3033"/>
                </a:solidFill>
                <a:latin typeface="Arial"/>
                <a:ea typeface="Arial" pitchFamily="34" charset="-122"/>
                <a:cs typeface="Arial"/>
              </a:rPr>
              <a:t>weinig</a:t>
            </a:r>
            <a:r>
              <a:rPr lang="en-US" sz="1200" dirty="0">
                <a:solidFill>
                  <a:srgbClr val="2B3033"/>
                </a:solidFill>
                <a:latin typeface="Arial"/>
                <a:ea typeface="Arial" pitchFamily="34" charset="-122"/>
                <a:cs typeface="Arial"/>
              </a:rPr>
              <a:t> </a:t>
            </a:r>
            <a:r>
              <a:rPr lang="en-US" sz="1200" dirty="0" err="1">
                <a:solidFill>
                  <a:srgbClr val="2B3033"/>
                </a:solidFill>
                <a:latin typeface="Arial"/>
                <a:ea typeface="Arial" pitchFamily="34" charset="-122"/>
                <a:cs typeface="Arial"/>
              </a:rPr>
              <a:t>eigenaarschap</a:t>
            </a:r>
            <a:r>
              <a:rPr lang="en-US" sz="1200" dirty="0">
                <a:solidFill>
                  <a:srgbClr val="2B3033"/>
                </a:solidFill>
                <a:latin typeface="Arial"/>
                <a:ea typeface="Arial" pitchFamily="34" charset="-122"/>
                <a:cs typeface="Arial"/>
              </a:rPr>
              <a:t> over </a:t>
            </a:r>
            <a:r>
              <a:rPr lang="en-US" sz="1200" dirty="0" err="1">
                <a:solidFill>
                  <a:srgbClr val="2B3033"/>
                </a:solidFill>
                <a:latin typeface="Arial"/>
                <a:ea typeface="Arial" pitchFamily="34" charset="-122"/>
                <a:cs typeface="Arial"/>
              </a:rPr>
              <a:t>bestaande</a:t>
            </a:r>
            <a:r>
              <a:rPr lang="en-US" sz="1200" dirty="0">
                <a:solidFill>
                  <a:srgbClr val="2B3033"/>
                </a:solidFill>
                <a:latin typeface="Arial"/>
                <a:ea typeface="Arial" pitchFamily="34" charset="-122"/>
                <a:cs typeface="Arial"/>
              </a:rPr>
              <a:t> </a:t>
            </a:r>
            <a:r>
              <a:rPr lang="en-US" sz="1200" dirty="0" err="1">
                <a:solidFill>
                  <a:srgbClr val="2B3033"/>
                </a:solidFill>
                <a:latin typeface="Arial"/>
                <a:ea typeface="Arial" pitchFamily="34" charset="-122"/>
                <a:cs typeface="Arial"/>
              </a:rPr>
              <a:t>processen</a:t>
            </a:r>
            <a:r>
              <a:rPr lang="en-US" sz="1200" dirty="0">
                <a:solidFill>
                  <a:srgbClr val="2B3033"/>
                </a:solidFill>
                <a:latin typeface="Arial"/>
                <a:ea typeface="Arial" pitchFamily="34" charset="-122"/>
                <a:cs typeface="Arial"/>
              </a:rPr>
              <a:t>. Met </a:t>
            </a:r>
            <a:r>
              <a:rPr lang="en-US" sz="1200" dirty="0" err="1">
                <a:solidFill>
                  <a:srgbClr val="2B3033"/>
                </a:solidFill>
                <a:latin typeface="Arial"/>
                <a:ea typeface="Arial" pitchFamily="34" charset="-122"/>
                <a:cs typeface="Arial"/>
              </a:rPr>
              <a:t>Valtimo</a:t>
            </a:r>
            <a:r>
              <a:rPr lang="en-US" sz="1200" dirty="0">
                <a:solidFill>
                  <a:srgbClr val="2B3033"/>
                </a:solidFill>
                <a:latin typeface="Arial"/>
                <a:ea typeface="Arial" pitchFamily="34" charset="-122"/>
                <a:cs typeface="Arial"/>
              </a:rPr>
              <a:t>/GZAC </a:t>
            </a:r>
            <a:r>
              <a:rPr lang="en-US" sz="1200" dirty="0" err="1">
                <a:solidFill>
                  <a:srgbClr val="2B3033"/>
                </a:solidFill>
                <a:latin typeface="Arial"/>
                <a:ea typeface="Arial" pitchFamily="34" charset="-122"/>
                <a:cs typeface="Arial"/>
              </a:rPr>
              <a:t>kunnen</a:t>
            </a:r>
            <a:r>
              <a:rPr lang="en-US" sz="1200" dirty="0">
                <a:solidFill>
                  <a:srgbClr val="2B3033"/>
                </a:solidFill>
                <a:latin typeface="Arial"/>
                <a:ea typeface="Arial" pitchFamily="34" charset="-122"/>
                <a:cs typeface="Arial"/>
              </a:rPr>
              <a:t> </a:t>
            </a:r>
            <a:endParaRPr lang="en-US" sz="1200" dirty="0">
              <a:solidFill>
                <a:srgbClr val="000000"/>
              </a:solidFill>
              <a:latin typeface="Arial"/>
              <a:ea typeface="Calibri"/>
              <a:cs typeface="Arial"/>
            </a:endParaRPr>
          </a:p>
          <a:p>
            <a:pPr>
              <a:lnSpc>
                <a:spcPts val="1250"/>
              </a:lnSpc>
            </a:pPr>
            <a:r>
              <a:rPr lang="en-US" sz="1200" dirty="0" err="1">
                <a:solidFill>
                  <a:srgbClr val="2B3033"/>
                </a:solidFill>
                <a:latin typeface="Arial"/>
                <a:ea typeface="Arial" pitchFamily="34" charset="-122"/>
                <a:cs typeface="Arial"/>
              </a:rPr>
              <a:t>medewerkers</a:t>
            </a:r>
            <a:r>
              <a:rPr lang="en-US" sz="1200" dirty="0">
                <a:solidFill>
                  <a:srgbClr val="2B3033"/>
                </a:solidFill>
                <a:latin typeface="Arial"/>
                <a:ea typeface="Arial" pitchFamily="34" charset="-122"/>
                <a:cs typeface="Arial"/>
              </a:rPr>
              <a:t> </a:t>
            </a:r>
            <a:r>
              <a:rPr lang="en-US" sz="1200" dirty="0" err="1">
                <a:solidFill>
                  <a:srgbClr val="2B3033"/>
                </a:solidFill>
                <a:latin typeface="Arial"/>
                <a:ea typeface="Arial" pitchFamily="34" charset="-122"/>
                <a:cs typeface="Arial"/>
              </a:rPr>
              <a:t>meer</a:t>
            </a:r>
            <a:r>
              <a:rPr lang="en-US" sz="1200" dirty="0">
                <a:solidFill>
                  <a:srgbClr val="2B3033"/>
                </a:solidFill>
                <a:latin typeface="Arial"/>
                <a:ea typeface="Arial" pitchFamily="34" charset="-122"/>
                <a:cs typeface="Arial"/>
              </a:rPr>
              <a:t> regie </a:t>
            </a:r>
            <a:r>
              <a:rPr lang="en-US" sz="1200" dirty="0" err="1">
                <a:solidFill>
                  <a:srgbClr val="2B3033"/>
                </a:solidFill>
                <a:latin typeface="Arial"/>
                <a:ea typeface="Arial" pitchFamily="34" charset="-122"/>
                <a:cs typeface="Arial"/>
              </a:rPr>
              <a:t>krijgen</a:t>
            </a:r>
            <a:r>
              <a:rPr lang="en-US" sz="1200" dirty="0">
                <a:solidFill>
                  <a:srgbClr val="2B3033"/>
                </a:solidFill>
                <a:latin typeface="Arial"/>
                <a:ea typeface="Arial" pitchFamily="34" charset="-122"/>
                <a:cs typeface="Arial"/>
              </a:rPr>
              <a:t> </a:t>
            </a:r>
            <a:r>
              <a:rPr lang="en-US" sz="1200" dirty="0" err="1">
                <a:solidFill>
                  <a:srgbClr val="2B3033"/>
                </a:solidFill>
                <a:latin typeface="Arial"/>
                <a:ea typeface="Arial" pitchFamily="34" charset="-122"/>
                <a:cs typeface="Arial"/>
              </a:rPr>
              <a:t>en</a:t>
            </a:r>
            <a:r>
              <a:rPr lang="en-US" sz="1200" dirty="0">
                <a:solidFill>
                  <a:srgbClr val="2B3033"/>
                </a:solidFill>
                <a:latin typeface="Arial"/>
                <a:ea typeface="Arial" pitchFamily="34" charset="-122"/>
                <a:cs typeface="Arial"/>
              </a:rPr>
              <a:t> </a:t>
            </a:r>
            <a:r>
              <a:rPr lang="en-US" sz="1200" dirty="0" err="1">
                <a:solidFill>
                  <a:srgbClr val="2B3033"/>
                </a:solidFill>
                <a:latin typeface="Arial"/>
                <a:ea typeface="Arial" pitchFamily="34" charset="-122"/>
                <a:cs typeface="Arial"/>
              </a:rPr>
              <a:t>ontstaat</a:t>
            </a:r>
            <a:r>
              <a:rPr lang="en-US" sz="1200" dirty="0">
                <a:solidFill>
                  <a:srgbClr val="2B3033"/>
                </a:solidFill>
                <a:latin typeface="Arial"/>
                <a:ea typeface="Arial" pitchFamily="34" charset="-122"/>
                <a:cs typeface="Arial"/>
              </a:rPr>
              <a:t> </a:t>
            </a:r>
            <a:r>
              <a:rPr lang="en-US" sz="1200" dirty="0" err="1">
                <a:solidFill>
                  <a:srgbClr val="2B3033"/>
                </a:solidFill>
                <a:latin typeface="Arial"/>
                <a:ea typeface="Arial" pitchFamily="34" charset="-122"/>
                <a:cs typeface="Arial"/>
              </a:rPr>
              <a:t>een</a:t>
            </a:r>
            <a:r>
              <a:rPr lang="en-US" sz="1200" dirty="0">
                <a:solidFill>
                  <a:srgbClr val="2B3033"/>
                </a:solidFill>
                <a:latin typeface="Arial"/>
                <a:ea typeface="Arial" pitchFamily="34" charset="-122"/>
                <a:cs typeface="Arial"/>
              </a:rPr>
              <a:t> </a:t>
            </a:r>
            <a:r>
              <a:rPr lang="en-US" sz="1200" dirty="0" err="1">
                <a:solidFill>
                  <a:srgbClr val="2B3033"/>
                </a:solidFill>
                <a:latin typeface="Arial"/>
                <a:ea typeface="Arial" pitchFamily="34" charset="-122"/>
                <a:cs typeface="Arial"/>
              </a:rPr>
              <a:t>duidelijke</a:t>
            </a:r>
            <a:r>
              <a:rPr lang="en-US" sz="1200" dirty="0">
                <a:solidFill>
                  <a:srgbClr val="2B3033"/>
                </a:solidFill>
                <a:latin typeface="Arial"/>
                <a:ea typeface="Arial" pitchFamily="34" charset="-122"/>
                <a:cs typeface="Arial"/>
              </a:rPr>
              <a:t> </a:t>
            </a:r>
            <a:r>
              <a:rPr lang="en-US" sz="1200" dirty="0" err="1">
                <a:solidFill>
                  <a:srgbClr val="2B3033"/>
                </a:solidFill>
                <a:latin typeface="Arial"/>
                <a:ea typeface="Arial" pitchFamily="34" charset="-122"/>
                <a:cs typeface="Arial"/>
              </a:rPr>
              <a:t>standaard</a:t>
            </a:r>
            <a:r>
              <a:rPr lang="en-US" sz="1200" dirty="0">
                <a:solidFill>
                  <a:srgbClr val="2B3033"/>
                </a:solidFill>
                <a:latin typeface="Arial"/>
                <a:ea typeface="Arial" pitchFamily="34" charset="-122"/>
                <a:cs typeface="Arial"/>
              </a:rPr>
              <a:t> </a:t>
            </a:r>
            <a:r>
              <a:rPr lang="en-US" sz="1200" dirty="0" err="1">
                <a:solidFill>
                  <a:srgbClr val="2B3033"/>
                </a:solidFill>
                <a:latin typeface="Arial"/>
                <a:ea typeface="Arial" pitchFamily="34" charset="-122"/>
                <a:cs typeface="Arial"/>
              </a:rPr>
              <a:t>voor</a:t>
            </a:r>
            <a:r>
              <a:rPr lang="en-US" sz="1200" dirty="0">
                <a:solidFill>
                  <a:srgbClr val="2B3033"/>
                </a:solidFill>
                <a:latin typeface="Arial"/>
                <a:ea typeface="Arial" pitchFamily="34" charset="-122"/>
                <a:cs typeface="Arial"/>
              </a:rPr>
              <a:t> </a:t>
            </a:r>
            <a:r>
              <a:rPr lang="en-US" sz="1200" dirty="0" err="1">
                <a:solidFill>
                  <a:srgbClr val="2B3033"/>
                </a:solidFill>
                <a:latin typeface="Arial"/>
                <a:ea typeface="Arial" pitchFamily="34" charset="-122"/>
                <a:cs typeface="Arial"/>
              </a:rPr>
              <a:t>meerdere</a:t>
            </a:r>
            <a:r>
              <a:rPr lang="en-US" sz="1200" dirty="0">
                <a:solidFill>
                  <a:srgbClr val="2B3033"/>
                </a:solidFill>
                <a:latin typeface="Arial"/>
                <a:ea typeface="Arial" pitchFamily="34" charset="-122"/>
                <a:cs typeface="Arial"/>
              </a:rPr>
              <a:t> </a:t>
            </a:r>
            <a:r>
              <a:rPr lang="en-US" sz="1200" dirty="0" err="1">
                <a:solidFill>
                  <a:srgbClr val="2B3033"/>
                </a:solidFill>
                <a:latin typeface="Arial"/>
                <a:ea typeface="Arial" pitchFamily="34" charset="-122"/>
                <a:cs typeface="Arial"/>
              </a:rPr>
              <a:t>processen</a:t>
            </a:r>
            <a:r>
              <a:rPr lang="en-US" sz="1200" dirty="0">
                <a:solidFill>
                  <a:srgbClr val="2B3033"/>
                </a:solidFill>
                <a:latin typeface="Arial"/>
                <a:ea typeface="Arial" pitchFamily="34" charset="-122"/>
                <a:cs typeface="Arial"/>
              </a:rPr>
              <a:t>. </a:t>
            </a:r>
            <a:endParaRPr lang="en-US" sz="1200">
              <a:solidFill>
                <a:srgbClr val="000000"/>
              </a:solidFill>
              <a:latin typeface="Arial"/>
              <a:ea typeface="Calibri"/>
              <a:cs typeface="Arial"/>
            </a:endParaRPr>
          </a:p>
          <a:p>
            <a:pPr>
              <a:lnSpc>
                <a:spcPts val="1250"/>
              </a:lnSpc>
            </a:pPr>
            <a:endParaRPr lang="en-US" sz="1200" dirty="0">
              <a:solidFill>
                <a:srgbClr val="2B3033"/>
              </a:solidFill>
              <a:latin typeface="Arial"/>
              <a:ea typeface="Arial" pitchFamily="34" charset="-122"/>
              <a:cs typeface="Arial"/>
            </a:endParaRPr>
          </a:p>
          <a:p>
            <a:pPr>
              <a:lnSpc>
                <a:spcPts val="1250"/>
              </a:lnSpc>
            </a:pPr>
            <a:r>
              <a:rPr lang="en-US" sz="1200" dirty="0">
                <a:solidFill>
                  <a:srgbClr val="2B3033"/>
                </a:solidFill>
                <a:latin typeface="Arial"/>
                <a:ea typeface="Arial" pitchFamily="34" charset="-122"/>
                <a:cs typeface="Arial"/>
              </a:rPr>
              <a:t>Het grootste risico is onduidelijkheid over eigenaarschap na de implementatie — betrek medewerkers en wees duidelijk </a:t>
            </a:r>
            <a:endParaRPr lang="en-US" sz="1200">
              <a:solidFill>
                <a:srgbClr val="000000"/>
              </a:solidFill>
              <a:latin typeface="Arial"/>
              <a:ea typeface="Calibri"/>
              <a:cs typeface="Arial"/>
            </a:endParaRPr>
          </a:p>
          <a:p>
            <a:pPr marL="0" indent="0">
              <a:lnSpc>
                <a:spcPts val="1250"/>
              </a:lnSpc>
              <a:buNone/>
            </a:pPr>
            <a:r>
              <a:rPr lang="en-US" sz="1200" dirty="0">
                <a:solidFill>
                  <a:srgbClr val="2B3033"/>
                </a:solidFill>
                <a:latin typeface="Arial"/>
                <a:ea typeface="Arial" pitchFamily="34" charset="-122"/>
                <a:cs typeface="Arial"/>
              </a:rPr>
              <a:t>over </a:t>
            </a:r>
            <a:r>
              <a:rPr lang="en-US" sz="1200" dirty="0" err="1">
                <a:solidFill>
                  <a:srgbClr val="2B3033"/>
                </a:solidFill>
                <a:latin typeface="Arial"/>
                <a:ea typeface="Arial" pitchFamily="34" charset="-122"/>
                <a:cs typeface="Arial"/>
              </a:rPr>
              <a:t>verwachtingen</a:t>
            </a:r>
            <a:r>
              <a:rPr lang="en-US" sz="1200" dirty="0">
                <a:solidFill>
                  <a:srgbClr val="2B3033"/>
                </a:solidFill>
                <a:latin typeface="Arial"/>
                <a:ea typeface="Arial" pitchFamily="34" charset="-122"/>
                <a:cs typeface="Arial"/>
              </a:rPr>
              <a:t> </a:t>
            </a:r>
            <a:r>
              <a:rPr lang="en-US" sz="1200" dirty="0" err="1">
                <a:solidFill>
                  <a:srgbClr val="2B3033"/>
                </a:solidFill>
                <a:latin typeface="Arial"/>
                <a:ea typeface="Arial" pitchFamily="34" charset="-122"/>
                <a:cs typeface="Arial"/>
              </a:rPr>
              <a:t>richting</a:t>
            </a:r>
            <a:r>
              <a:rPr lang="en-US" sz="1200" dirty="0">
                <a:solidFill>
                  <a:srgbClr val="2B3033"/>
                </a:solidFill>
                <a:latin typeface="Arial"/>
                <a:ea typeface="Arial" pitchFamily="34" charset="-122"/>
                <a:cs typeface="Arial"/>
              </a:rPr>
              <a:t> beheerders.</a:t>
            </a:r>
            <a:endParaRPr lang="en-US" sz="1200">
              <a:latin typeface="Arial"/>
              <a:ea typeface="Calibri"/>
              <a:cs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274320"/>
            <a:ext cx="960120" cy="960120"/>
          </a:xfrm>
          <a:prstGeom prst="diamond">
            <a:avLst/>
          </a:prstGeom>
          <a:ln w="63500">
            <a:solidFill>
              <a:srgbClr val="89CDF2"/>
            </a:solidFill>
            <a:prstDash val="solid"/>
          </a:ln>
        </p:spPr>
      </p:sp>
      <p:sp>
        <p:nvSpPr>
          <p:cNvPr id="3" name="Text 1"/>
          <p:cNvSpPr/>
          <p:nvPr/>
        </p:nvSpPr>
        <p:spPr>
          <a:xfrm>
            <a:off x="502920" y="292608"/>
            <a:ext cx="9144000" cy="292608"/>
          </a:xfrm>
          <a:prstGeom prst="rect">
            <a:avLst/>
          </a:prstGeom>
          <a:noFill/>
          <a:ln/>
        </p:spPr>
        <p:txBody>
          <a:bodyPr wrap="square" rtlCol="0" anchor="ctr"/>
          <a:lstStyle/>
          <a:p>
            <a:pPr marL="0" indent="0">
              <a:buNone/>
            </a:pPr>
            <a:r>
              <a:rPr lang="en-US" sz="1100" b="1" kern="0" spc="150" dirty="0">
                <a:solidFill>
                  <a:srgbClr val="E76734"/>
                </a:solidFill>
                <a:latin typeface="Arial" pitchFamily="34" charset="0"/>
                <a:ea typeface="Arial" pitchFamily="34" charset="-122"/>
                <a:cs typeface="Arial" pitchFamily="34" charset="-120"/>
              </a:rPr>
              <a:t>CONTEXT &amp; DOELEN</a:t>
            </a:r>
            <a:endParaRPr lang="en-US" sz="1100" dirty="0"/>
          </a:p>
        </p:txBody>
      </p:sp>
      <p:sp>
        <p:nvSpPr>
          <p:cNvPr id="4" name="Text 2"/>
          <p:cNvSpPr/>
          <p:nvPr/>
        </p:nvSpPr>
        <p:spPr>
          <a:xfrm>
            <a:off x="502920" y="566928"/>
            <a:ext cx="10515600" cy="640080"/>
          </a:xfrm>
          <a:prstGeom prst="rect">
            <a:avLst/>
          </a:prstGeom>
          <a:noFill/>
          <a:ln/>
        </p:spPr>
        <p:txBody>
          <a:bodyPr wrap="square" rtlCol="0" anchor="ctr"/>
          <a:lstStyle/>
          <a:p>
            <a:pPr marL="0" indent="0">
              <a:buNone/>
            </a:pPr>
            <a:r>
              <a:rPr lang="en-US" sz="2600" b="1" dirty="0">
                <a:solidFill>
                  <a:srgbClr val="003362"/>
                </a:solidFill>
                <a:latin typeface="Helvetica" pitchFamily="34" charset="0"/>
                <a:ea typeface="Helvetica" pitchFamily="34" charset="-122"/>
                <a:cs typeface="Helvetica" pitchFamily="34" charset="-120"/>
              </a:rPr>
              <a:t>Doelen — Organisatie</a:t>
            </a:r>
            <a:endParaRPr lang="en-US" sz="2600" dirty="0"/>
          </a:p>
        </p:txBody>
      </p:sp>
      <p:sp>
        <p:nvSpPr>
          <p:cNvPr id="5" name="Shape 3"/>
          <p:cNvSpPr/>
          <p:nvPr/>
        </p:nvSpPr>
        <p:spPr>
          <a:xfrm>
            <a:off x="0" y="6748272"/>
            <a:ext cx="12188952" cy="109728"/>
          </a:xfrm>
          <a:prstGeom prst="rect">
            <a:avLst/>
          </a:prstGeom>
          <a:solidFill>
            <a:srgbClr val="003362"/>
          </a:solidFill>
          <a:ln/>
        </p:spPr>
      </p:sp>
      <p:sp>
        <p:nvSpPr>
          <p:cNvPr id="6" name="Text 4"/>
          <p:cNvSpPr/>
          <p:nvPr/>
        </p:nvSpPr>
        <p:spPr>
          <a:xfrm>
            <a:off x="457200" y="6355080"/>
            <a:ext cx="5486400" cy="320040"/>
          </a:xfrm>
          <a:prstGeom prst="rect">
            <a:avLst/>
          </a:prstGeom>
          <a:noFill/>
          <a:ln/>
        </p:spPr>
        <p:txBody>
          <a:bodyPr wrap="square" rtlCol="0" anchor="ctr"/>
          <a:lstStyle/>
          <a:p>
            <a:pPr marL="0" indent="0">
              <a:buNone/>
            </a:pPr>
            <a:r>
              <a:rPr lang="en-US" sz="950" i="1" dirty="0">
                <a:solidFill>
                  <a:srgbClr val="6B7680"/>
                </a:solidFill>
                <a:latin typeface="Arial" pitchFamily="34" charset="0"/>
                <a:ea typeface="Arial" pitchFamily="34" charset="-122"/>
                <a:cs typeface="Arial" pitchFamily="34" charset="-120"/>
              </a:rPr>
              <a:t>Context &amp; Doelen</a:t>
            </a:r>
            <a:endParaRPr lang="en-US" sz="950" dirty="0"/>
          </a:p>
        </p:txBody>
      </p:sp>
      <p:sp>
        <p:nvSpPr>
          <p:cNvPr id="7" name="Shape 5"/>
          <p:cNvSpPr/>
          <p:nvPr/>
        </p:nvSpPr>
        <p:spPr>
          <a:xfrm>
            <a:off x="502920" y="1508760"/>
            <a:ext cx="3514344" cy="3063240"/>
          </a:xfrm>
          <a:prstGeom prst="roundRect">
            <a:avLst>
              <a:gd name="adj" fmla="val 2687"/>
            </a:avLst>
          </a:prstGeom>
          <a:solidFill>
            <a:srgbClr val="F5F8FA"/>
          </a:solidFill>
          <a:ln/>
        </p:spPr>
      </p:sp>
      <p:sp>
        <p:nvSpPr>
          <p:cNvPr id="8" name="Shape 6"/>
          <p:cNvSpPr/>
          <p:nvPr/>
        </p:nvSpPr>
        <p:spPr>
          <a:xfrm>
            <a:off x="502920" y="1508760"/>
            <a:ext cx="3514344" cy="64008"/>
          </a:xfrm>
          <a:prstGeom prst="rect">
            <a:avLst/>
          </a:prstGeom>
          <a:solidFill>
            <a:srgbClr val="E76734"/>
          </a:solidFill>
          <a:ln/>
        </p:spPr>
      </p:sp>
      <p:sp>
        <p:nvSpPr>
          <p:cNvPr id="9" name="Shape 7"/>
          <p:cNvSpPr/>
          <p:nvPr/>
        </p:nvSpPr>
        <p:spPr>
          <a:xfrm>
            <a:off x="1871472" y="1828800"/>
            <a:ext cx="777240" cy="777240"/>
          </a:xfrm>
          <a:prstGeom prst="ellipse">
            <a:avLst/>
          </a:prstGeom>
          <a:solidFill>
            <a:srgbClr val="E76734"/>
          </a:solidFill>
          <a:ln/>
        </p:spPr>
      </p:sp>
      <p:sp>
        <p:nvSpPr>
          <p:cNvPr id="10" name="Shape 8"/>
          <p:cNvSpPr/>
          <p:nvPr/>
        </p:nvSpPr>
        <p:spPr>
          <a:xfrm>
            <a:off x="1985772" y="1943100"/>
            <a:ext cx="548640" cy="548640"/>
          </a:xfrm>
          <a:prstGeom prst="ellipse">
            <a:avLst/>
          </a:prstGeom>
          <a:solidFill>
            <a:srgbClr val="FFFFFF"/>
          </a:solidFill>
          <a:ln/>
        </p:spPr>
      </p:sp>
      <p:sp>
        <p:nvSpPr>
          <p:cNvPr id="11" name="Shape 9"/>
          <p:cNvSpPr/>
          <p:nvPr/>
        </p:nvSpPr>
        <p:spPr>
          <a:xfrm>
            <a:off x="2086356" y="2043684"/>
            <a:ext cx="347472" cy="347472"/>
          </a:xfrm>
          <a:prstGeom prst="ellipse">
            <a:avLst/>
          </a:prstGeom>
          <a:solidFill>
            <a:srgbClr val="E76734"/>
          </a:solidFill>
          <a:ln/>
        </p:spPr>
      </p:sp>
      <p:sp>
        <p:nvSpPr>
          <p:cNvPr id="12" name="Shape 10"/>
          <p:cNvSpPr/>
          <p:nvPr/>
        </p:nvSpPr>
        <p:spPr>
          <a:xfrm>
            <a:off x="2186940" y="2144268"/>
            <a:ext cx="146304" cy="146304"/>
          </a:xfrm>
          <a:prstGeom prst="ellipse">
            <a:avLst/>
          </a:prstGeom>
          <a:solidFill>
            <a:srgbClr val="FFFFFF"/>
          </a:solidFill>
          <a:ln/>
        </p:spPr>
      </p:sp>
      <p:sp>
        <p:nvSpPr>
          <p:cNvPr id="13" name="Text 11"/>
          <p:cNvSpPr/>
          <p:nvPr/>
        </p:nvSpPr>
        <p:spPr>
          <a:xfrm>
            <a:off x="685800" y="2788920"/>
            <a:ext cx="3148584" cy="685800"/>
          </a:xfrm>
          <a:prstGeom prst="rect">
            <a:avLst/>
          </a:prstGeom>
          <a:noFill/>
          <a:ln/>
        </p:spPr>
        <p:txBody>
          <a:bodyPr wrap="square" rtlCol="0" anchor="t"/>
          <a:lstStyle/>
          <a:p>
            <a:pPr marL="0" indent="0" algn="ctr">
              <a:lnSpc>
                <a:spcPts val="1600"/>
              </a:lnSpc>
              <a:buNone/>
            </a:pPr>
            <a:r>
              <a:rPr lang="en-US" sz="1350" b="1" dirty="0">
                <a:solidFill>
                  <a:srgbClr val="003362"/>
                </a:solidFill>
                <a:latin typeface="Arial" pitchFamily="34" charset="0"/>
                <a:ea typeface="Arial" pitchFamily="34" charset="-122"/>
                <a:cs typeface="Arial" pitchFamily="34" charset="-120"/>
              </a:rPr>
              <a:t>Wat zijn de doelen?</a:t>
            </a:r>
            <a:endParaRPr lang="en-US" sz="1350" dirty="0"/>
          </a:p>
        </p:txBody>
      </p:sp>
      <p:sp>
        <p:nvSpPr>
          <p:cNvPr id="14" name="Text 12"/>
          <p:cNvSpPr/>
          <p:nvPr/>
        </p:nvSpPr>
        <p:spPr>
          <a:xfrm>
            <a:off x="731520" y="3474720"/>
            <a:ext cx="3057144" cy="960120"/>
          </a:xfrm>
          <a:prstGeom prst="rect">
            <a:avLst/>
          </a:prstGeom>
          <a:noFill/>
          <a:ln/>
        </p:spPr>
        <p:txBody>
          <a:bodyPr wrap="square" lIns="91440" tIns="45720" rIns="91440" bIns="45720" rtlCol="0" anchor="t"/>
          <a:lstStyle/>
          <a:p>
            <a:pPr marL="0" indent="0" algn="ctr">
              <a:lnSpc>
                <a:spcPts val="1350"/>
              </a:lnSpc>
              <a:buNone/>
            </a:pPr>
            <a:r>
              <a:rPr lang="en-US" sz="1200" dirty="0">
                <a:solidFill>
                  <a:srgbClr val="2B3033"/>
                </a:solidFill>
                <a:latin typeface="Arial"/>
                <a:ea typeface="Arial" pitchFamily="34" charset="-122"/>
                <a:cs typeface="Arial"/>
              </a:rPr>
              <a:t>Het vaststellen van de doelen helpt ons bij het bepalen hoe we met Valtimo/GZAC écht waarde kunnen toevoegen voor de organisatie — en om richting en focus te houden.</a:t>
            </a:r>
            <a:endParaRPr lang="en-US" sz="1200">
              <a:latin typeface="Arial"/>
              <a:ea typeface="Calibri"/>
              <a:cs typeface="Calibri"/>
            </a:endParaRPr>
          </a:p>
        </p:txBody>
      </p:sp>
      <p:sp>
        <p:nvSpPr>
          <p:cNvPr id="15" name="Shape 13"/>
          <p:cNvSpPr/>
          <p:nvPr/>
        </p:nvSpPr>
        <p:spPr>
          <a:xfrm>
            <a:off x="4017264" y="2135124"/>
            <a:ext cx="320040" cy="164592"/>
          </a:xfrm>
          <a:prstGeom prst="rightArrow">
            <a:avLst/>
          </a:prstGeom>
          <a:solidFill>
            <a:srgbClr val="D8DEDF"/>
          </a:solidFill>
          <a:ln/>
        </p:spPr>
      </p:sp>
      <p:sp>
        <p:nvSpPr>
          <p:cNvPr id="16" name="Shape 14"/>
          <p:cNvSpPr/>
          <p:nvPr/>
        </p:nvSpPr>
        <p:spPr>
          <a:xfrm>
            <a:off x="4337304" y="1508760"/>
            <a:ext cx="3514344" cy="3063240"/>
          </a:xfrm>
          <a:prstGeom prst="roundRect">
            <a:avLst>
              <a:gd name="adj" fmla="val 2687"/>
            </a:avLst>
          </a:prstGeom>
          <a:solidFill>
            <a:srgbClr val="F5F8FA"/>
          </a:solidFill>
          <a:ln/>
        </p:spPr>
      </p:sp>
      <p:sp>
        <p:nvSpPr>
          <p:cNvPr id="17" name="Shape 15"/>
          <p:cNvSpPr/>
          <p:nvPr/>
        </p:nvSpPr>
        <p:spPr>
          <a:xfrm>
            <a:off x="4337304" y="1508760"/>
            <a:ext cx="3514344" cy="64008"/>
          </a:xfrm>
          <a:prstGeom prst="rect">
            <a:avLst/>
          </a:prstGeom>
          <a:solidFill>
            <a:srgbClr val="89CDF2"/>
          </a:solidFill>
          <a:ln/>
        </p:spPr>
      </p:sp>
      <p:sp>
        <p:nvSpPr>
          <p:cNvPr id="18" name="Shape 16"/>
          <p:cNvSpPr/>
          <p:nvPr/>
        </p:nvSpPr>
        <p:spPr>
          <a:xfrm>
            <a:off x="5705856" y="1828800"/>
            <a:ext cx="777240" cy="777240"/>
          </a:xfrm>
          <a:prstGeom prst="ellipse">
            <a:avLst/>
          </a:prstGeom>
          <a:solidFill>
            <a:srgbClr val="89CDF2"/>
          </a:solidFill>
          <a:ln/>
        </p:spPr>
      </p:sp>
      <p:sp>
        <p:nvSpPr>
          <p:cNvPr id="19" name="Shape 17"/>
          <p:cNvSpPr/>
          <p:nvPr/>
        </p:nvSpPr>
        <p:spPr>
          <a:xfrm>
            <a:off x="5893308" y="1961388"/>
            <a:ext cx="402336" cy="512064"/>
          </a:xfrm>
          <a:prstGeom prst="roundRect">
            <a:avLst>
              <a:gd name="adj" fmla="val 6818"/>
            </a:avLst>
          </a:prstGeom>
          <a:ln w="22225">
            <a:solidFill>
              <a:srgbClr val="003362"/>
            </a:solidFill>
            <a:prstDash val="solid"/>
          </a:ln>
        </p:spPr>
      </p:sp>
      <p:sp>
        <p:nvSpPr>
          <p:cNvPr id="20" name="Shape 18"/>
          <p:cNvSpPr/>
          <p:nvPr/>
        </p:nvSpPr>
        <p:spPr>
          <a:xfrm>
            <a:off x="5984748" y="2098548"/>
            <a:ext cx="219456" cy="0"/>
          </a:xfrm>
          <a:prstGeom prst="line">
            <a:avLst/>
          </a:prstGeom>
          <a:noFill/>
          <a:ln w="19050">
            <a:solidFill>
              <a:srgbClr val="003362"/>
            </a:solidFill>
            <a:prstDash val="solid"/>
          </a:ln>
        </p:spPr>
      </p:sp>
      <p:sp>
        <p:nvSpPr>
          <p:cNvPr id="21" name="Shape 19"/>
          <p:cNvSpPr/>
          <p:nvPr/>
        </p:nvSpPr>
        <p:spPr>
          <a:xfrm>
            <a:off x="5984748" y="2217420"/>
            <a:ext cx="219456" cy="0"/>
          </a:xfrm>
          <a:prstGeom prst="line">
            <a:avLst/>
          </a:prstGeom>
          <a:noFill/>
          <a:ln w="19050">
            <a:solidFill>
              <a:srgbClr val="003362"/>
            </a:solidFill>
            <a:prstDash val="solid"/>
          </a:ln>
        </p:spPr>
      </p:sp>
      <p:sp>
        <p:nvSpPr>
          <p:cNvPr id="22" name="Shape 20"/>
          <p:cNvSpPr/>
          <p:nvPr/>
        </p:nvSpPr>
        <p:spPr>
          <a:xfrm>
            <a:off x="5984748" y="2336292"/>
            <a:ext cx="219456" cy="0"/>
          </a:xfrm>
          <a:prstGeom prst="line">
            <a:avLst/>
          </a:prstGeom>
          <a:noFill/>
          <a:ln w="19050">
            <a:solidFill>
              <a:srgbClr val="003362"/>
            </a:solidFill>
            <a:prstDash val="solid"/>
          </a:ln>
        </p:spPr>
      </p:sp>
      <p:sp>
        <p:nvSpPr>
          <p:cNvPr id="23" name="Text 21"/>
          <p:cNvSpPr/>
          <p:nvPr/>
        </p:nvSpPr>
        <p:spPr>
          <a:xfrm>
            <a:off x="4520184" y="2788920"/>
            <a:ext cx="3148584" cy="685800"/>
          </a:xfrm>
          <a:prstGeom prst="rect">
            <a:avLst/>
          </a:prstGeom>
          <a:noFill/>
          <a:ln/>
        </p:spPr>
        <p:txBody>
          <a:bodyPr wrap="square" rtlCol="0" anchor="t"/>
          <a:lstStyle/>
          <a:p>
            <a:pPr marL="0" indent="0" algn="ctr">
              <a:lnSpc>
                <a:spcPts val="1600"/>
              </a:lnSpc>
              <a:buNone/>
            </a:pPr>
            <a:r>
              <a:rPr lang="en-US" sz="1350" b="1" dirty="0">
                <a:solidFill>
                  <a:srgbClr val="003362"/>
                </a:solidFill>
                <a:latin typeface="Arial" pitchFamily="34" charset="0"/>
                <a:ea typeface="Arial" pitchFamily="34" charset="-122"/>
                <a:cs typeface="Arial" pitchFamily="34" charset="-120"/>
              </a:rPr>
              <a:t>Welke outcomes beogen we te realiseren?</a:t>
            </a:r>
            <a:endParaRPr lang="en-US" sz="1350" dirty="0"/>
          </a:p>
        </p:txBody>
      </p:sp>
      <p:sp>
        <p:nvSpPr>
          <p:cNvPr id="24" name="Text 22"/>
          <p:cNvSpPr/>
          <p:nvPr/>
        </p:nvSpPr>
        <p:spPr>
          <a:xfrm>
            <a:off x="4565904" y="3474720"/>
            <a:ext cx="3057144" cy="960120"/>
          </a:xfrm>
          <a:prstGeom prst="rect">
            <a:avLst/>
          </a:prstGeom>
          <a:noFill/>
          <a:ln/>
        </p:spPr>
        <p:txBody>
          <a:bodyPr wrap="square" lIns="91440" tIns="45720" rIns="91440" bIns="45720" rtlCol="0" anchor="t"/>
          <a:lstStyle/>
          <a:p>
            <a:pPr marL="0" indent="0" algn="ctr">
              <a:lnSpc>
                <a:spcPts val="1350"/>
              </a:lnSpc>
              <a:buNone/>
            </a:pPr>
            <a:r>
              <a:rPr lang="en-US" sz="1200" dirty="0">
                <a:solidFill>
                  <a:srgbClr val="2B3033"/>
                </a:solidFill>
                <a:latin typeface="Arial"/>
                <a:ea typeface="Arial" pitchFamily="34" charset="-122"/>
                <a:cs typeface="Arial"/>
              </a:rPr>
              <a:t>Het bekijken van beoogde outcomes bij een businessdoel is essentieel: het helpt om de doelstellingen concreet, meetbaar en resultaatgericht te maken.</a:t>
            </a:r>
            <a:endParaRPr lang="en-US" sz="1200">
              <a:latin typeface="Arial"/>
              <a:ea typeface="Calibri"/>
              <a:cs typeface="Calibri"/>
            </a:endParaRPr>
          </a:p>
        </p:txBody>
      </p:sp>
      <p:sp>
        <p:nvSpPr>
          <p:cNvPr id="25" name="Shape 23"/>
          <p:cNvSpPr/>
          <p:nvPr/>
        </p:nvSpPr>
        <p:spPr>
          <a:xfrm>
            <a:off x="7851648" y="2135124"/>
            <a:ext cx="320040" cy="164592"/>
          </a:xfrm>
          <a:prstGeom prst="rightArrow">
            <a:avLst/>
          </a:prstGeom>
          <a:solidFill>
            <a:srgbClr val="D8DEDF"/>
          </a:solidFill>
          <a:ln/>
        </p:spPr>
      </p:sp>
      <p:sp>
        <p:nvSpPr>
          <p:cNvPr id="26" name="Shape 24"/>
          <p:cNvSpPr/>
          <p:nvPr/>
        </p:nvSpPr>
        <p:spPr>
          <a:xfrm>
            <a:off x="8171688" y="1508760"/>
            <a:ext cx="3514344" cy="3063240"/>
          </a:xfrm>
          <a:prstGeom prst="roundRect">
            <a:avLst>
              <a:gd name="adj" fmla="val 2687"/>
            </a:avLst>
          </a:prstGeom>
          <a:solidFill>
            <a:srgbClr val="F5F8FA"/>
          </a:solidFill>
          <a:ln/>
        </p:spPr>
      </p:sp>
      <p:sp>
        <p:nvSpPr>
          <p:cNvPr id="27" name="Shape 25"/>
          <p:cNvSpPr/>
          <p:nvPr/>
        </p:nvSpPr>
        <p:spPr>
          <a:xfrm>
            <a:off x="8171688" y="1508760"/>
            <a:ext cx="3514344" cy="64008"/>
          </a:xfrm>
          <a:prstGeom prst="rect">
            <a:avLst/>
          </a:prstGeom>
          <a:solidFill>
            <a:srgbClr val="003362"/>
          </a:solidFill>
          <a:ln/>
        </p:spPr>
      </p:sp>
      <p:sp>
        <p:nvSpPr>
          <p:cNvPr id="28" name="Shape 26"/>
          <p:cNvSpPr/>
          <p:nvPr/>
        </p:nvSpPr>
        <p:spPr>
          <a:xfrm>
            <a:off x="9540240" y="1828800"/>
            <a:ext cx="777240" cy="777240"/>
          </a:xfrm>
          <a:prstGeom prst="ellipse">
            <a:avLst/>
          </a:prstGeom>
          <a:solidFill>
            <a:srgbClr val="003362"/>
          </a:solidFill>
          <a:ln/>
        </p:spPr>
      </p:sp>
      <p:sp>
        <p:nvSpPr>
          <p:cNvPr id="29" name="Shape 27"/>
          <p:cNvSpPr/>
          <p:nvPr/>
        </p:nvSpPr>
        <p:spPr>
          <a:xfrm>
            <a:off x="9691116" y="2272284"/>
            <a:ext cx="118872" cy="128016"/>
          </a:xfrm>
          <a:prstGeom prst="rect">
            <a:avLst/>
          </a:prstGeom>
          <a:solidFill>
            <a:srgbClr val="FFFFFF"/>
          </a:solidFill>
          <a:ln/>
        </p:spPr>
      </p:sp>
      <p:sp>
        <p:nvSpPr>
          <p:cNvPr id="30" name="Shape 28"/>
          <p:cNvSpPr/>
          <p:nvPr/>
        </p:nvSpPr>
        <p:spPr>
          <a:xfrm>
            <a:off x="9873996" y="2180844"/>
            <a:ext cx="118872" cy="219456"/>
          </a:xfrm>
          <a:prstGeom prst="rect">
            <a:avLst/>
          </a:prstGeom>
          <a:solidFill>
            <a:srgbClr val="FFFFFF"/>
          </a:solidFill>
          <a:ln/>
        </p:spPr>
      </p:sp>
      <p:sp>
        <p:nvSpPr>
          <p:cNvPr id="31" name="Shape 29"/>
          <p:cNvSpPr/>
          <p:nvPr/>
        </p:nvSpPr>
        <p:spPr>
          <a:xfrm>
            <a:off x="10056876" y="2089404"/>
            <a:ext cx="118872" cy="310896"/>
          </a:xfrm>
          <a:prstGeom prst="rect">
            <a:avLst/>
          </a:prstGeom>
          <a:solidFill>
            <a:srgbClr val="FFFFFF"/>
          </a:solidFill>
          <a:ln/>
        </p:spPr>
      </p:sp>
      <p:sp>
        <p:nvSpPr>
          <p:cNvPr id="32" name="Text 30"/>
          <p:cNvSpPr/>
          <p:nvPr/>
        </p:nvSpPr>
        <p:spPr>
          <a:xfrm>
            <a:off x="8354568" y="2788920"/>
            <a:ext cx="3148584" cy="685800"/>
          </a:xfrm>
          <a:prstGeom prst="rect">
            <a:avLst/>
          </a:prstGeom>
          <a:noFill/>
          <a:ln/>
        </p:spPr>
        <p:txBody>
          <a:bodyPr wrap="square" rtlCol="0" anchor="t"/>
          <a:lstStyle/>
          <a:p>
            <a:pPr marL="0" indent="0" algn="ctr">
              <a:lnSpc>
                <a:spcPts val="1600"/>
              </a:lnSpc>
              <a:buNone/>
            </a:pPr>
            <a:r>
              <a:rPr lang="en-US" sz="1350" b="1" dirty="0">
                <a:solidFill>
                  <a:srgbClr val="003362"/>
                </a:solidFill>
                <a:latin typeface="Arial" pitchFamily="34" charset="0"/>
                <a:ea typeface="Arial" pitchFamily="34" charset="-122"/>
                <a:cs typeface="Arial" pitchFamily="34" charset="-120"/>
              </a:rPr>
              <a:t>Hoe gaan we het valideren/meten?</a:t>
            </a:r>
            <a:endParaRPr lang="en-US" sz="1350" dirty="0"/>
          </a:p>
        </p:txBody>
      </p:sp>
      <p:sp>
        <p:nvSpPr>
          <p:cNvPr id="33" name="Text 31"/>
          <p:cNvSpPr/>
          <p:nvPr/>
        </p:nvSpPr>
        <p:spPr>
          <a:xfrm>
            <a:off x="8400288" y="3474720"/>
            <a:ext cx="3057144" cy="960120"/>
          </a:xfrm>
          <a:prstGeom prst="rect">
            <a:avLst/>
          </a:prstGeom>
          <a:noFill/>
          <a:ln/>
        </p:spPr>
        <p:txBody>
          <a:bodyPr wrap="square" lIns="91440" tIns="45720" rIns="91440" bIns="45720" rtlCol="0" anchor="t"/>
          <a:lstStyle/>
          <a:p>
            <a:pPr marL="0" indent="0" algn="ctr">
              <a:lnSpc>
                <a:spcPts val="1350"/>
              </a:lnSpc>
              <a:buNone/>
            </a:pPr>
            <a:r>
              <a:rPr lang="en-US" sz="1200" dirty="0">
                <a:solidFill>
                  <a:srgbClr val="2B3033"/>
                </a:solidFill>
                <a:latin typeface="Arial"/>
                <a:ea typeface="Arial" pitchFamily="34" charset="-122"/>
                <a:cs typeface="Arial"/>
              </a:rPr>
              <a:t>Door vast te stellen hoe we de outcomes gaan valideren/meten, kunnen we effectief bepalen of we de doelen hebben behaald na implementatie en adoptie.</a:t>
            </a:r>
            <a:endParaRPr lang="en-US" sz="1200">
              <a:latin typeface="Arial"/>
              <a:ea typeface="Calibri"/>
              <a:cs typeface="Calibri"/>
            </a:endParaRPr>
          </a:p>
        </p:txBody>
      </p:sp>
      <p:sp>
        <p:nvSpPr>
          <p:cNvPr id="34" name="Shape 32"/>
          <p:cNvSpPr/>
          <p:nvPr/>
        </p:nvSpPr>
        <p:spPr>
          <a:xfrm>
            <a:off x="502920" y="4754880"/>
            <a:ext cx="11183112" cy="594360"/>
          </a:xfrm>
          <a:prstGeom prst="roundRect">
            <a:avLst>
              <a:gd name="adj" fmla="val 9231"/>
            </a:avLst>
          </a:prstGeom>
          <a:solidFill>
            <a:srgbClr val="003362"/>
          </a:solidFill>
          <a:ln/>
        </p:spPr>
      </p:sp>
      <p:sp>
        <p:nvSpPr>
          <p:cNvPr id="35" name="Text 33"/>
          <p:cNvSpPr/>
          <p:nvPr/>
        </p:nvSpPr>
        <p:spPr>
          <a:xfrm>
            <a:off x="713232" y="4754880"/>
            <a:ext cx="10789920" cy="594360"/>
          </a:xfrm>
          <a:prstGeom prst="rect">
            <a:avLst/>
          </a:prstGeom>
          <a:noFill/>
          <a:ln/>
        </p:spPr>
        <p:txBody>
          <a:bodyPr wrap="square" rtlCol="0" anchor="ctr"/>
          <a:lstStyle/>
          <a:p>
            <a:pPr marL="0" indent="0">
              <a:buNone/>
            </a:pPr>
            <a:r>
              <a:rPr lang="en-US" sz="1100" i="1" dirty="0">
                <a:solidFill>
                  <a:srgbClr val="CFE3EF"/>
                </a:solidFill>
                <a:latin typeface="Arial" pitchFamily="34" charset="0"/>
                <a:ea typeface="Arial" pitchFamily="34" charset="-122"/>
                <a:cs typeface="Arial" pitchFamily="34" charset="-120"/>
              </a:rPr>
              <a:t>We maken onderscheid tussen korte, middellange en lange termijn doelen — zo blijven belangrijke implicaties voor de lange termijn niet onderbelicht en wordt de implementatie toekomstbestendiger.</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274320"/>
            <a:ext cx="960120" cy="960120"/>
          </a:xfrm>
          <a:prstGeom prst="diamond">
            <a:avLst/>
          </a:prstGeom>
          <a:ln w="63500">
            <a:solidFill>
              <a:srgbClr val="89CDF2"/>
            </a:solidFill>
            <a:prstDash val="solid"/>
          </a:ln>
        </p:spPr>
      </p:sp>
      <p:sp>
        <p:nvSpPr>
          <p:cNvPr id="3" name="Text 1"/>
          <p:cNvSpPr/>
          <p:nvPr/>
        </p:nvSpPr>
        <p:spPr>
          <a:xfrm>
            <a:off x="502920" y="292608"/>
            <a:ext cx="9144000" cy="292608"/>
          </a:xfrm>
          <a:prstGeom prst="rect">
            <a:avLst/>
          </a:prstGeom>
          <a:noFill/>
          <a:ln/>
        </p:spPr>
        <p:txBody>
          <a:bodyPr wrap="square" rtlCol="0" anchor="ctr"/>
          <a:lstStyle/>
          <a:p>
            <a:pPr marL="0" indent="0">
              <a:buNone/>
            </a:pPr>
            <a:r>
              <a:rPr lang="en-US" sz="1100" b="1" kern="0" spc="150" dirty="0">
                <a:solidFill>
                  <a:srgbClr val="E76734"/>
                </a:solidFill>
                <a:latin typeface="Arial" pitchFamily="34" charset="0"/>
                <a:ea typeface="Arial" pitchFamily="34" charset="-122"/>
                <a:cs typeface="Arial" pitchFamily="34" charset="-120"/>
              </a:rPr>
              <a:t>CONTEXT &amp; DOELEN</a:t>
            </a:r>
            <a:endParaRPr lang="en-US" sz="1100" dirty="0"/>
          </a:p>
        </p:txBody>
      </p:sp>
      <p:sp>
        <p:nvSpPr>
          <p:cNvPr id="4" name="Text 2"/>
          <p:cNvSpPr/>
          <p:nvPr/>
        </p:nvSpPr>
        <p:spPr>
          <a:xfrm>
            <a:off x="502920" y="566928"/>
            <a:ext cx="10515600" cy="640080"/>
          </a:xfrm>
          <a:prstGeom prst="rect">
            <a:avLst/>
          </a:prstGeom>
          <a:noFill/>
          <a:ln/>
        </p:spPr>
        <p:txBody>
          <a:bodyPr wrap="square" rtlCol="0" anchor="ctr"/>
          <a:lstStyle/>
          <a:p>
            <a:pPr marL="0" indent="0">
              <a:buNone/>
            </a:pPr>
            <a:r>
              <a:rPr lang="en-US" sz="2600" b="1" dirty="0">
                <a:solidFill>
                  <a:srgbClr val="003362"/>
                </a:solidFill>
                <a:latin typeface="Helvetica" pitchFamily="34" charset="0"/>
                <a:ea typeface="Helvetica" pitchFamily="34" charset="-122"/>
                <a:cs typeface="Helvetica" pitchFamily="34" charset="-120"/>
              </a:rPr>
              <a:t>Doelen — Organisatie</a:t>
            </a:r>
            <a:endParaRPr lang="en-US" sz="2600" dirty="0"/>
          </a:p>
        </p:txBody>
      </p:sp>
      <p:sp>
        <p:nvSpPr>
          <p:cNvPr id="5" name="Shape 3"/>
          <p:cNvSpPr/>
          <p:nvPr/>
        </p:nvSpPr>
        <p:spPr>
          <a:xfrm>
            <a:off x="0" y="6748272"/>
            <a:ext cx="12188952" cy="109728"/>
          </a:xfrm>
          <a:prstGeom prst="rect">
            <a:avLst/>
          </a:prstGeom>
          <a:solidFill>
            <a:srgbClr val="003362"/>
          </a:solidFill>
          <a:ln/>
        </p:spPr>
      </p:sp>
      <p:sp>
        <p:nvSpPr>
          <p:cNvPr id="6" name="Text 4"/>
          <p:cNvSpPr/>
          <p:nvPr/>
        </p:nvSpPr>
        <p:spPr>
          <a:xfrm>
            <a:off x="457200" y="6355080"/>
            <a:ext cx="5486400" cy="320040"/>
          </a:xfrm>
          <a:prstGeom prst="rect">
            <a:avLst/>
          </a:prstGeom>
          <a:noFill/>
          <a:ln/>
        </p:spPr>
        <p:txBody>
          <a:bodyPr wrap="square" rtlCol="0" anchor="ctr"/>
          <a:lstStyle/>
          <a:p>
            <a:pPr marL="0" indent="0">
              <a:buNone/>
            </a:pPr>
            <a:r>
              <a:rPr lang="en-US" sz="950" i="1" dirty="0">
                <a:solidFill>
                  <a:srgbClr val="6B7680"/>
                </a:solidFill>
                <a:latin typeface="Arial" pitchFamily="34" charset="0"/>
                <a:ea typeface="Arial" pitchFamily="34" charset="-122"/>
                <a:cs typeface="Arial" pitchFamily="34" charset="-120"/>
              </a:rPr>
              <a:t>Context &amp; Doelen</a:t>
            </a:r>
            <a:endParaRPr lang="en-US" sz="950" dirty="0"/>
          </a:p>
        </p:txBody>
      </p:sp>
      <p:sp>
        <p:nvSpPr>
          <p:cNvPr id="7" name="Shape 5"/>
          <p:cNvSpPr/>
          <p:nvPr/>
        </p:nvSpPr>
        <p:spPr>
          <a:xfrm>
            <a:off x="502920" y="1371600"/>
            <a:ext cx="5431536" cy="2011680"/>
          </a:xfrm>
          <a:prstGeom prst="roundRect">
            <a:avLst>
              <a:gd name="adj" fmla="val 3636"/>
            </a:avLst>
          </a:prstGeom>
          <a:solidFill>
            <a:srgbClr val="F5F8FA"/>
          </a:solidFill>
          <a:ln/>
        </p:spPr>
      </p:sp>
      <p:sp>
        <p:nvSpPr>
          <p:cNvPr id="8" name="Shape 6"/>
          <p:cNvSpPr/>
          <p:nvPr/>
        </p:nvSpPr>
        <p:spPr>
          <a:xfrm>
            <a:off x="502920" y="1371600"/>
            <a:ext cx="5431536" cy="64008"/>
          </a:xfrm>
          <a:prstGeom prst="rect">
            <a:avLst/>
          </a:prstGeom>
          <a:solidFill>
            <a:srgbClr val="003362"/>
          </a:solidFill>
          <a:ln/>
        </p:spPr>
      </p:sp>
      <p:sp>
        <p:nvSpPr>
          <p:cNvPr id="9" name="Text 7"/>
          <p:cNvSpPr/>
          <p:nvPr/>
        </p:nvSpPr>
        <p:spPr>
          <a:xfrm>
            <a:off x="731520" y="1572768"/>
            <a:ext cx="4974336" cy="365760"/>
          </a:xfrm>
          <a:prstGeom prst="rect">
            <a:avLst/>
          </a:prstGeom>
          <a:noFill/>
          <a:ln/>
        </p:spPr>
        <p:txBody>
          <a:bodyPr wrap="square" rtlCol="0" anchor="ctr"/>
          <a:lstStyle/>
          <a:p>
            <a:pPr marL="0" indent="0">
              <a:buNone/>
            </a:pPr>
            <a:r>
              <a:rPr lang="en-US" sz="1350" b="1" dirty="0">
                <a:solidFill>
                  <a:srgbClr val="003362"/>
                </a:solidFill>
                <a:latin typeface="Arial" pitchFamily="34" charset="0"/>
                <a:ea typeface="Arial" pitchFamily="34" charset="-122"/>
                <a:cs typeface="Arial" pitchFamily="34" charset="-120"/>
              </a:rPr>
              <a:t>Mensen &amp; werkdruk</a:t>
            </a:r>
            <a:endParaRPr lang="en-US" sz="1350" dirty="0"/>
          </a:p>
        </p:txBody>
      </p:sp>
      <p:sp>
        <p:nvSpPr>
          <p:cNvPr id="10" name="Text 8"/>
          <p:cNvSpPr/>
          <p:nvPr/>
        </p:nvSpPr>
        <p:spPr>
          <a:xfrm>
            <a:off x="731520" y="1938528"/>
            <a:ext cx="4974336" cy="1280160"/>
          </a:xfrm>
          <a:prstGeom prst="rect">
            <a:avLst/>
          </a:prstGeom>
          <a:noFill/>
          <a:ln/>
        </p:spPr>
        <p:txBody>
          <a:bodyPr wrap="square" rtlCol="0" anchor="t"/>
          <a:lstStyle/>
          <a:p>
            <a:pPr marL="0" indent="0">
              <a:lnSpc>
                <a:spcPts val="1400"/>
              </a:lnSpc>
              <a:buNone/>
            </a:pPr>
            <a:r>
              <a:rPr lang="en-US" sz="1100" dirty="0">
                <a:solidFill>
                  <a:srgbClr val="2B3033"/>
                </a:solidFill>
                <a:latin typeface="Arial" pitchFamily="34" charset="0"/>
                <a:ea typeface="Arial" pitchFamily="34" charset="-122"/>
                <a:cs typeface="Arial" pitchFamily="34" charset="-120"/>
              </a:rPr>
              <a:t>• Werkdruk verlagen bij medewerkers (minder overuren, minder uitval)</a:t>
            </a:r>
            <a:endParaRPr lang="en-US" sz="1100" dirty="0"/>
          </a:p>
          <a:p>
            <a:pPr marL="0" indent="0">
              <a:lnSpc>
                <a:spcPts val="1400"/>
              </a:lnSpc>
              <a:buNone/>
            </a:pPr>
            <a:r>
              <a:rPr lang="en-US" sz="1100" dirty="0">
                <a:solidFill>
                  <a:srgbClr val="2B3033"/>
                </a:solidFill>
                <a:latin typeface="Arial" pitchFamily="34" charset="0"/>
                <a:ea typeface="Arial" pitchFamily="34" charset="-122"/>
                <a:cs typeface="Arial" pitchFamily="34" charset="-120"/>
              </a:rPr>
              <a:t>• Aantrekkelijker werkgeverschap (moderne tools helpen bij werving/behoud)</a:t>
            </a:r>
            <a:endParaRPr lang="en-US" sz="1100" dirty="0"/>
          </a:p>
          <a:p>
            <a:pPr marL="0" indent="0">
              <a:lnSpc>
                <a:spcPts val="1400"/>
              </a:lnSpc>
              <a:buNone/>
            </a:pPr>
            <a:r>
              <a:rPr lang="en-US" sz="1100" dirty="0">
                <a:solidFill>
                  <a:srgbClr val="2B3033"/>
                </a:solidFill>
                <a:latin typeface="Arial" pitchFamily="34" charset="0"/>
                <a:ea typeface="Arial" pitchFamily="34" charset="-122"/>
                <a:cs typeface="Arial" pitchFamily="34" charset="-120"/>
              </a:rPr>
              <a:t>• Verloop verminderen doordat repetitief werk wegvalt</a:t>
            </a:r>
            <a:endParaRPr lang="en-US" sz="1100" dirty="0"/>
          </a:p>
        </p:txBody>
      </p:sp>
      <p:sp>
        <p:nvSpPr>
          <p:cNvPr id="11" name="Shape 9"/>
          <p:cNvSpPr/>
          <p:nvPr/>
        </p:nvSpPr>
        <p:spPr>
          <a:xfrm>
            <a:off x="6254496" y="1371600"/>
            <a:ext cx="5431536" cy="2011680"/>
          </a:xfrm>
          <a:prstGeom prst="roundRect">
            <a:avLst>
              <a:gd name="adj" fmla="val 3636"/>
            </a:avLst>
          </a:prstGeom>
          <a:solidFill>
            <a:srgbClr val="F5F8FA"/>
          </a:solidFill>
          <a:ln/>
        </p:spPr>
      </p:sp>
      <p:sp>
        <p:nvSpPr>
          <p:cNvPr id="12" name="Shape 10"/>
          <p:cNvSpPr/>
          <p:nvPr/>
        </p:nvSpPr>
        <p:spPr>
          <a:xfrm>
            <a:off x="6254496" y="1371600"/>
            <a:ext cx="5431536" cy="64008"/>
          </a:xfrm>
          <a:prstGeom prst="rect">
            <a:avLst/>
          </a:prstGeom>
          <a:solidFill>
            <a:srgbClr val="E76734"/>
          </a:solidFill>
          <a:ln/>
        </p:spPr>
      </p:sp>
      <p:sp>
        <p:nvSpPr>
          <p:cNvPr id="13" name="Text 11"/>
          <p:cNvSpPr/>
          <p:nvPr/>
        </p:nvSpPr>
        <p:spPr>
          <a:xfrm>
            <a:off x="6483096" y="1572768"/>
            <a:ext cx="4974336" cy="365760"/>
          </a:xfrm>
          <a:prstGeom prst="rect">
            <a:avLst/>
          </a:prstGeom>
          <a:noFill/>
          <a:ln/>
        </p:spPr>
        <p:txBody>
          <a:bodyPr wrap="square" rtlCol="0" anchor="ctr"/>
          <a:lstStyle/>
          <a:p>
            <a:pPr marL="0" indent="0">
              <a:buNone/>
            </a:pPr>
            <a:r>
              <a:rPr lang="en-US" sz="1350" b="1" dirty="0">
                <a:solidFill>
                  <a:srgbClr val="003362"/>
                </a:solidFill>
                <a:latin typeface="Arial" pitchFamily="34" charset="0"/>
                <a:ea typeface="Arial" pitchFamily="34" charset="-122"/>
                <a:cs typeface="Arial" pitchFamily="34" charset="-120"/>
              </a:rPr>
              <a:t>Kennis &amp; continuïteit</a:t>
            </a:r>
            <a:endParaRPr lang="en-US" sz="1350" dirty="0"/>
          </a:p>
        </p:txBody>
      </p:sp>
      <p:sp>
        <p:nvSpPr>
          <p:cNvPr id="14" name="Text 12"/>
          <p:cNvSpPr/>
          <p:nvPr/>
        </p:nvSpPr>
        <p:spPr>
          <a:xfrm>
            <a:off x="6483096" y="1938528"/>
            <a:ext cx="4974336" cy="1280160"/>
          </a:xfrm>
          <a:prstGeom prst="rect">
            <a:avLst/>
          </a:prstGeom>
          <a:noFill/>
          <a:ln/>
        </p:spPr>
        <p:txBody>
          <a:bodyPr wrap="square" rtlCol="0" anchor="t"/>
          <a:lstStyle/>
          <a:p>
            <a:pPr marL="0" indent="0">
              <a:lnSpc>
                <a:spcPts val="1400"/>
              </a:lnSpc>
              <a:buNone/>
            </a:pPr>
            <a:r>
              <a:rPr lang="en-US" sz="1100" dirty="0">
                <a:solidFill>
                  <a:srgbClr val="2B3033"/>
                </a:solidFill>
                <a:latin typeface="Arial" pitchFamily="34" charset="0"/>
                <a:ea typeface="Arial" pitchFamily="34" charset="-122"/>
                <a:cs typeface="Arial" pitchFamily="34" charset="-120"/>
              </a:rPr>
              <a:t>• Kennis uit hoofden van individuele medewerkers borgen in het systeem (bus-factor verlagen)</a:t>
            </a:r>
            <a:endParaRPr lang="en-US" sz="1100" dirty="0"/>
          </a:p>
          <a:p>
            <a:pPr marL="0" indent="0">
              <a:lnSpc>
                <a:spcPts val="1400"/>
              </a:lnSpc>
              <a:buNone/>
            </a:pPr>
            <a:r>
              <a:rPr lang="en-US" sz="1100" dirty="0">
                <a:solidFill>
                  <a:srgbClr val="2B3033"/>
                </a:solidFill>
                <a:latin typeface="Arial" pitchFamily="34" charset="0"/>
                <a:ea typeface="Arial" pitchFamily="34" charset="-122"/>
                <a:cs typeface="Arial" pitchFamily="34" charset="-120"/>
              </a:rPr>
              <a:t>• Minder kwetsbaar bij ziekte/verloop van sleutelpersonen</a:t>
            </a:r>
            <a:endParaRPr lang="en-US" sz="1100" dirty="0"/>
          </a:p>
          <a:p>
            <a:pPr marL="0" indent="0">
              <a:lnSpc>
                <a:spcPts val="1400"/>
              </a:lnSpc>
              <a:buNone/>
            </a:pPr>
            <a:r>
              <a:rPr lang="en-US" sz="1100" dirty="0">
                <a:solidFill>
                  <a:srgbClr val="2B3033"/>
                </a:solidFill>
                <a:latin typeface="Arial" pitchFamily="34" charset="0"/>
                <a:ea typeface="Arial" pitchFamily="34" charset="-122"/>
                <a:cs typeface="Arial" pitchFamily="34" charset="-120"/>
              </a:rPr>
              <a:t>• Nieuwe medewerkers sneller inwerken door een gestandaardiseerd proces</a:t>
            </a:r>
            <a:endParaRPr lang="en-US" sz="1100" dirty="0"/>
          </a:p>
        </p:txBody>
      </p:sp>
      <p:sp>
        <p:nvSpPr>
          <p:cNvPr id="15" name="Shape 13"/>
          <p:cNvSpPr/>
          <p:nvPr/>
        </p:nvSpPr>
        <p:spPr>
          <a:xfrm>
            <a:off x="502920" y="3657600"/>
            <a:ext cx="5431536" cy="2011680"/>
          </a:xfrm>
          <a:prstGeom prst="roundRect">
            <a:avLst>
              <a:gd name="adj" fmla="val 3636"/>
            </a:avLst>
          </a:prstGeom>
          <a:solidFill>
            <a:srgbClr val="F5F8FA"/>
          </a:solidFill>
          <a:ln/>
        </p:spPr>
      </p:sp>
      <p:sp>
        <p:nvSpPr>
          <p:cNvPr id="16" name="Shape 14"/>
          <p:cNvSpPr/>
          <p:nvPr/>
        </p:nvSpPr>
        <p:spPr>
          <a:xfrm>
            <a:off x="502920" y="3657600"/>
            <a:ext cx="5431536" cy="64008"/>
          </a:xfrm>
          <a:prstGeom prst="rect">
            <a:avLst/>
          </a:prstGeom>
          <a:solidFill>
            <a:srgbClr val="89CDF2"/>
          </a:solidFill>
          <a:ln/>
        </p:spPr>
      </p:sp>
      <p:sp>
        <p:nvSpPr>
          <p:cNvPr id="17" name="Text 15"/>
          <p:cNvSpPr/>
          <p:nvPr/>
        </p:nvSpPr>
        <p:spPr>
          <a:xfrm>
            <a:off x="731520" y="3858768"/>
            <a:ext cx="4974336" cy="365760"/>
          </a:xfrm>
          <a:prstGeom prst="rect">
            <a:avLst/>
          </a:prstGeom>
          <a:noFill/>
          <a:ln/>
        </p:spPr>
        <p:txBody>
          <a:bodyPr wrap="square" rtlCol="0" anchor="ctr"/>
          <a:lstStyle/>
          <a:p>
            <a:pPr marL="0" indent="0">
              <a:buNone/>
            </a:pPr>
            <a:r>
              <a:rPr lang="en-US" sz="1350" b="1" dirty="0">
                <a:solidFill>
                  <a:srgbClr val="003362"/>
                </a:solidFill>
                <a:latin typeface="Arial" pitchFamily="34" charset="0"/>
                <a:ea typeface="Arial" pitchFamily="34" charset="-122"/>
                <a:cs typeface="Arial" pitchFamily="34" charset="-120"/>
              </a:rPr>
              <a:t>Wendbaarheid &amp; schaalbaarheid</a:t>
            </a:r>
            <a:endParaRPr lang="en-US" sz="1350" dirty="0"/>
          </a:p>
        </p:txBody>
      </p:sp>
      <p:sp>
        <p:nvSpPr>
          <p:cNvPr id="18" name="Text 16"/>
          <p:cNvSpPr/>
          <p:nvPr/>
        </p:nvSpPr>
        <p:spPr>
          <a:xfrm>
            <a:off x="731520" y="4224528"/>
            <a:ext cx="5209521" cy="1280160"/>
          </a:xfrm>
          <a:prstGeom prst="rect">
            <a:avLst/>
          </a:prstGeom>
          <a:noFill/>
          <a:ln/>
        </p:spPr>
        <p:txBody>
          <a:bodyPr wrap="square" lIns="91440" tIns="45720" rIns="91440" bIns="45720" rtlCol="0" anchor="t"/>
          <a:lstStyle/>
          <a:p>
            <a:pPr marL="0" indent="0">
              <a:lnSpc>
                <a:spcPts val="1400"/>
              </a:lnSpc>
              <a:buNone/>
            </a:pPr>
            <a:r>
              <a:rPr lang="en-US" sz="1100" dirty="0">
                <a:solidFill>
                  <a:srgbClr val="2B3033"/>
                </a:solidFill>
                <a:latin typeface="Arial" pitchFamily="34" charset="0"/>
                <a:ea typeface="Arial" pitchFamily="34" charset="-122"/>
                <a:cs typeface="Arial" pitchFamily="34" charset="-120"/>
              </a:rPr>
              <a:t>• Makkelijker opschalen bij piekbelasting (bijv. verkiezingen, subsidierondes)</a:t>
            </a:r>
            <a:endParaRPr lang="en-US" sz="1100" dirty="0"/>
          </a:p>
          <a:p>
            <a:pPr marL="0" indent="0">
              <a:lnSpc>
                <a:spcPts val="1400"/>
              </a:lnSpc>
              <a:buNone/>
            </a:pPr>
            <a:r>
              <a:rPr lang="en-US" sz="1100" dirty="0">
                <a:solidFill>
                  <a:srgbClr val="2B3033"/>
                </a:solidFill>
                <a:latin typeface="Arial" pitchFamily="34" charset="0"/>
                <a:ea typeface="Arial" pitchFamily="34" charset="-122"/>
                <a:cs typeface="Arial" pitchFamily="34" charset="-120"/>
              </a:rPr>
              <a:t>• Sneller reageren op nieuwe wet- en regelgeving</a:t>
            </a:r>
            <a:endParaRPr lang="en-US" sz="1100" dirty="0"/>
          </a:p>
          <a:p>
            <a:pPr>
              <a:lnSpc>
                <a:spcPts val="1400"/>
              </a:lnSpc>
            </a:pPr>
            <a:r>
              <a:rPr lang="en-US" sz="1100" dirty="0">
                <a:solidFill>
                  <a:srgbClr val="2B3033"/>
                </a:solidFill>
                <a:latin typeface="Arial"/>
                <a:ea typeface="Arial" pitchFamily="34" charset="-122"/>
                <a:cs typeface="Arial"/>
              </a:rPr>
              <a:t>• Minder </a:t>
            </a:r>
            <a:r>
              <a:rPr lang="en-US" sz="1100" dirty="0" err="1">
                <a:solidFill>
                  <a:srgbClr val="2B3033"/>
                </a:solidFill>
                <a:latin typeface="Arial"/>
                <a:ea typeface="Arial" pitchFamily="34" charset="-122"/>
                <a:cs typeface="Arial"/>
              </a:rPr>
              <a:t>afhankelijk</a:t>
            </a:r>
            <a:r>
              <a:rPr lang="en-US" sz="1100" dirty="0">
                <a:solidFill>
                  <a:srgbClr val="2B3033"/>
                </a:solidFill>
                <a:latin typeface="Arial"/>
                <a:ea typeface="Arial" pitchFamily="34" charset="-122"/>
                <a:cs typeface="Arial"/>
              </a:rPr>
              <a:t> van </a:t>
            </a:r>
            <a:r>
              <a:rPr lang="en-US" sz="1100" dirty="0" err="1">
                <a:solidFill>
                  <a:srgbClr val="2B3033"/>
                </a:solidFill>
                <a:latin typeface="Arial"/>
                <a:ea typeface="Arial" pitchFamily="34" charset="-122"/>
                <a:cs typeface="Arial"/>
              </a:rPr>
              <a:t>maatwerk</a:t>
            </a:r>
            <a:r>
              <a:rPr lang="en-US" sz="1100" dirty="0">
                <a:solidFill>
                  <a:srgbClr val="2B3033"/>
                </a:solidFill>
                <a:latin typeface="Arial"/>
                <a:ea typeface="Arial" pitchFamily="34" charset="-122"/>
                <a:cs typeface="Arial"/>
              </a:rPr>
              <a:t> </a:t>
            </a:r>
            <a:r>
              <a:rPr lang="en-US" sz="1100" dirty="0" err="1">
                <a:solidFill>
                  <a:srgbClr val="2B3033"/>
                </a:solidFill>
                <a:latin typeface="Arial"/>
                <a:ea typeface="Arial" pitchFamily="34" charset="-122"/>
                <a:cs typeface="Arial"/>
              </a:rPr>
              <a:t>dat</a:t>
            </a:r>
            <a:r>
              <a:rPr lang="en-US" sz="1100" dirty="0">
                <a:solidFill>
                  <a:srgbClr val="2B3033"/>
                </a:solidFill>
                <a:latin typeface="Arial"/>
                <a:ea typeface="Arial" pitchFamily="34" charset="-122"/>
                <a:cs typeface="Arial"/>
              </a:rPr>
              <a:t> </a:t>
            </a:r>
            <a:r>
              <a:rPr lang="en-US" sz="1100" dirty="0" err="1">
                <a:solidFill>
                  <a:srgbClr val="2B3033"/>
                </a:solidFill>
                <a:latin typeface="Arial"/>
                <a:ea typeface="Arial" pitchFamily="34" charset="-122"/>
                <a:cs typeface="Arial"/>
              </a:rPr>
              <a:t>niemand</a:t>
            </a:r>
            <a:r>
              <a:rPr lang="en-US" sz="1100" dirty="0">
                <a:solidFill>
                  <a:srgbClr val="2B3033"/>
                </a:solidFill>
                <a:latin typeface="Arial"/>
                <a:ea typeface="Arial" pitchFamily="34" charset="-122"/>
                <a:cs typeface="Arial"/>
              </a:rPr>
              <a:t> </a:t>
            </a:r>
            <a:r>
              <a:rPr lang="en-US" sz="1100" dirty="0" err="1">
                <a:solidFill>
                  <a:srgbClr val="2B3033"/>
                </a:solidFill>
                <a:latin typeface="Arial"/>
                <a:ea typeface="Arial" pitchFamily="34" charset="-122"/>
                <a:cs typeface="Arial"/>
              </a:rPr>
              <a:t>meer</a:t>
            </a:r>
            <a:r>
              <a:rPr lang="en-US" sz="1100" dirty="0">
                <a:solidFill>
                  <a:srgbClr val="2B3033"/>
                </a:solidFill>
                <a:latin typeface="Arial"/>
                <a:ea typeface="Arial" pitchFamily="34" charset="-122"/>
                <a:cs typeface="Arial"/>
              </a:rPr>
              <a:t> </a:t>
            </a:r>
            <a:r>
              <a:rPr lang="en-US" sz="1100" dirty="0" err="1">
                <a:solidFill>
                  <a:srgbClr val="2B3033"/>
                </a:solidFill>
                <a:latin typeface="Arial"/>
                <a:ea typeface="Arial" pitchFamily="34" charset="-122"/>
                <a:cs typeface="Arial"/>
              </a:rPr>
              <a:t>durft</a:t>
            </a:r>
            <a:r>
              <a:rPr lang="en-US" sz="1100" dirty="0">
                <a:solidFill>
                  <a:srgbClr val="2B3033"/>
                </a:solidFill>
                <a:latin typeface="Arial"/>
                <a:ea typeface="Arial" pitchFamily="34" charset="-122"/>
                <a:cs typeface="Arial"/>
              </a:rPr>
              <a:t> </a:t>
            </a:r>
            <a:r>
              <a:rPr lang="en-US" sz="1100" dirty="0" err="1">
                <a:solidFill>
                  <a:srgbClr val="2B3033"/>
                </a:solidFill>
                <a:latin typeface="Arial"/>
                <a:ea typeface="Arial" pitchFamily="34" charset="-122"/>
                <a:cs typeface="Arial"/>
              </a:rPr>
              <a:t>aan</a:t>
            </a:r>
            <a:r>
              <a:rPr lang="en-US" sz="1100" dirty="0">
                <a:solidFill>
                  <a:srgbClr val="2B3033"/>
                </a:solidFill>
                <a:latin typeface="Arial"/>
                <a:ea typeface="Arial" pitchFamily="34" charset="-122"/>
                <a:cs typeface="Arial"/>
              </a:rPr>
              <a:t> </a:t>
            </a:r>
            <a:r>
              <a:rPr lang="en-US" sz="1100" dirty="0" err="1">
                <a:solidFill>
                  <a:srgbClr val="2B3033"/>
                </a:solidFill>
                <a:latin typeface="Arial"/>
                <a:ea typeface="Arial" pitchFamily="34" charset="-122"/>
                <a:cs typeface="Arial"/>
              </a:rPr>
              <a:t>te</a:t>
            </a:r>
            <a:r>
              <a:rPr lang="en-US" sz="1100" dirty="0">
                <a:solidFill>
                  <a:srgbClr val="2B3033"/>
                </a:solidFill>
                <a:latin typeface="Arial"/>
                <a:ea typeface="Arial" pitchFamily="34" charset="-122"/>
                <a:cs typeface="Arial"/>
              </a:rPr>
              <a:t> </a:t>
            </a:r>
            <a:r>
              <a:rPr lang="en-US" sz="1100" dirty="0" err="1">
                <a:solidFill>
                  <a:srgbClr val="2B3033"/>
                </a:solidFill>
                <a:latin typeface="Arial"/>
                <a:ea typeface="Arial" pitchFamily="34" charset="-122"/>
                <a:cs typeface="Arial"/>
              </a:rPr>
              <a:t>passen</a:t>
            </a:r>
            <a:endParaRPr lang="en-US" sz="1100" dirty="0" err="1">
              <a:latin typeface="Arial"/>
              <a:cs typeface="Arial"/>
            </a:endParaRPr>
          </a:p>
        </p:txBody>
      </p:sp>
      <p:sp>
        <p:nvSpPr>
          <p:cNvPr id="19" name="Shape 17"/>
          <p:cNvSpPr/>
          <p:nvPr/>
        </p:nvSpPr>
        <p:spPr>
          <a:xfrm>
            <a:off x="6254496" y="3657600"/>
            <a:ext cx="5431536" cy="2011680"/>
          </a:xfrm>
          <a:prstGeom prst="roundRect">
            <a:avLst>
              <a:gd name="adj" fmla="val 3636"/>
            </a:avLst>
          </a:prstGeom>
          <a:solidFill>
            <a:srgbClr val="F5F8FA"/>
          </a:solidFill>
          <a:ln/>
        </p:spPr>
      </p:sp>
      <p:sp>
        <p:nvSpPr>
          <p:cNvPr id="20" name="Shape 18"/>
          <p:cNvSpPr/>
          <p:nvPr/>
        </p:nvSpPr>
        <p:spPr>
          <a:xfrm>
            <a:off x="6254496" y="3657600"/>
            <a:ext cx="5431536" cy="64008"/>
          </a:xfrm>
          <a:prstGeom prst="rect">
            <a:avLst/>
          </a:prstGeom>
          <a:solidFill>
            <a:srgbClr val="003361"/>
          </a:solidFill>
          <a:ln/>
        </p:spPr>
      </p:sp>
      <p:sp>
        <p:nvSpPr>
          <p:cNvPr id="21" name="Text 19"/>
          <p:cNvSpPr/>
          <p:nvPr/>
        </p:nvSpPr>
        <p:spPr>
          <a:xfrm>
            <a:off x="6483096" y="3858768"/>
            <a:ext cx="4974336" cy="365760"/>
          </a:xfrm>
          <a:prstGeom prst="rect">
            <a:avLst/>
          </a:prstGeom>
          <a:noFill/>
          <a:ln/>
        </p:spPr>
        <p:txBody>
          <a:bodyPr wrap="square" rtlCol="0" anchor="ctr"/>
          <a:lstStyle/>
          <a:p>
            <a:pPr marL="0" indent="0">
              <a:buNone/>
            </a:pPr>
            <a:r>
              <a:rPr lang="en-US" sz="1350" b="1" dirty="0">
                <a:solidFill>
                  <a:srgbClr val="003362"/>
                </a:solidFill>
                <a:latin typeface="Arial" pitchFamily="34" charset="0"/>
                <a:ea typeface="Arial" pitchFamily="34" charset="-122"/>
                <a:cs typeface="Arial" pitchFamily="34" charset="-120"/>
              </a:rPr>
              <a:t>Governance &amp; grip</a:t>
            </a:r>
            <a:endParaRPr lang="en-US" sz="1350" dirty="0"/>
          </a:p>
        </p:txBody>
      </p:sp>
      <p:sp>
        <p:nvSpPr>
          <p:cNvPr id="22" name="Text 20"/>
          <p:cNvSpPr/>
          <p:nvPr/>
        </p:nvSpPr>
        <p:spPr>
          <a:xfrm>
            <a:off x="6483096" y="4224528"/>
            <a:ext cx="4974336" cy="1280160"/>
          </a:xfrm>
          <a:prstGeom prst="rect">
            <a:avLst/>
          </a:prstGeom>
          <a:noFill/>
          <a:ln/>
        </p:spPr>
        <p:txBody>
          <a:bodyPr wrap="square" rtlCol="0" anchor="t"/>
          <a:lstStyle/>
          <a:p>
            <a:pPr marL="0" indent="0">
              <a:lnSpc>
                <a:spcPts val="1400"/>
              </a:lnSpc>
              <a:buNone/>
            </a:pPr>
            <a:r>
              <a:rPr lang="en-US" sz="1100" dirty="0">
                <a:solidFill>
                  <a:srgbClr val="2B3033"/>
                </a:solidFill>
                <a:latin typeface="Arial" pitchFamily="34" charset="0"/>
                <a:ea typeface="Arial" pitchFamily="34" charset="-122"/>
                <a:cs typeface="Arial" pitchFamily="34" charset="-120"/>
              </a:rPr>
              <a:t>• Meer centrale sturing en minder wildgroei aan Excel-sheets en schaduw-IT</a:t>
            </a:r>
            <a:endParaRPr lang="en-US" sz="1100" dirty="0"/>
          </a:p>
          <a:p>
            <a:pPr marL="0" indent="0">
              <a:lnSpc>
                <a:spcPts val="1400"/>
              </a:lnSpc>
              <a:buNone/>
            </a:pPr>
            <a:r>
              <a:rPr lang="en-US" sz="1100" dirty="0">
                <a:solidFill>
                  <a:srgbClr val="2B3033"/>
                </a:solidFill>
                <a:latin typeface="Arial" pitchFamily="34" charset="0"/>
                <a:ea typeface="Arial" pitchFamily="34" charset="-122"/>
                <a:cs typeface="Arial" pitchFamily="34" charset="-120"/>
              </a:rPr>
              <a:t>• Auditability: aantonen wie wat wanneer heeft gedaan</a:t>
            </a:r>
            <a:endParaRPr lang="en-US" sz="1100" dirty="0"/>
          </a:p>
          <a:p>
            <a:pPr marL="0" indent="0">
              <a:lnSpc>
                <a:spcPts val="1400"/>
              </a:lnSpc>
              <a:buNone/>
            </a:pPr>
            <a:r>
              <a:rPr lang="en-US" sz="1100" dirty="0">
                <a:solidFill>
                  <a:srgbClr val="2B3033"/>
                </a:solidFill>
                <a:latin typeface="Arial" pitchFamily="34" charset="0"/>
                <a:ea typeface="Arial" pitchFamily="34" charset="-122"/>
                <a:cs typeface="Arial" pitchFamily="34" charset="-120"/>
              </a:rPr>
              <a:t>• Eenduidige werkwijze tussen teams/locaties</a:t>
            </a:r>
            <a:endParaRPr lang="en-US" sz="1100" dirty="0"/>
          </a:p>
        </p:txBody>
      </p:sp>
      <p:sp>
        <p:nvSpPr>
          <p:cNvPr id="23" name="Shape 21"/>
          <p:cNvSpPr/>
          <p:nvPr/>
        </p:nvSpPr>
        <p:spPr>
          <a:xfrm>
            <a:off x="9921240" y="292608"/>
            <a:ext cx="1325880" cy="329184"/>
          </a:xfrm>
          <a:prstGeom prst="roundRect">
            <a:avLst>
              <a:gd name="adj" fmla="val 50000"/>
            </a:avLst>
          </a:prstGeom>
          <a:solidFill>
            <a:srgbClr val="E76734"/>
          </a:solidFill>
          <a:ln/>
        </p:spPr>
      </p:sp>
      <p:sp>
        <p:nvSpPr>
          <p:cNvPr id="24" name="Text 22"/>
          <p:cNvSpPr/>
          <p:nvPr/>
        </p:nvSpPr>
        <p:spPr>
          <a:xfrm>
            <a:off x="9921240" y="292608"/>
            <a:ext cx="1325880" cy="329184"/>
          </a:xfrm>
          <a:prstGeom prst="rect">
            <a:avLst/>
          </a:prstGeom>
          <a:noFill/>
          <a:ln/>
        </p:spPr>
        <p:txBody>
          <a:bodyPr wrap="square" rtlCol="0" anchor="ctr"/>
          <a:lstStyle/>
          <a:p>
            <a:pPr marL="0" indent="0" algn="ctr">
              <a:buNone/>
            </a:pPr>
            <a:r>
              <a:rPr lang="en-US" sz="1000" b="1" kern="0" spc="50" dirty="0">
                <a:solidFill>
                  <a:srgbClr val="FFFFFF"/>
                </a:solidFill>
                <a:latin typeface="Arial" pitchFamily="34" charset="0"/>
                <a:ea typeface="Arial" pitchFamily="34" charset="-122"/>
                <a:cs typeface="Arial" pitchFamily="34" charset="-120"/>
              </a:rPr>
              <a:t>VOORBEELD</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274320"/>
            <a:ext cx="960120" cy="960120"/>
          </a:xfrm>
          <a:prstGeom prst="diamond">
            <a:avLst/>
          </a:prstGeom>
          <a:ln w="63500">
            <a:solidFill>
              <a:srgbClr val="89CDF2"/>
            </a:solidFill>
            <a:prstDash val="solid"/>
          </a:ln>
        </p:spPr>
      </p:sp>
      <p:sp>
        <p:nvSpPr>
          <p:cNvPr id="3" name="Text 1"/>
          <p:cNvSpPr/>
          <p:nvPr/>
        </p:nvSpPr>
        <p:spPr>
          <a:xfrm>
            <a:off x="502920" y="292608"/>
            <a:ext cx="9144000" cy="292608"/>
          </a:xfrm>
          <a:prstGeom prst="rect">
            <a:avLst/>
          </a:prstGeom>
          <a:noFill/>
          <a:ln/>
        </p:spPr>
        <p:txBody>
          <a:bodyPr wrap="square" rtlCol="0" anchor="ctr"/>
          <a:lstStyle/>
          <a:p>
            <a:pPr marL="0" indent="0">
              <a:buNone/>
            </a:pPr>
            <a:r>
              <a:rPr lang="en-US" sz="1100" b="1" kern="0" spc="150" dirty="0">
                <a:solidFill>
                  <a:srgbClr val="E76734"/>
                </a:solidFill>
                <a:latin typeface="Arial" pitchFamily="34" charset="0"/>
                <a:ea typeface="Arial" pitchFamily="34" charset="-122"/>
                <a:cs typeface="Arial" pitchFamily="34" charset="-120"/>
              </a:rPr>
              <a:t>CONTEXT &amp; DOELEN</a:t>
            </a:r>
            <a:endParaRPr lang="en-US" sz="1100" dirty="0"/>
          </a:p>
        </p:txBody>
      </p:sp>
      <p:sp>
        <p:nvSpPr>
          <p:cNvPr id="4" name="Text 2"/>
          <p:cNvSpPr/>
          <p:nvPr/>
        </p:nvSpPr>
        <p:spPr>
          <a:xfrm>
            <a:off x="502920" y="566928"/>
            <a:ext cx="10515600" cy="640080"/>
          </a:xfrm>
          <a:prstGeom prst="rect">
            <a:avLst/>
          </a:prstGeom>
          <a:noFill/>
          <a:ln/>
        </p:spPr>
        <p:txBody>
          <a:bodyPr wrap="square" rtlCol="0" anchor="ctr"/>
          <a:lstStyle/>
          <a:p>
            <a:pPr marL="0" indent="0">
              <a:buNone/>
            </a:pPr>
            <a:r>
              <a:rPr lang="en-US" sz="2600" b="1" dirty="0">
                <a:solidFill>
                  <a:srgbClr val="003362"/>
                </a:solidFill>
                <a:latin typeface="Helvetica" pitchFamily="34" charset="0"/>
                <a:ea typeface="Helvetica" pitchFamily="34" charset="-122"/>
                <a:cs typeface="Helvetica" pitchFamily="34" charset="-120"/>
              </a:rPr>
              <a:t>Visie</a:t>
            </a:r>
            <a:endParaRPr lang="en-US" sz="2600" dirty="0"/>
          </a:p>
        </p:txBody>
      </p:sp>
      <p:sp>
        <p:nvSpPr>
          <p:cNvPr id="5" name="Shape 3"/>
          <p:cNvSpPr/>
          <p:nvPr/>
        </p:nvSpPr>
        <p:spPr>
          <a:xfrm>
            <a:off x="0" y="6748272"/>
            <a:ext cx="12188952" cy="109728"/>
          </a:xfrm>
          <a:prstGeom prst="rect">
            <a:avLst/>
          </a:prstGeom>
          <a:solidFill>
            <a:srgbClr val="003362"/>
          </a:solidFill>
          <a:ln/>
        </p:spPr>
      </p:sp>
      <p:sp>
        <p:nvSpPr>
          <p:cNvPr id="6" name="Text 4"/>
          <p:cNvSpPr/>
          <p:nvPr/>
        </p:nvSpPr>
        <p:spPr>
          <a:xfrm>
            <a:off x="457200" y="6355080"/>
            <a:ext cx="5486400" cy="320040"/>
          </a:xfrm>
          <a:prstGeom prst="rect">
            <a:avLst/>
          </a:prstGeom>
          <a:noFill/>
          <a:ln/>
        </p:spPr>
        <p:txBody>
          <a:bodyPr wrap="square" rtlCol="0" anchor="ctr"/>
          <a:lstStyle/>
          <a:p>
            <a:pPr marL="0" indent="0">
              <a:buNone/>
            </a:pPr>
            <a:r>
              <a:rPr lang="en-US" sz="950" i="1" dirty="0">
                <a:solidFill>
                  <a:srgbClr val="6B7680"/>
                </a:solidFill>
                <a:latin typeface="Arial" pitchFamily="34" charset="0"/>
                <a:ea typeface="Arial" pitchFamily="34" charset="-122"/>
                <a:cs typeface="Arial" pitchFamily="34" charset="-120"/>
              </a:rPr>
              <a:t>Context &amp; Doelen</a:t>
            </a:r>
            <a:endParaRPr lang="en-US" sz="950" dirty="0"/>
          </a:p>
        </p:txBody>
      </p:sp>
      <p:sp>
        <p:nvSpPr>
          <p:cNvPr id="7" name="Text 5"/>
          <p:cNvSpPr/>
          <p:nvPr/>
        </p:nvSpPr>
        <p:spPr>
          <a:xfrm>
            <a:off x="502920" y="1371600"/>
            <a:ext cx="11155680" cy="640080"/>
          </a:xfrm>
          <a:prstGeom prst="rect">
            <a:avLst/>
          </a:prstGeom>
          <a:noFill/>
          <a:ln/>
        </p:spPr>
        <p:txBody>
          <a:bodyPr wrap="square" rtlCol="0" anchor="ctr"/>
          <a:lstStyle/>
          <a:p>
            <a:pPr marL="0" indent="0">
              <a:lnSpc>
                <a:spcPts val="1700"/>
              </a:lnSpc>
              <a:buNone/>
            </a:pPr>
            <a:r>
              <a:rPr lang="en-US" sz="1300" dirty="0">
                <a:solidFill>
                  <a:srgbClr val="2B3033"/>
                </a:solidFill>
                <a:latin typeface="Arial" pitchFamily="34" charset="0"/>
                <a:ea typeface="Arial" pitchFamily="34" charset="-122"/>
                <a:cs typeface="Arial" pitchFamily="34" charset="-120"/>
              </a:rPr>
              <a:t>Een visie is in de kern een strategische beschrijving van wat je wil bereiken en waarom. Het geeft richting aan de ontwikkeling, voor zowel het team dat eraan werkt als de stakeholders die erbij betrokken zijn.</a:t>
            </a:r>
            <a:endParaRPr lang="en-US" sz="1300" dirty="0"/>
          </a:p>
        </p:txBody>
      </p:sp>
      <p:sp>
        <p:nvSpPr>
          <p:cNvPr id="8" name="Text 6"/>
          <p:cNvSpPr/>
          <p:nvPr/>
        </p:nvSpPr>
        <p:spPr>
          <a:xfrm>
            <a:off x="502920" y="2148840"/>
            <a:ext cx="5486400" cy="320040"/>
          </a:xfrm>
          <a:prstGeom prst="rect">
            <a:avLst/>
          </a:prstGeom>
          <a:noFill/>
          <a:ln/>
        </p:spPr>
        <p:txBody>
          <a:bodyPr wrap="square" rtlCol="0" anchor="ctr"/>
          <a:lstStyle/>
          <a:p>
            <a:pPr marL="0" indent="0">
              <a:buNone/>
            </a:pPr>
            <a:r>
              <a:rPr lang="en-US" sz="1300" b="1" dirty="0">
                <a:solidFill>
                  <a:srgbClr val="003362"/>
                </a:solidFill>
                <a:latin typeface="Arial" pitchFamily="34" charset="0"/>
                <a:ea typeface="Arial" pitchFamily="34" charset="-122"/>
                <a:cs typeface="Arial" pitchFamily="34" charset="-120"/>
              </a:rPr>
              <a:t>Belangrijkste kenmerken:</a:t>
            </a:r>
            <a:endParaRPr lang="en-US" sz="1300" dirty="0"/>
          </a:p>
        </p:txBody>
      </p:sp>
      <p:sp>
        <p:nvSpPr>
          <p:cNvPr id="9" name="Shape 7"/>
          <p:cNvSpPr/>
          <p:nvPr/>
        </p:nvSpPr>
        <p:spPr>
          <a:xfrm>
            <a:off x="502920" y="2615184"/>
            <a:ext cx="82296" cy="82296"/>
          </a:xfrm>
          <a:prstGeom prst="rect">
            <a:avLst/>
          </a:prstGeom>
          <a:solidFill>
            <a:srgbClr val="89CDF2"/>
          </a:solidFill>
          <a:ln/>
        </p:spPr>
      </p:sp>
      <p:sp>
        <p:nvSpPr>
          <p:cNvPr id="10" name="Text 8"/>
          <p:cNvSpPr/>
          <p:nvPr/>
        </p:nvSpPr>
        <p:spPr>
          <a:xfrm>
            <a:off x="777240" y="2560320"/>
            <a:ext cx="10241280" cy="457200"/>
          </a:xfrm>
          <a:prstGeom prst="rect">
            <a:avLst/>
          </a:prstGeom>
          <a:noFill/>
          <a:ln/>
        </p:spPr>
        <p:txBody>
          <a:bodyPr wrap="square" rtlCol="0" anchor="t"/>
          <a:lstStyle/>
          <a:p>
            <a:pPr marL="0" indent="0">
              <a:lnSpc>
                <a:spcPts val="1600"/>
              </a:lnSpc>
              <a:buNone/>
            </a:pPr>
            <a:r>
              <a:rPr lang="en-US" sz="1250" b="1" dirty="0">
                <a:solidFill>
                  <a:srgbClr val="003362"/>
                </a:solidFill>
                <a:latin typeface="Arial" pitchFamily="34" charset="0"/>
                <a:ea typeface="Arial" pitchFamily="34" charset="-122"/>
                <a:cs typeface="Arial" pitchFamily="34" charset="-120"/>
              </a:rPr>
              <a:t>Toekomstgericht: </a:t>
            </a:r>
            <a:r>
              <a:rPr lang="en-US" sz="1250" dirty="0">
                <a:solidFill>
                  <a:srgbClr val="2B3033"/>
                </a:solidFill>
                <a:latin typeface="Arial" pitchFamily="34" charset="0"/>
                <a:ea typeface="Arial" pitchFamily="34" charset="-122"/>
                <a:cs typeface="Arial" pitchFamily="34" charset="-120"/>
              </a:rPr>
              <a:t>Het gaat over wat je op langere termijn wil bereiken.</a:t>
            </a:r>
            <a:endParaRPr lang="en-US" sz="1250" dirty="0"/>
          </a:p>
        </p:txBody>
      </p:sp>
      <p:sp>
        <p:nvSpPr>
          <p:cNvPr id="11" name="Shape 9"/>
          <p:cNvSpPr/>
          <p:nvPr/>
        </p:nvSpPr>
        <p:spPr>
          <a:xfrm>
            <a:off x="502920" y="3118104"/>
            <a:ext cx="82296" cy="82296"/>
          </a:xfrm>
          <a:prstGeom prst="rect">
            <a:avLst/>
          </a:prstGeom>
          <a:solidFill>
            <a:srgbClr val="89CDF2"/>
          </a:solidFill>
          <a:ln/>
        </p:spPr>
      </p:sp>
      <p:sp>
        <p:nvSpPr>
          <p:cNvPr id="12" name="Text 10"/>
          <p:cNvSpPr/>
          <p:nvPr/>
        </p:nvSpPr>
        <p:spPr>
          <a:xfrm>
            <a:off x="777240" y="3063240"/>
            <a:ext cx="10241280" cy="457200"/>
          </a:xfrm>
          <a:prstGeom prst="rect">
            <a:avLst/>
          </a:prstGeom>
          <a:noFill/>
          <a:ln/>
        </p:spPr>
        <p:txBody>
          <a:bodyPr wrap="square" rtlCol="0" anchor="t"/>
          <a:lstStyle/>
          <a:p>
            <a:pPr marL="0" indent="0">
              <a:lnSpc>
                <a:spcPts val="1600"/>
              </a:lnSpc>
              <a:buNone/>
            </a:pPr>
            <a:r>
              <a:rPr lang="en-US" sz="1250" b="1" dirty="0">
                <a:solidFill>
                  <a:srgbClr val="003362"/>
                </a:solidFill>
                <a:latin typeface="Arial" pitchFamily="34" charset="0"/>
                <a:ea typeface="Arial" pitchFamily="34" charset="-122"/>
                <a:cs typeface="Arial" pitchFamily="34" charset="-120"/>
              </a:rPr>
              <a:t>Inspirerend en richtinggevend: </a:t>
            </a:r>
            <a:r>
              <a:rPr lang="en-US" sz="1250" dirty="0">
                <a:solidFill>
                  <a:srgbClr val="2B3033"/>
                </a:solidFill>
                <a:latin typeface="Arial" pitchFamily="34" charset="0"/>
                <a:ea typeface="Arial" pitchFamily="34" charset="-122"/>
                <a:cs typeface="Arial" pitchFamily="34" charset="-120"/>
              </a:rPr>
              <a:t>Het helpt om keuzes te maken tijdens het ontwerpen en ontwikkelen.</a:t>
            </a:r>
            <a:endParaRPr lang="en-US" sz="1250" dirty="0"/>
          </a:p>
        </p:txBody>
      </p:sp>
      <p:sp>
        <p:nvSpPr>
          <p:cNvPr id="13" name="Shape 11"/>
          <p:cNvSpPr/>
          <p:nvPr/>
        </p:nvSpPr>
        <p:spPr>
          <a:xfrm>
            <a:off x="502920" y="3621024"/>
            <a:ext cx="82296" cy="82296"/>
          </a:xfrm>
          <a:prstGeom prst="rect">
            <a:avLst/>
          </a:prstGeom>
          <a:solidFill>
            <a:srgbClr val="89CDF2"/>
          </a:solidFill>
          <a:ln/>
        </p:spPr>
      </p:sp>
      <p:sp>
        <p:nvSpPr>
          <p:cNvPr id="14" name="Text 12"/>
          <p:cNvSpPr/>
          <p:nvPr/>
        </p:nvSpPr>
        <p:spPr>
          <a:xfrm>
            <a:off x="777240" y="3566160"/>
            <a:ext cx="10241280" cy="457200"/>
          </a:xfrm>
          <a:prstGeom prst="rect">
            <a:avLst/>
          </a:prstGeom>
          <a:noFill/>
          <a:ln/>
        </p:spPr>
        <p:txBody>
          <a:bodyPr wrap="square" rtlCol="0" anchor="t"/>
          <a:lstStyle/>
          <a:p>
            <a:pPr marL="0" indent="0">
              <a:lnSpc>
                <a:spcPts val="1600"/>
              </a:lnSpc>
              <a:buNone/>
            </a:pPr>
            <a:r>
              <a:rPr lang="en-US" sz="1250" b="1" dirty="0">
                <a:solidFill>
                  <a:srgbClr val="003362"/>
                </a:solidFill>
                <a:latin typeface="Arial" pitchFamily="34" charset="0"/>
                <a:ea typeface="Arial" pitchFamily="34" charset="-122"/>
                <a:cs typeface="Arial" pitchFamily="34" charset="-120"/>
              </a:rPr>
              <a:t>Niet te gedetailleerd: </a:t>
            </a:r>
            <a:r>
              <a:rPr lang="en-US" sz="1250" dirty="0">
                <a:solidFill>
                  <a:srgbClr val="2B3033"/>
                </a:solidFill>
                <a:latin typeface="Arial" pitchFamily="34" charset="0"/>
                <a:ea typeface="Arial" pitchFamily="34" charset="-122"/>
                <a:cs typeface="Arial" pitchFamily="34" charset="-120"/>
              </a:rPr>
              <a:t>Het is geen functionele specificatie of planning, maar eerder een kompas.</a:t>
            </a:r>
            <a:endParaRPr lang="en-US" sz="1250" dirty="0"/>
          </a:p>
        </p:txBody>
      </p:sp>
    </p:spTree>
    <p:extLst>
      <p:ext uri="{BB962C8B-B14F-4D97-AF65-F5344CB8AC3E}">
        <p14:creationId xmlns:p14="http://schemas.microsoft.com/office/powerpoint/2010/main" val="24495867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274320"/>
            <a:ext cx="960120" cy="960120"/>
          </a:xfrm>
          <a:prstGeom prst="diamond">
            <a:avLst/>
          </a:prstGeom>
          <a:ln w="63500">
            <a:solidFill>
              <a:srgbClr val="89CDF2"/>
            </a:solidFill>
            <a:prstDash val="solid"/>
          </a:ln>
        </p:spPr>
      </p:sp>
      <p:sp>
        <p:nvSpPr>
          <p:cNvPr id="3" name="Text 1"/>
          <p:cNvSpPr/>
          <p:nvPr/>
        </p:nvSpPr>
        <p:spPr>
          <a:xfrm>
            <a:off x="502920" y="292608"/>
            <a:ext cx="9144000" cy="292608"/>
          </a:xfrm>
          <a:prstGeom prst="rect">
            <a:avLst/>
          </a:prstGeom>
          <a:noFill/>
          <a:ln/>
        </p:spPr>
        <p:txBody>
          <a:bodyPr wrap="square" rtlCol="0" anchor="ctr"/>
          <a:lstStyle/>
          <a:p>
            <a:pPr marL="0" indent="0">
              <a:buNone/>
            </a:pPr>
            <a:r>
              <a:rPr lang="en-US" sz="1100" b="1" kern="0" spc="150" dirty="0">
                <a:solidFill>
                  <a:srgbClr val="E76734"/>
                </a:solidFill>
                <a:latin typeface="Arial" pitchFamily="34" charset="0"/>
                <a:ea typeface="Arial" pitchFamily="34" charset="-122"/>
                <a:cs typeface="Arial" pitchFamily="34" charset="-120"/>
              </a:rPr>
              <a:t>CONTEXT &amp; DOELEN</a:t>
            </a:r>
            <a:endParaRPr lang="en-US" sz="1100" dirty="0"/>
          </a:p>
        </p:txBody>
      </p:sp>
      <p:sp>
        <p:nvSpPr>
          <p:cNvPr id="4" name="Text 2"/>
          <p:cNvSpPr/>
          <p:nvPr/>
        </p:nvSpPr>
        <p:spPr>
          <a:xfrm>
            <a:off x="502920" y="566928"/>
            <a:ext cx="10515600" cy="640080"/>
          </a:xfrm>
          <a:prstGeom prst="rect">
            <a:avLst/>
          </a:prstGeom>
          <a:noFill/>
          <a:ln/>
        </p:spPr>
        <p:txBody>
          <a:bodyPr wrap="square" rtlCol="0" anchor="ctr"/>
          <a:lstStyle/>
          <a:p>
            <a:pPr marL="0" indent="0">
              <a:buNone/>
            </a:pPr>
            <a:r>
              <a:rPr lang="en-US" sz="2600" b="1" dirty="0">
                <a:solidFill>
                  <a:srgbClr val="003362"/>
                </a:solidFill>
                <a:latin typeface="Helvetica" pitchFamily="34" charset="0"/>
                <a:ea typeface="Helvetica" pitchFamily="34" charset="-122"/>
                <a:cs typeface="Helvetica" pitchFamily="34" charset="-120"/>
              </a:rPr>
              <a:t>Visie</a:t>
            </a:r>
            <a:endParaRPr lang="en-US" sz="2600" dirty="0"/>
          </a:p>
        </p:txBody>
      </p:sp>
      <p:sp>
        <p:nvSpPr>
          <p:cNvPr id="5" name="Shape 3"/>
          <p:cNvSpPr/>
          <p:nvPr/>
        </p:nvSpPr>
        <p:spPr>
          <a:xfrm>
            <a:off x="0" y="6748272"/>
            <a:ext cx="12188952" cy="109728"/>
          </a:xfrm>
          <a:prstGeom prst="rect">
            <a:avLst/>
          </a:prstGeom>
          <a:solidFill>
            <a:srgbClr val="003362"/>
          </a:solidFill>
          <a:ln/>
        </p:spPr>
      </p:sp>
      <p:sp>
        <p:nvSpPr>
          <p:cNvPr id="6" name="Text 4"/>
          <p:cNvSpPr/>
          <p:nvPr/>
        </p:nvSpPr>
        <p:spPr>
          <a:xfrm>
            <a:off x="457200" y="6355080"/>
            <a:ext cx="5486400" cy="320040"/>
          </a:xfrm>
          <a:prstGeom prst="rect">
            <a:avLst/>
          </a:prstGeom>
          <a:noFill/>
          <a:ln/>
        </p:spPr>
        <p:txBody>
          <a:bodyPr wrap="square" rtlCol="0" anchor="ctr"/>
          <a:lstStyle/>
          <a:p>
            <a:pPr marL="0" indent="0">
              <a:buNone/>
            </a:pPr>
            <a:r>
              <a:rPr lang="en-US" sz="950" i="1" dirty="0">
                <a:solidFill>
                  <a:srgbClr val="6B7680"/>
                </a:solidFill>
                <a:latin typeface="Arial" pitchFamily="34" charset="0"/>
                <a:ea typeface="Arial" pitchFamily="34" charset="-122"/>
                <a:cs typeface="Arial" pitchFamily="34" charset="-120"/>
              </a:rPr>
              <a:t>Context &amp; Doelen</a:t>
            </a:r>
            <a:endParaRPr lang="en-US" sz="950" dirty="0"/>
          </a:p>
        </p:txBody>
      </p:sp>
      <p:grpSp>
        <p:nvGrpSpPr>
          <p:cNvPr id="35" name="Group 1">
            <a:extLst>
              <a:ext uri="{FF2B5EF4-FFF2-40B4-BE49-F238E27FC236}">
                <a16:creationId xmlns:a16="http://schemas.microsoft.com/office/drawing/2014/main" id="{BCD7B592-FE4B-687D-2909-39DEB26A8880}"/>
              </a:ext>
            </a:extLst>
          </p:cNvPr>
          <p:cNvGrpSpPr/>
          <p:nvPr/>
        </p:nvGrpSpPr>
        <p:grpSpPr>
          <a:xfrm>
            <a:off x="2023947" y="668761"/>
            <a:ext cx="8322790" cy="5215010"/>
            <a:chOff x="2037424" y="396087"/>
            <a:chExt cx="8322790" cy="5215010"/>
          </a:xfrm>
        </p:grpSpPr>
        <p:pic>
          <p:nvPicPr>
            <p:cNvPr id="9" name="Graphic 8" descr="Dim (Medium Sun) with solid fill">
              <a:extLst>
                <a:ext uri="{FF2B5EF4-FFF2-40B4-BE49-F238E27FC236}">
                  <a16:creationId xmlns:a16="http://schemas.microsoft.com/office/drawing/2014/main" id="{6A25067D-4030-9FC3-5E94-11B543E2561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56049" y="475234"/>
              <a:ext cx="1004165" cy="1004165"/>
            </a:xfrm>
            <a:prstGeom prst="rect">
              <a:avLst/>
            </a:prstGeom>
          </p:spPr>
        </p:pic>
        <mc:AlternateContent xmlns:mc="http://schemas.openxmlformats.org/markup-compatibility/2006" xmlns:p14="http://schemas.microsoft.com/office/powerpoint/2010/main">
          <mc:Choice Requires="p14">
            <p:contentPart p14:bwMode="auto" r:id="rId4">
              <p14:nvContentPartPr>
                <p14:cNvPr id="10" name="Ink 2">
                  <a:extLst>
                    <a:ext uri="{FF2B5EF4-FFF2-40B4-BE49-F238E27FC236}">
                      <a16:creationId xmlns:a16="http://schemas.microsoft.com/office/drawing/2014/main" id="{3C3278DC-E30E-9D2C-77E5-1E7B6DCFE6EC}"/>
                    </a:ext>
                  </a:extLst>
                </p14:cNvPr>
                <p14:cNvContentPartPr/>
                <p14:nvPr/>
              </p14:nvContentPartPr>
              <p14:xfrm rot="20602407">
                <a:off x="6086214" y="2730433"/>
                <a:ext cx="1234632" cy="616026"/>
              </p14:xfrm>
            </p:contentPart>
          </mc:Choice>
          <mc:Fallback xmlns="">
            <p:pic>
              <p:nvPicPr>
                <p:cNvPr id="10" name="Ink 2">
                  <a:extLst>
                    <a:ext uri="{FF2B5EF4-FFF2-40B4-BE49-F238E27FC236}">
                      <a16:creationId xmlns:a16="http://schemas.microsoft.com/office/drawing/2014/main" id="{3C3278DC-E30E-9D2C-77E5-1E7B6DCFE6EC}"/>
                    </a:ext>
                  </a:extLst>
                </p:cNvPr>
                <p:cNvPicPr/>
                <p:nvPr/>
              </p:nvPicPr>
              <p:blipFill>
                <a:blip r:embed="rId5"/>
                <a:stretch>
                  <a:fillRect/>
                </a:stretch>
              </p:blipFill>
              <p:spPr>
                <a:xfrm rot="20602407">
                  <a:off x="6068216" y="2712442"/>
                  <a:ext cx="1270267" cy="651649"/>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1" name="Ink 7">
                  <a:extLst>
                    <a:ext uri="{FF2B5EF4-FFF2-40B4-BE49-F238E27FC236}">
                      <a16:creationId xmlns:a16="http://schemas.microsoft.com/office/drawing/2014/main" id="{00346D5E-C5C9-B92C-614E-2EC62D16B8A4}"/>
                    </a:ext>
                  </a:extLst>
                </p14:cNvPr>
                <p14:cNvContentPartPr/>
                <p14:nvPr/>
              </p14:nvContentPartPr>
              <p14:xfrm>
                <a:off x="2120998" y="3542110"/>
                <a:ext cx="3975002" cy="1983347"/>
              </p14:xfrm>
            </p:contentPart>
          </mc:Choice>
          <mc:Fallback xmlns="">
            <p:pic>
              <p:nvPicPr>
                <p:cNvPr id="11" name="Ink 7">
                  <a:extLst>
                    <a:ext uri="{FF2B5EF4-FFF2-40B4-BE49-F238E27FC236}">
                      <a16:creationId xmlns:a16="http://schemas.microsoft.com/office/drawing/2014/main" id="{00346D5E-C5C9-B92C-614E-2EC62D16B8A4}"/>
                    </a:ext>
                  </a:extLst>
                </p:cNvPr>
                <p:cNvPicPr/>
                <p:nvPr/>
              </p:nvPicPr>
              <p:blipFill>
                <a:blip r:embed="rId7"/>
                <a:stretch>
                  <a:fillRect/>
                </a:stretch>
              </p:blipFill>
              <p:spPr>
                <a:xfrm>
                  <a:off x="2103000" y="3524112"/>
                  <a:ext cx="4010638" cy="2018982"/>
                </a:xfrm>
                <a:prstGeom prst="rect">
                  <a:avLst/>
                </a:prstGeom>
              </p:spPr>
            </p:pic>
          </mc:Fallback>
        </mc:AlternateContent>
        <p:sp>
          <p:nvSpPr>
            <p:cNvPr id="12" name="Oval 8">
              <a:extLst>
                <a:ext uri="{FF2B5EF4-FFF2-40B4-BE49-F238E27FC236}">
                  <a16:creationId xmlns:a16="http://schemas.microsoft.com/office/drawing/2014/main" id="{9FFA7D33-3E8C-7D66-1FB3-0CD8568CAC30}"/>
                </a:ext>
              </a:extLst>
            </p:cNvPr>
            <p:cNvSpPr/>
            <p:nvPr/>
          </p:nvSpPr>
          <p:spPr>
            <a:xfrm>
              <a:off x="2037424" y="5439817"/>
              <a:ext cx="167148" cy="171280"/>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latin typeface="Helvetica Light" panose="020B0403020202020204"/>
              </a:endParaRPr>
            </a:p>
          </p:txBody>
        </p:sp>
        <p:sp>
          <p:nvSpPr>
            <p:cNvPr id="13" name="Oval 10">
              <a:extLst>
                <a:ext uri="{FF2B5EF4-FFF2-40B4-BE49-F238E27FC236}">
                  <a16:creationId xmlns:a16="http://schemas.microsoft.com/office/drawing/2014/main" id="{008462E2-6CE1-FB0F-C3E2-59C21D5B18DB}"/>
                </a:ext>
              </a:extLst>
            </p:cNvPr>
            <p:cNvSpPr/>
            <p:nvPr/>
          </p:nvSpPr>
          <p:spPr>
            <a:xfrm>
              <a:off x="2945002" y="4977828"/>
              <a:ext cx="167148" cy="171280"/>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latin typeface="Helvetica Light" panose="020B0403020202020204"/>
              </a:endParaRPr>
            </a:p>
          </p:txBody>
        </p:sp>
        <p:sp>
          <p:nvSpPr>
            <p:cNvPr id="14" name="Oval 11">
              <a:extLst>
                <a:ext uri="{FF2B5EF4-FFF2-40B4-BE49-F238E27FC236}">
                  <a16:creationId xmlns:a16="http://schemas.microsoft.com/office/drawing/2014/main" id="{87CCAE8E-72A3-F4C5-36D5-A5501D50BD2B}"/>
                </a:ext>
              </a:extLst>
            </p:cNvPr>
            <p:cNvSpPr/>
            <p:nvPr/>
          </p:nvSpPr>
          <p:spPr>
            <a:xfrm>
              <a:off x="4012168" y="4661473"/>
              <a:ext cx="167148" cy="171280"/>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latin typeface="Helvetica Light" panose="020B0403020202020204"/>
              </a:endParaRPr>
            </a:p>
          </p:txBody>
        </p:sp>
        <p:sp>
          <p:nvSpPr>
            <p:cNvPr id="15" name="Oval 12">
              <a:extLst>
                <a:ext uri="{FF2B5EF4-FFF2-40B4-BE49-F238E27FC236}">
                  <a16:creationId xmlns:a16="http://schemas.microsoft.com/office/drawing/2014/main" id="{C40E96AE-3747-4D67-2DDB-B6DF3EFFD16D}"/>
                </a:ext>
              </a:extLst>
            </p:cNvPr>
            <p:cNvSpPr/>
            <p:nvPr/>
          </p:nvSpPr>
          <p:spPr>
            <a:xfrm>
              <a:off x="4800972" y="4190994"/>
              <a:ext cx="167148" cy="171280"/>
            </a:xfrm>
            <a:prstGeom prst="ellipse">
              <a:avLst/>
            </a:pr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latin typeface="Helvetica Light" panose="020B0403020202020204"/>
              </a:endParaRPr>
            </a:p>
          </p:txBody>
        </p:sp>
        <p:sp>
          <p:nvSpPr>
            <p:cNvPr id="16" name="Oval 13">
              <a:extLst>
                <a:ext uri="{FF2B5EF4-FFF2-40B4-BE49-F238E27FC236}">
                  <a16:creationId xmlns:a16="http://schemas.microsoft.com/office/drawing/2014/main" id="{4F851128-6001-0CED-FC8E-D5AC1B1F7350}"/>
                </a:ext>
              </a:extLst>
            </p:cNvPr>
            <p:cNvSpPr/>
            <p:nvPr/>
          </p:nvSpPr>
          <p:spPr>
            <a:xfrm>
              <a:off x="6016958" y="3438849"/>
              <a:ext cx="167148" cy="171280"/>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latin typeface="Helvetica Light" panose="020B0403020202020204"/>
              </a:endParaRPr>
            </a:p>
          </p:txBody>
        </p:sp>
        <p:sp>
          <p:nvSpPr>
            <p:cNvPr id="17" name="Oval 14">
              <a:extLst>
                <a:ext uri="{FF2B5EF4-FFF2-40B4-BE49-F238E27FC236}">
                  <a16:creationId xmlns:a16="http://schemas.microsoft.com/office/drawing/2014/main" id="{19D8B184-8E9D-4D90-8DBC-2B88272E69F0}"/>
                </a:ext>
              </a:extLst>
            </p:cNvPr>
            <p:cNvSpPr/>
            <p:nvPr/>
          </p:nvSpPr>
          <p:spPr>
            <a:xfrm>
              <a:off x="6635942" y="3008397"/>
              <a:ext cx="167148" cy="171280"/>
            </a:xfrm>
            <a:prstGeom prst="ellipse">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latin typeface="Helvetica Light" panose="020B0403020202020204"/>
              </a:endParaRPr>
            </a:p>
          </p:txBody>
        </p:sp>
        <p:sp>
          <p:nvSpPr>
            <p:cNvPr id="18" name="Oval 15">
              <a:extLst>
                <a:ext uri="{FF2B5EF4-FFF2-40B4-BE49-F238E27FC236}">
                  <a16:creationId xmlns:a16="http://schemas.microsoft.com/office/drawing/2014/main" id="{8513A1E3-87F0-BC3F-8A2E-7072CC9D0091}"/>
                </a:ext>
              </a:extLst>
            </p:cNvPr>
            <p:cNvSpPr/>
            <p:nvPr/>
          </p:nvSpPr>
          <p:spPr>
            <a:xfrm>
              <a:off x="7052691" y="2625581"/>
              <a:ext cx="167148" cy="171280"/>
            </a:xfrm>
            <a:prstGeom prst="ellipse">
              <a:avLst/>
            </a:pr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latin typeface="Helvetica Light" panose="020B0403020202020204"/>
              </a:endParaRPr>
            </a:p>
          </p:txBody>
        </p:sp>
        <p:sp>
          <p:nvSpPr>
            <p:cNvPr id="19" name="TextBox 18">
              <a:extLst>
                <a:ext uri="{FF2B5EF4-FFF2-40B4-BE49-F238E27FC236}">
                  <a16:creationId xmlns:a16="http://schemas.microsoft.com/office/drawing/2014/main" id="{3E7D6A6C-1658-508E-85E6-279506056C7C}"/>
                </a:ext>
              </a:extLst>
            </p:cNvPr>
            <p:cNvSpPr txBox="1"/>
            <p:nvPr/>
          </p:nvSpPr>
          <p:spPr>
            <a:xfrm>
              <a:off x="3028577" y="5102771"/>
              <a:ext cx="1371961" cy="307777"/>
            </a:xfrm>
            <a:prstGeom prst="rect">
              <a:avLst/>
            </a:prstGeom>
            <a:noFill/>
          </p:spPr>
          <p:txBody>
            <a:bodyPr wrap="square" rtlCol="0">
              <a:spAutoFit/>
            </a:bodyPr>
            <a:lstStyle/>
            <a:p>
              <a:r>
                <a:rPr lang="en-GB" sz="1400">
                  <a:solidFill>
                    <a:srgbClr val="003361"/>
                  </a:solidFill>
                  <a:latin typeface="Helvetica Light" panose="020B0403020202020204" pitchFamily="34" charset="0"/>
                </a:rPr>
                <a:t>Sprint Goal</a:t>
              </a:r>
            </a:p>
          </p:txBody>
        </p:sp>
        <p:sp>
          <p:nvSpPr>
            <p:cNvPr id="20" name="TextBox 19">
              <a:extLst>
                <a:ext uri="{FF2B5EF4-FFF2-40B4-BE49-F238E27FC236}">
                  <a16:creationId xmlns:a16="http://schemas.microsoft.com/office/drawing/2014/main" id="{BB812A7C-585A-1106-DD76-933CE31D920B}"/>
                </a:ext>
              </a:extLst>
            </p:cNvPr>
            <p:cNvSpPr txBox="1"/>
            <p:nvPr/>
          </p:nvSpPr>
          <p:spPr>
            <a:xfrm>
              <a:off x="4018625" y="4755692"/>
              <a:ext cx="1371961" cy="307777"/>
            </a:xfrm>
            <a:prstGeom prst="rect">
              <a:avLst/>
            </a:prstGeom>
            <a:noFill/>
          </p:spPr>
          <p:txBody>
            <a:bodyPr wrap="square" rtlCol="0">
              <a:spAutoFit/>
            </a:bodyPr>
            <a:lstStyle/>
            <a:p>
              <a:r>
                <a:rPr lang="en-GB" sz="1400">
                  <a:solidFill>
                    <a:srgbClr val="003361"/>
                  </a:solidFill>
                  <a:latin typeface="Helvetica Light" panose="020B0403020202020204" pitchFamily="34" charset="0"/>
                </a:rPr>
                <a:t>Sprint Goal</a:t>
              </a:r>
            </a:p>
          </p:txBody>
        </p:sp>
        <p:sp>
          <p:nvSpPr>
            <p:cNvPr id="21" name="TextBox 20">
              <a:extLst>
                <a:ext uri="{FF2B5EF4-FFF2-40B4-BE49-F238E27FC236}">
                  <a16:creationId xmlns:a16="http://schemas.microsoft.com/office/drawing/2014/main" id="{2A35110C-6DF5-F267-E5A6-D662F430C35A}"/>
                </a:ext>
              </a:extLst>
            </p:cNvPr>
            <p:cNvSpPr txBox="1"/>
            <p:nvPr/>
          </p:nvSpPr>
          <p:spPr>
            <a:xfrm>
              <a:off x="4884547" y="4323366"/>
              <a:ext cx="1371961" cy="307777"/>
            </a:xfrm>
            <a:prstGeom prst="rect">
              <a:avLst/>
            </a:prstGeom>
            <a:noFill/>
          </p:spPr>
          <p:txBody>
            <a:bodyPr wrap="square" rtlCol="0">
              <a:spAutoFit/>
            </a:bodyPr>
            <a:lstStyle/>
            <a:p>
              <a:r>
                <a:rPr lang="en-GB" sz="1400">
                  <a:solidFill>
                    <a:srgbClr val="003361"/>
                  </a:solidFill>
                  <a:latin typeface="Helvetica Light" panose="020B0403020202020204" pitchFamily="34" charset="0"/>
                </a:rPr>
                <a:t>Sprint Goal</a:t>
              </a:r>
            </a:p>
          </p:txBody>
        </p:sp>
        <p:sp>
          <p:nvSpPr>
            <p:cNvPr id="22" name="TextBox 21">
              <a:extLst>
                <a:ext uri="{FF2B5EF4-FFF2-40B4-BE49-F238E27FC236}">
                  <a16:creationId xmlns:a16="http://schemas.microsoft.com/office/drawing/2014/main" id="{AE32A00D-409B-FFE8-D168-C76A6AB0A9DC}"/>
                </a:ext>
              </a:extLst>
            </p:cNvPr>
            <p:cNvSpPr txBox="1"/>
            <p:nvPr/>
          </p:nvSpPr>
          <p:spPr>
            <a:xfrm>
              <a:off x="5740679" y="3821660"/>
              <a:ext cx="1371961" cy="307777"/>
            </a:xfrm>
            <a:prstGeom prst="rect">
              <a:avLst/>
            </a:prstGeom>
            <a:noFill/>
          </p:spPr>
          <p:txBody>
            <a:bodyPr wrap="square" rtlCol="0">
              <a:spAutoFit/>
            </a:bodyPr>
            <a:lstStyle/>
            <a:p>
              <a:r>
                <a:rPr lang="en-GB" sz="1400">
                  <a:solidFill>
                    <a:srgbClr val="003361"/>
                  </a:solidFill>
                  <a:latin typeface="Helvetica Light" panose="020B0403020202020204" pitchFamily="34" charset="0"/>
                </a:rPr>
                <a:t>Sprint Goal</a:t>
              </a:r>
            </a:p>
          </p:txBody>
        </p:sp>
        <p:sp>
          <p:nvSpPr>
            <p:cNvPr id="23" name="TextBox 22">
              <a:extLst>
                <a:ext uri="{FF2B5EF4-FFF2-40B4-BE49-F238E27FC236}">
                  <a16:creationId xmlns:a16="http://schemas.microsoft.com/office/drawing/2014/main" id="{9CF3D397-4EAB-3C71-6569-E535BE88CED8}"/>
                </a:ext>
              </a:extLst>
            </p:cNvPr>
            <p:cNvSpPr txBox="1"/>
            <p:nvPr/>
          </p:nvSpPr>
          <p:spPr>
            <a:xfrm>
              <a:off x="6822015" y="2977620"/>
              <a:ext cx="1371961" cy="307777"/>
            </a:xfrm>
            <a:prstGeom prst="rect">
              <a:avLst/>
            </a:prstGeom>
            <a:noFill/>
          </p:spPr>
          <p:txBody>
            <a:bodyPr wrap="square" rtlCol="0">
              <a:spAutoFit/>
            </a:bodyPr>
            <a:lstStyle/>
            <a:p>
              <a:r>
                <a:rPr lang="en-GB" sz="1400">
                  <a:solidFill>
                    <a:srgbClr val="003361"/>
                  </a:solidFill>
                  <a:latin typeface="Helvetica Light" panose="020B0403020202020204" pitchFamily="34" charset="0"/>
                </a:rPr>
                <a:t>Sprint Goal</a:t>
              </a:r>
            </a:p>
          </p:txBody>
        </p:sp>
        <p:sp>
          <p:nvSpPr>
            <p:cNvPr id="24" name="TextBox 23">
              <a:extLst>
                <a:ext uri="{FF2B5EF4-FFF2-40B4-BE49-F238E27FC236}">
                  <a16:creationId xmlns:a16="http://schemas.microsoft.com/office/drawing/2014/main" id="{A2CA4F16-A3A6-0737-9B15-6564D3CC3E5C}"/>
                </a:ext>
              </a:extLst>
            </p:cNvPr>
            <p:cNvSpPr txBox="1"/>
            <p:nvPr/>
          </p:nvSpPr>
          <p:spPr>
            <a:xfrm>
              <a:off x="7264896" y="2578064"/>
              <a:ext cx="1371961" cy="307777"/>
            </a:xfrm>
            <a:prstGeom prst="rect">
              <a:avLst/>
            </a:prstGeom>
            <a:noFill/>
          </p:spPr>
          <p:txBody>
            <a:bodyPr wrap="square" rtlCol="0">
              <a:spAutoFit/>
            </a:bodyPr>
            <a:lstStyle/>
            <a:p>
              <a:r>
                <a:rPr lang="en-GB" sz="1400">
                  <a:solidFill>
                    <a:srgbClr val="003361"/>
                  </a:solidFill>
                  <a:latin typeface="Helvetica Light" panose="020B0403020202020204" pitchFamily="34" charset="0"/>
                </a:rPr>
                <a:t>Sprint Goal</a:t>
              </a:r>
            </a:p>
          </p:txBody>
        </p:sp>
        <p:sp>
          <p:nvSpPr>
            <p:cNvPr id="25" name="TextBox 24">
              <a:extLst>
                <a:ext uri="{FF2B5EF4-FFF2-40B4-BE49-F238E27FC236}">
                  <a16:creationId xmlns:a16="http://schemas.microsoft.com/office/drawing/2014/main" id="{6E3624EE-218A-B1CC-1C23-AB1FB640027A}"/>
                </a:ext>
              </a:extLst>
            </p:cNvPr>
            <p:cNvSpPr txBox="1"/>
            <p:nvPr/>
          </p:nvSpPr>
          <p:spPr>
            <a:xfrm>
              <a:off x="8668326" y="1294732"/>
              <a:ext cx="987638" cy="369332"/>
            </a:xfrm>
            <a:prstGeom prst="rect">
              <a:avLst/>
            </a:prstGeom>
            <a:noFill/>
          </p:spPr>
          <p:txBody>
            <a:bodyPr wrap="square" rtlCol="0">
              <a:spAutoFit/>
            </a:bodyPr>
            <a:lstStyle/>
            <a:p>
              <a:r>
                <a:rPr lang="en-GB" sz="1800" b="1">
                  <a:solidFill>
                    <a:srgbClr val="003361"/>
                  </a:solidFill>
                  <a:latin typeface="Helvetica Light" panose="020B0403020202020204" pitchFamily="34" charset="0"/>
                </a:rPr>
                <a:t>Vision</a:t>
              </a:r>
            </a:p>
          </p:txBody>
        </p:sp>
        <p:sp>
          <p:nvSpPr>
            <p:cNvPr id="26" name="Oval Callout 25">
              <a:extLst>
                <a:ext uri="{FF2B5EF4-FFF2-40B4-BE49-F238E27FC236}">
                  <a16:creationId xmlns:a16="http://schemas.microsoft.com/office/drawing/2014/main" id="{9607DFFF-DCF3-4E37-8A7B-D0D984B68D94}"/>
                </a:ext>
              </a:extLst>
            </p:cNvPr>
            <p:cNvSpPr/>
            <p:nvPr/>
          </p:nvSpPr>
          <p:spPr>
            <a:xfrm>
              <a:off x="3784333" y="3808576"/>
              <a:ext cx="848528" cy="702096"/>
            </a:xfrm>
            <a:prstGeom prst="wedgeEllipseCallout">
              <a:avLst/>
            </a:prstGeom>
            <a:noFill/>
            <a:ln w="3810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latin typeface="Helvetica Light" panose="020B0403020202020204"/>
              </a:endParaRPr>
            </a:p>
          </p:txBody>
        </p:sp>
        <p:sp>
          <p:nvSpPr>
            <p:cNvPr id="27" name="Oval 27">
              <a:extLst>
                <a:ext uri="{FF2B5EF4-FFF2-40B4-BE49-F238E27FC236}">
                  <a16:creationId xmlns:a16="http://schemas.microsoft.com/office/drawing/2014/main" id="{5E817F21-720C-5A22-70B2-083E3FCE2FB0}"/>
                </a:ext>
              </a:extLst>
            </p:cNvPr>
            <p:cNvSpPr/>
            <p:nvPr/>
          </p:nvSpPr>
          <p:spPr>
            <a:xfrm>
              <a:off x="5573530" y="3847097"/>
              <a:ext cx="167148" cy="171280"/>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latin typeface="Helvetica Light" panose="020B0403020202020204"/>
              </a:endParaRPr>
            </a:p>
          </p:txBody>
        </p:sp>
        <p:cxnSp>
          <p:nvCxnSpPr>
            <p:cNvPr id="28" name="Straight Connector 29">
              <a:extLst>
                <a:ext uri="{FF2B5EF4-FFF2-40B4-BE49-F238E27FC236}">
                  <a16:creationId xmlns:a16="http://schemas.microsoft.com/office/drawing/2014/main" id="{FE46B8AC-3270-231A-30BC-12A723E5748A}"/>
                </a:ext>
              </a:extLst>
            </p:cNvPr>
            <p:cNvCxnSpPr>
              <a:cxnSpLocks/>
            </p:cNvCxnSpPr>
            <p:nvPr/>
          </p:nvCxnSpPr>
          <p:spPr>
            <a:xfrm flipV="1">
              <a:off x="7200800" y="1722969"/>
              <a:ext cx="1646020" cy="855094"/>
            </a:xfrm>
            <a:prstGeom prst="line">
              <a:avLst/>
            </a:prstGeom>
            <a:ln w="57150">
              <a:prstDash val="sysDot"/>
            </a:ln>
            <a:effectLst/>
          </p:spPr>
          <p:style>
            <a:lnRef idx="2">
              <a:schemeClr val="accent1"/>
            </a:lnRef>
            <a:fillRef idx="0">
              <a:schemeClr val="accent1"/>
            </a:fillRef>
            <a:effectRef idx="1">
              <a:schemeClr val="accent1"/>
            </a:effectRef>
            <a:fontRef idx="minor">
              <a:schemeClr val="tx1"/>
            </a:fontRef>
          </p:style>
        </p:cxnSp>
        <p:sp>
          <p:nvSpPr>
            <p:cNvPr id="29" name="TextBox 4">
              <a:extLst>
                <a:ext uri="{FF2B5EF4-FFF2-40B4-BE49-F238E27FC236}">
                  <a16:creationId xmlns:a16="http://schemas.microsoft.com/office/drawing/2014/main" id="{D90F51F8-98EC-73DA-CA46-122AC7B3CC98}"/>
                </a:ext>
              </a:extLst>
            </p:cNvPr>
            <p:cNvSpPr txBox="1"/>
            <p:nvPr/>
          </p:nvSpPr>
          <p:spPr>
            <a:xfrm>
              <a:off x="3918039" y="3991046"/>
              <a:ext cx="651140" cy="384721"/>
            </a:xfrm>
            <a:prstGeom prst="rect">
              <a:avLst/>
            </a:prstGeom>
            <a:noFill/>
          </p:spPr>
          <p:txBody>
            <a:bodyPr wrap="none" rtlCol="0">
              <a:spAutoFit/>
            </a:bodyPr>
            <a:lstStyle/>
            <a:p>
              <a:r>
                <a:rPr lang="en-GB">
                  <a:latin typeface="Helvetica Light" panose="020B0403020202020204"/>
                </a:rPr>
                <a:t>PG1</a:t>
              </a:r>
            </a:p>
          </p:txBody>
        </p:sp>
        <p:sp>
          <p:nvSpPr>
            <p:cNvPr id="30" name="Oval Callout 5">
              <a:extLst>
                <a:ext uri="{FF2B5EF4-FFF2-40B4-BE49-F238E27FC236}">
                  <a16:creationId xmlns:a16="http://schemas.microsoft.com/office/drawing/2014/main" id="{2EC408A4-13B9-C765-1F32-A95ECD07FED2}"/>
                </a:ext>
              </a:extLst>
            </p:cNvPr>
            <p:cNvSpPr/>
            <p:nvPr/>
          </p:nvSpPr>
          <p:spPr>
            <a:xfrm>
              <a:off x="5331046" y="3009301"/>
              <a:ext cx="848528" cy="702096"/>
            </a:xfrm>
            <a:prstGeom prst="wedgeEllipseCallout">
              <a:avLst/>
            </a:prstGeom>
            <a:noFill/>
            <a:ln w="3810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latin typeface="Helvetica Light" panose="020B0403020202020204"/>
              </a:endParaRPr>
            </a:p>
          </p:txBody>
        </p:sp>
        <p:sp>
          <p:nvSpPr>
            <p:cNvPr id="31" name="TextBox 9">
              <a:extLst>
                <a:ext uri="{FF2B5EF4-FFF2-40B4-BE49-F238E27FC236}">
                  <a16:creationId xmlns:a16="http://schemas.microsoft.com/office/drawing/2014/main" id="{7231577E-860B-68D3-4C45-C49B0FAD9AB7}"/>
                </a:ext>
              </a:extLst>
            </p:cNvPr>
            <p:cNvSpPr txBox="1"/>
            <p:nvPr/>
          </p:nvSpPr>
          <p:spPr>
            <a:xfrm>
              <a:off x="5305184" y="3155820"/>
              <a:ext cx="987771" cy="384721"/>
            </a:xfrm>
            <a:prstGeom prst="rect">
              <a:avLst/>
            </a:prstGeom>
            <a:noFill/>
          </p:spPr>
          <p:txBody>
            <a:bodyPr wrap="none" rtlCol="0">
              <a:spAutoFit/>
            </a:bodyPr>
            <a:lstStyle/>
            <a:p>
              <a:r>
                <a:rPr lang="en-GB">
                  <a:latin typeface="Helvetica Light" panose="020B0403020202020204"/>
                </a:rPr>
                <a:t>PG 2+3</a:t>
              </a:r>
            </a:p>
          </p:txBody>
        </p:sp>
        <p:sp>
          <p:nvSpPr>
            <p:cNvPr id="32" name="Oval Callout 30">
              <a:extLst>
                <a:ext uri="{FF2B5EF4-FFF2-40B4-BE49-F238E27FC236}">
                  <a16:creationId xmlns:a16="http://schemas.microsoft.com/office/drawing/2014/main" id="{08E33798-0BE5-AA44-D91F-ABE40988C741}"/>
                </a:ext>
              </a:extLst>
            </p:cNvPr>
            <p:cNvSpPr/>
            <p:nvPr/>
          </p:nvSpPr>
          <p:spPr>
            <a:xfrm>
              <a:off x="6743517" y="1799532"/>
              <a:ext cx="848528" cy="702096"/>
            </a:xfrm>
            <a:prstGeom prst="wedgeEllipseCallout">
              <a:avLst/>
            </a:prstGeom>
            <a:noFill/>
            <a:ln w="3810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latin typeface="Helvetica Light" panose="020B0403020202020204"/>
              </a:endParaRPr>
            </a:p>
          </p:txBody>
        </p:sp>
        <p:sp>
          <p:nvSpPr>
            <p:cNvPr id="33" name="TextBox 31">
              <a:extLst>
                <a:ext uri="{FF2B5EF4-FFF2-40B4-BE49-F238E27FC236}">
                  <a16:creationId xmlns:a16="http://schemas.microsoft.com/office/drawing/2014/main" id="{266A3869-CC79-4EF1-A2B3-EFB9758ECA97}"/>
                </a:ext>
              </a:extLst>
            </p:cNvPr>
            <p:cNvSpPr txBox="1"/>
            <p:nvPr/>
          </p:nvSpPr>
          <p:spPr>
            <a:xfrm>
              <a:off x="6812729" y="1957017"/>
              <a:ext cx="715260" cy="384721"/>
            </a:xfrm>
            <a:prstGeom prst="rect">
              <a:avLst/>
            </a:prstGeom>
            <a:noFill/>
          </p:spPr>
          <p:txBody>
            <a:bodyPr wrap="none" rtlCol="0">
              <a:spAutoFit/>
            </a:bodyPr>
            <a:lstStyle/>
            <a:p>
              <a:r>
                <a:rPr lang="en-GB">
                  <a:latin typeface="Helvetica Light" panose="020B0403020202020204"/>
                </a:rPr>
                <a:t>PG 4</a:t>
              </a:r>
            </a:p>
          </p:txBody>
        </p:sp>
        <p:pic>
          <p:nvPicPr>
            <p:cNvPr id="34" name="Graphic 33" descr="Cloud outline">
              <a:extLst>
                <a:ext uri="{FF2B5EF4-FFF2-40B4-BE49-F238E27FC236}">
                  <a16:creationId xmlns:a16="http://schemas.microsoft.com/office/drawing/2014/main" id="{7E75D567-27D8-B58C-090E-3288338BD5F9}"/>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200428" y="396087"/>
              <a:ext cx="1788844" cy="1788844"/>
            </a:xfrm>
            <a:prstGeom prst="rect">
              <a:avLst/>
            </a:prstGeom>
          </p:spPr>
        </p:pic>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274320"/>
            <a:ext cx="960120" cy="960120"/>
          </a:xfrm>
          <a:prstGeom prst="diamond">
            <a:avLst/>
          </a:prstGeom>
          <a:ln w="63500">
            <a:solidFill>
              <a:srgbClr val="89CDF2"/>
            </a:solidFill>
            <a:prstDash val="solid"/>
          </a:ln>
        </p:spPr>
      </p:sp>
      <p:sp>
        <p:nvSpPr>
          <p:cNvPr id="3" name="Text 1"/>
          <p:cNvSpPr/>
          <p:nvPr/>
        </p:nvSpPr>
        <p:spPr>
          <a:xfrm>
            <a:off x="502920" y="292608"/>
            <a:ext cx="9144000" cy="292608"/>
          </a:xfrm>
          <a:prstGeom prst="rect">
            <a:avLst/>
          </a:prstGeom>
          <a:noFill/>
          <a:ln/>
        </p:spPr>
        <p:txBody>
          <a:bodyPr wrap="square" rtlCol="0" anchor="ctr"/>
          <a:lstStyle/>
          <a:p>
            <a:pPr marL="0" indent="0">
              <a:buNone/>
            </a:pPr>
            <a:r>
              <a:rPr lang="en-US" sz="1100" b="1" kern="0" spc="150" dirty="0">
                <a:solidFill>
                  <a:srgbClr val="E76734"/>
                </a:solidFill>
                <a:latin typeface="Arial" pitchFamily="34" charset="0"/>
                <a:ea typeface="Arial" pitchFamily="34" charset="-122"/>
                <a:cs typeface="Arial" pitchFamily="34" charset="-120"/>
              </a:rPr>
              <a:t>CONTEXT &amp; DOELEN</a:t>
            </a:r>
            <a:endParaRPr lang="en-US" sz="1100" dirty="0"/>
          </a:p>
        </p:txBody>
      </p:sp>
      <p:sp>
        <p:nvSpPr>
          <p:cNvPr id="4" name="Text 2"/>
          <p:cNvSpPr/>
          <p:nvPr/>
        </p:nvSpPr>
        <p:spPr>
          <a:xfrm>
            <a:off x="502920" y="566928"/>
            <a:ext cx="10515600" cy="640080"/>
          </a:xfrm>
          <a:prstGeom prst="rect">
            <a:avLst/>
          </a:prstGeom>
          <a:noFill/>
          <a:ln/>
        </p:spPr>
        <p:txBody>
          <a:bodyPr wrap="square" rtlCol="0" anchor="ctr"/>
          <a:lstStyle/>
          <a:p>
            <a:pPr marL="0" indent="0">
              <a:buNone/>
            </a:pPr>
            <a:r>
              <a:rPr lang="en-US" sz="2600" b="1" dirty="0">
                <a:solidFill>
                  <a:srgbClr val="003362"/>
                </a:solidFill>
                <a:latin typeface="Helvetica" pitchFamily="34" charset="0"/>
                <a:ea typeface="Helvetica" pitchFamily="34" charset="-122"/>
                <a:cs typeface="Helvetica" pitchFamily="34" charset="-120"/>
              </a:rPr>
              <a:t>Visie</a:t>
            </a:r>
            <a:endParaRPr lang="en-US" sz="2600" dirty="0"/>
          </a:p>
        </p:txBody>
      </p:sp>
      <p:sp>
        <p:nvSpPr>
          <p:cNvPr id="5" name="Shape 3"/>
          <p:cNvSpPr/>
          <p:nvPr/>
        </p:nvSpPr>
        <p:spPr>
          <a:xfrm>
            <a:off x="0" y="6748272"/>
            <a:ext cx="12188952" cy="109728"/>
          </a:xfrm>
          <a:prstGeom prst="rect">
            <a:avLst/>
          </a:prstGeom>
          <a:solidFill>
            <a:srgbClr val="003362"/>
          </a:solidFill>
          <a:ln/>
        </p:spPr>
      </p:sp>
      <p:sp>
        <p:nvSpPr>
          <p:cNvPr id="6" name="Text 4"/>
          <p:cNvSpPr/>
          <p:nvPr/>
        </p:nvSpPr>
        <p:spPr>
          <a:xfrm>
            <a:off x="457200" y="6355080"/>
            <a:ext cx="5486400" cy="320040"/>
          </a:xfrm>
          <a:prstGeom prst="rect">
            <a:avLst/>
          </a:prstGeom>
          <a:noFill/>
          <a:ln/>
        </p:spPr>
        <p:txBody>
          <a:bodyPr wrap="square" rtlCol="0" anchor="ctr"/>
          <a:lstStyle/>
          <a:p>
            <a:pPr marL="0" indent="0">
              <a:buNone/>
            </a:pPr>
            <a:r>
              <a:rPr lang="en-US" sz="950" i="1" dirty="0">
                <a:solidFill>
                  <a:srgbClr val="6B7680"/>
                </a:solidFill>
                <a:latin typeface="Arial" pitchFamily="34" charset="0"/>
                <a:ea typeface="Arial" pitchFamily="34" charset="-122"/>
                <a:cs typeface="Arial" pitchFamily="34" charset="-120"/>
              </a:rPr>
              <a:t>Context &amp; Doelen</a:t>
            </a:r>
            <a:endParaRPr lang="en-US" sz="950" dirty="0"/>
          </a:p>
        </p:txBody>
      </p:sp>
      <p:sp>
        <p:nvSpPr>
          <p:cNvPr id="7" name="Shape 5"/>
          <p:cNvSpPr/>
          <p:nvPr/>
        </p:nvSpPr>
        <p:spPr>
          <a:xfrm>
            <a:off x="9921240" y="292608"/>
            <a:ext cx="1325880" cy="329184"/>
          </a:xfrm>
          <a:prstGeom prst="roundRect">
            <a:avLst>
              <a:gd name="adj" fmla="val 50000"/>
            </a:avLst>
          </a:prstGeom>
          <a:solidFill>
            <a:srgbClr val="E76734"/>
          </a:solidFill>
          <a:ln/>
        </p:spPr>
      </p:sp>
      <p:sp>
        <p:nvSpPr>
          <p:cNvPr id="8" name="Text 6"/>
          <p:cNvSpPr/>
          <p:nvPr/>
        </p:nvSpPr>
        <p:spPr>
          <a:xfrm>
            <a:off x="9921240" y="292608"/>
            <a:ext cx="1325880" cy="329184"/>
          </a:xfrm>
          <a:prstGeom prst="rect">
            <a:avLst/>
          </a:prstGeom>
          <a:noFill/>
          <a:ln/>
        </p:spPr>
        <p:txBody>
          <a:bodyPr wrap="square" rtlCol="0" anchor="ctr"/>
          <a:lstStyle/>
          <a:p>
            <a:pPr marL="0" indent="0" algn="ctr">
              <a:buNone/>
            </a:pPr>
            <a:r>
              <a:rPr lang="en-US" sz="1000" b="1" kern="0" spc="50" dirty="0">
                <a:solidFill>
                  <a:srgbClr val="FFFFFF"/>
                </a:solidFill>
                <a:latin typeface="Arial" pitchFamily="34" charset="0"/>
                <a:ea typeface="Arial" pitchFamily="34" charset="-122"/>
                <a:cs typeface="Arial" pitchFamily="34" charset="-120"/>
              </a:rPr>
              <a:t>VOORBEELD</a:t>
            </a:r>
            <a:endParaRPr lang="en-US" sz="1000" dirty="0"/>
          </a:p>
        </p:txBody>
      </p:sp>
      <p:sp>
        <p:nvSpPr>
          <p:cNvPr id="9" name="Text 7"/>
          <p:cNvSpPr/>
          <p:nvPr/>
        </p:nvSpPr>
        <p:spPr>
          <a:xfrm>
            <a:off x="502920" y="1371600"/>
            <a:ext cx="11155680" cy="4754880"/>
          </a:xfrm>
          <a:prstGeom prst="rect">
            <a:avLst/>
          </a:prstGeom>
          <a:noFill/>
          <a:ln/>
        </p:spPr>
        <p:txBody>
          <a:bodyPr wrap="square" lIns="91440" tIns="45720" rIns="91440" bIns="45720" rtlCol="0" anchor="t"/>
          <a:lstStyle/>
          <a:p>
            <a:pPr marL="0" indent="0">
              <a:lnSpc>
                <a:spcPts val="1800"/>
              </a:lnSpc>
              <a:spcAft>
                <a:spcPts val="800"/>
              </a:spcAft>
              <a:buNone/>
            </a:pPr>
            <a:r>
              <a:rPr lang="en-US" sz="1400" dirty="0">
                <a:solidFill>
                  <a:srgbClr val="2B3033"/>
                </a:solidFill>
                <a:latin typeface="Arial"/>
                <a:ea typeface="Arial" pitchFamily="34" charset="-122"/>
                <a:cs typeface="Arial"/>
              </a:rPr>
              <a:t>De gemeente wil haar inwoners, bedrijven en interne medewerkers voorzien van een modern, gebruiksvriendelijk en toekomstbestendig zaaksysteem dat het proces van vergunningsaanvragen volledig digitaal ondersteunt — van indiening tot besluitvorming en archivering.</a:t>
            </a:r>
            <a:endParaRPr lang="en-US" sz="1400" dirty="0">
              <a:latin typeface="Arial"/>
              <a:ea typeface="Calibri"/>
              <a:cs typeface="Arial"/>
            </a:endParaRPr>
          </a:p>
          <a:p>
            <a:pPr marL="0" indent="0">
              <a:lnSpc>
                <a:spcPts val="1800"/>
              </a:lnSpc>
              <a:spcAft>
                <a:spcPts val="800"/>
              </a:spcAft>
              <a:buNone/>
            </a:pPr>
            <a:endParaRPr lang="en-US" sz="1400" dirty="0">
              <a:ea typeface="Calibri"/>
              <a:cs typeface="Calibri"/>
            </a:endParaRPr>
          </a:p>
          <a:p>
            <a:pPr marL="0" indent="0">
              <a:lnSpc>
                <a:spcPts val="1800"/>
              </a:lnSpc>
              <a:spcAft>
                <a:spcPts val="800"/>
              </a:spcAft>
              <a:buNone/>
            </a:pPr>
            <a:r>
              <a:rPr lang="en-US" sz="1400" dirty="0">
                <a:solidFill>
                  <a:srgbClr val="2B3033"/>
                </a:solidFill>
                <a:latin typeface="Arial"/>
                <a:ea typeface="Arial" pitchFamily="34" charset="-122"/>
                <a:cs typeface="Arial"/>
              </a:rPr>
              <a:t>Het systeem stelt burgers in staat om eenvoudig en transparant vergunningen aan te vragen en de status van hun zaak te volgen. Medewerkers worden ondersteund met efficiënte workflows, automatische taakverdeling en actuele dossierinformatie, waardoor zij sneller en nauwkeuriger kunnen werken.</a:t>
            </a:r>
            <a:endParaRPr lang="en-US" sz="1400" dirty="0">
              <a:latin typeface="Arial"/>
              <a:ea typeface="Calibri"/>
              <a:cs typeface="Arial"/>
            </a:endParaRPr>
          </a:p>
          <a:p>
            <a:pPr marL="0" indent="0">
              <a:lnSpc>
                <a:spcPts val="1800"/>
              </a:lnSpc>
              <a:spcAft>
                <a:spcPts val="800"/>
              </a:spcAft>
              <a:buNone/>
            </a:pPr>
            <a:endParaRPr lang="en-US" sz="1400" dirty="0">
              <a:ea typeface="Calibri"/>
              <a:cs typeface="Calibri"/>
            </a:endParaRPr>
          </a:p>
          <a:p>
            <a:pPr marL="0" indent="0">
              <a:lnSpc>
                <a:spcPts val="1800"/>
              </a:lnSpc>
              <a:spcAft>
                <a:spcPts val="800"/>
              </a:spcAft>
              <a:buNone/>
            </a:pPr>
            <a:r>
              <a:rPr lang="en-US" sz="1400" dirty="0">
                <a:solidFill>
                  <a:srgbClr val="2B3033"/>
                </a:solidFill>
                <a:latin typeface="Arial"/>
                <a:ea typeface="Arial" pitchFamily="34" charset="-122"/>
                <a:cs typeface="Arial"/>
              </a:rPr>
              <a:t>Door het bundelen van alle relevante informatie, communicatie en documenten per zaak, ontstaat overzicht, controle en inzicht — zowel voor de burger als voor de organisatie. Dit draagt bij aan betere dienstverlening, hogere medewerkerstevredenheid en naleving van wet- en regelgeving zoals de Omgevingswet en de Wet open overheid.</a:t>
            </a:r>
            <a:endParaRPr lang="en-US" sz="1400" dirty="0">
              <a:latin typeface="Arial"/>
              <a:ea typeface="Calibri"/>
              <a:cs typeface="Arial"/>
            </a:endParaRPr>
          </a:p>
          <a:p>
            <a:pPr marL="0" indent="0">
              <a:lnSpc>
                <a:spcPts val="1800"/>
              </a:lnSpc>
              <a:spcAft>
                <a:spcPts val="800"/>
              </a:spcAft>
              <a:buNone/>
            </a:pPr>
            <a:endParaRPr lang="en-US" sz="1400" dirty="0">
              <a:ea typeface="Calibri"/>
              <a:cs typeface="Calibri"/>
            </a:endParaRPr>
          </a:p>
          <a:p>
            <a:pPr marL="0" indent="0">
              <a:lnSpc>
                <a:spcPts val="1800"/>
              </a:lnSpc>
              <a:spcAft>
                <a:spcPts val="800"/>
              </a:spcAft>
              <a:buNone/>
            </a:pPr>
            <a:r>
              <a:rPr lang="en-US" sz="1400" dirty="0">
                <a:solidFill>
                  <a:srgbClr val="2B3033"/>
                </a:solidFill>
                <a:latin typeface="Arial"/>
                <a:ea typeface="Arial" pitchFamily="34" charset="-122"/>
                <a:cs typeface="Arial"/>
              </a:rPr>
              <a:t>Het zaaksysteem vormt daarmee een cruciale schakel in het realiseren van zaakgericht werken binnen de gemeente, met als doel: snellere afhandeling, betere service en maximale transparantie.</a:t>
            </a:r>
            <a:endParaRPr lang="en-US" sz="1400" dirty="0">
              <a:latin typeface="Arial"/>
              <a:ea typeface="Calibri"/>
              <a:cs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7">
    <p:bg>
      <p:bgPr>
        <a:solidFill>
          <a:srgbClr val="003362"/>
        </a:solidFill>
        <a:effectLst/>
      </p:bgPr>
    </p:bg>
    <p:spTree>
      <p:nvGrpSpPr>
        <p:cNvPr id="1" name=""/>
        <p:cNvGrpSpPr/>
        <p:nvPr/>
      </p:nvGrpSpPr>
      <p:grpSpPr>
        <a:xfrm>
          <a:off x="0" y="0"/>
          <a:ext cx="0" cy="0"/>
          <a:chOff x="0" y="0"/>
          <a:chExt cx="0" cy="0"/>
        </a:xfrm>
      </p:grpSpPr>
      <p:sp>
        <p:nvSpPr>
          <p:cNvPr id="2" name="Shape 0"/>
          <p:cNvSpPr/>
          <p:nvPr/>
        </p:nvSpPr>
        <p:spPr>
          <a:xfrm>
            <a:off x="9692640" y="2377440"/>
            <a:ext cx="3108960" cy="3108960"/>
          </a:xfrm>
          <a:prstGeom prst="diamond">
            <a:avLst/>
          </a:prstGeom>
          <a:ln w="38100">
            <a:solidFill>
              <a:srgbClr val="1F5488"/>
            </a:solidFill>
            <a:prstDash val="solid"/>
          </a:ln>
        </p:spPr>
        <p:txBody>
          <a:bodyPr/>
          <a:lstStyle/>
          <a:p>
            <a:endParaRPr lang="nl-NL"/>
          </a:p>
        </p:txBody>
      </p:sp>
      <p:sp>
        <p:nvSpPr>
          <p:cNvPr id="3" name="Text 1"/>
          <p:cNvSpPr/>
          <p:nvPr/>
        </p:nvSpPr>
        <p:spPr>
          <a:xfrm>
            <a:off x="822960" y="685800"/>
            <a:ext cx="7315200" cy="320040"/>
          </a:xfrm>
          <a:prstGeom prst="rect">
            <a:avLst/>
          </a:prstGeom>
          <a:noFill/>
          <a:ln/>
        </p:spPr>
        <p:txBody>
          <a:bodyPr wrap="square" rtlCol="0" anchor="ctr"/>
          <a:lstStyle/>
          <a:p>
            <a:pPr marL="0" indent="0">
              <a:buNone/>
            </a:pPr>
            <a:r>
              <a:rPr lang="en-US" sz="1200" b="1" kern="0" spc="200">
                <a:solidFill>
                  <a:srgbClr val="E76734"/>
                </a:solidFill>
                <a:latin typeface="Arial" pitchFamily="34" charset="0"/>
                <a:ea typeface="Arial" pitchFamily="34" charset="-122"/>
                <a:cs typeface="Arial" pitchFamily="34" charset="-120"/>
              </a:rPr>
              <a:t>HOOFDSTUK 03 VAN 04</a:t>
            </a:r>
            <a:endParaRPr lang="en-US" sz="1200"/>
          </a:p>
        </p:txBody>
      </p:sp>
      <p:sp>
        <p:nvSpPr>
          <p:cNvPr id="4" name="Text 2"/>
          <p:cNvSpPr/>
          <p:nvPr/>
        </p:nvSpPr>
        <p:spPr>
          <a:xfrm>
            <a:off x="822960" y="1417320"/>
            <a:ext cx="2743200" cy="1371600"/>
          </a:xfrm>
          <a:prstGeom prst="rect">
            <a:avLst/>
          </a:prstGeom>
          <a:noFill/>
          <a:ln/>
        </p:spPr>
        <p:txBody>
          <a:bodyPr wrap="square" rtlCol="0" anchor="ctr"/>
          <a:lstStyle/>
          <a:p>
            <a:pPr marL="0" indent="0">
              <a:buNone/>
            </a:pPr>
            <a:r>
              <a:rPr lang="en-US" sz="6600" b="1">
                <a:solidFill>
                  <a:srgbClr val="2E6592"/>
                </a:solidFill>
                <a:latin typeface="Helvetica" pitchFamily="34" charset="0"/>
                <a:ea typeface="Helvetica" pitchFamily="34" charset="-122"/>
                <a:cs typeface="Helvetica" pitchFamily="34" charset="-120"/>
              </a:rPr>
              <a:t>03</a:t>
            </a:r>
            <a:endParaRPr lang="en-US" sz="6600"/>
          </a:p>
        </p:txBody>
      </p:sp>
      <p:sp>
        <p:nvSpPr>
          <p:cNvPr id="5" name="Text 3"/>
          <p:cNvSpPr/>
          <p:nvPr/>
        </p:nvSpPr>
        <p:spPr>
          <a:xfrm>
            <a:off x="822960" y="2514600"/>
            <a:ext cx="9144000" cy="914400"/>
          </a:xfrm>
          <a:prstGeom prst="rect">
            <a:avLst/>
          </a:prstGeom>
          <a:noFill/>
          <a:ln/>
        </p:spPr>
        <p:txBody>
          <a:bodyPr wrap="square" rtlCol="0" anchor="ctr"/>
          <a:lstStyle/>
          <a:p>
            <a:pPr marL="0" indent="0">
              <a:buNone/>
            </a:pPr>
            <a:r>
              <a:rPr lang="en-US" sz="3200" b="1">
                <a:solidFill>
                  <a:srgbClr val="FFFFFF"/>
                </a:solidFill>
                <a:latin typeface="Helvetica" pitchFamily="34" charset="0"/>
                <a:ea typeface="Helvetica" pitchFamily="34" charset="-122"/>
                <a:cs typeface="Helvetica" pitchFamily="34" charset="-120"/>
              </a:rPr>
              <a:t>Werkwijze</a:t>
            </a:r>
            <a:endParaRPr lang="en-US" sz="3200"/>
          </a:p>
        </p:txBody>
      </p:sp>
      <p:sp>
        <p:nvSpPr>
          <p:cNvPr id="6" name="Shape 4"/>
          <p:cNvSpPr/>
          <p:nvPr/>
        </p:nvSpPr>
        <p:spPr>
          <a:xfrm>
            <a:off x="822960" y="3310128"/>
            <a:ext cx="1463040" cy="41148"/>
          </a:xfrm>
          <a:prstGeom prst="rect">
            <a:avLst/>
          </a:prstGeom>
          <a:solidFill>
            <a:srgbClr val="E76734"/>
          </a:solidFill>
          <a:ln/>
        </p:spPr>
        <p:txBody>
          <a:bodyPr/>
          <a:lstStyle/>
          <a:p>
            <a:endParaRPr lang="nl-NL"/>
          </a:p>
        </p:txBody>
      </p:sp>
      <p:sp>
        <p:nvSpPr>
          <p:cNvPr id="7" name="Text 5"/>
          <p:cNvSpPr/>
          <p:nvPr/>
        </p:nvSpPr>
        <p:spPr>
          <a:xfrm>
            <a:off x="822960" y="3474720"/>
            <a:ext cx="8503920" cy="640080"/>
          </a:xfrm>
          <a:prstGeom prst="rect">
            <a:avLst/>
          </a:prstGeom>
          <a:noFill/>
          <a:ln/>
        </p:spPr>
        <p:txBody>
          <a:bodyPr wrap="square" lIns="91440" tIns="45720" rIns="91440" bIns="45720" rtlCol="0" anchor="ctr"/>
          <a:lstStyle/>
          <a:p>
            <a:pPr marL="0" indent="0">
              <a:lnSpc>
                <a:spcPts val="1800"/>
              </a:lnSpc>
              <a:buNone/>
            </a:pPr>
            <a:r>
              <a:rPr lang="en-US" sz="1400" i="1" dirty="0">
                <a:solidFill>
                  <a:srgbClr val="89CDF2"/>
                </a:solidFill>
                <a:latin typeface="Arial"/>
                <a:ea typeface="Arial" pitchFamily="34" charset="-122"/>
                <a:cs typeface="Arial"/>
              </a:rPr>
              <a:t>Hoe we van discovery </a:t>
            </a:r>
            <a:r>
              <a:rPr lang="en-US" sz="1400" i="1" dirty="0" err="1">
                <a:solidFill>
                  <a:srgbClr val="89CDF2"/>
                </a:solidFill>
                <a:latin typeface="Arial"/>
                <a:ea typeface="Arial" pitchFamily="34" charset="-122"/>
                <a:cs typeface="Arial"/>
              </a:rPr>
              <a:t>naar</a:t>
            </a:r>
            <a:r>
              <a:rPr lang="en-US" sz="1400" i="1" dirty="0">
                <a:solidFill>
                  <a:srgbClr val="89CDF2"/>
                </a:solidFill>
                <a:latin typeface="Arial"/>
                <a:ea typeface="Arial" pitchFamily="34" charset="-122"/>
                <a:cs typeface="Arial"/>
              </a:rPr>
              <a:t> </a:t>
            </a:r>
            <a:r>
              <a:rPr lang="en-US" sz="1400" i="1" dirty="0" err="1">
                <a:solidFill>
                  <a:srgbClr val="89CDF2"/>
                </a:solidFill>
                <a:latin typeface="Arial"/>
                <a:ea typeface="Arial" pitchFamily="34" charset="-122"/>
                <a:cs typeface="Arial"/>
              </a:rPr>
              <a:t>een</a:t>
            </a:r>
            <a:r>
              <a:rPr lang="en-US" sz="1400" i="1" dirty="0">
                <a:solidFill>
                  <a:srgbClr val="89CDF2"/>
                </a:solidFill>
                <a:latin typeface="Arial"/>
                <a:ea typeface="Arial" pitchFamily="34" charset="-122"/>
                <a:cs typeface="Arial"/>
              </a:rPr>
              <a:t> </a:t>
            </a:r>
            <a:r>
              <a:rPr lang="en-US" sz="1400" i="1" dirty="0" err="1">
                <a:solidFill>
                  <a:srgbClr val="89CDF2"/>
                </a:solidFill>
                <a:latin typeface="Arial"/>
                <a:ea typeface="Arial" pitchFamily="34" charset="-122"/>
                <a:cs typeface="Arial"/>
              </a:rPr>
              <a:t>werkend</a:t>
            </a:r>
            <a:r>
              <a:rPr lang="en-US" sz="1400" i="1" dirty="0">
                <a:solidFill>
                  <a:srgbClr val="89CDF2"/>
                </a:solidFill>
                <a:latin typeface="Arial"/>
                <a:ea typeface="Arial" pitchFamily="34" charset="-122"/>
                <a:cs typeface="Arial"/>
              </a:rPr>
              <a:t> </a:t>
            </a:r>
            <a:r>
              <a:rPr lang="en-US" sz="1400" i="1" dirty="0" err="1">
                <a:solidFill>
                  <a:srgbClr val="89CDF2"/>
                </a:solidFill>
                <a:latin typeface="Arial"/>
                <a:ea typeface="Arial" pitchFamily="34" charset="-122"/>
                <a:cs typeface="Arial"/>
              </a:rPr>
              <a:t>systeem</a:t>
            </a:r>
            <a:r>
              <a:rPr lang="en-US" sz="1400" i="1" dirty="0">
                <a:solidFill>
                  <a:srgbClr val="89CDF2"/>
                </a:solidFill>
                <a:latin typeface="Arial"/>
                <a:ea typeface="Arial" pitchFamily="34" charset="-122"/>
                <a:cs typeface="Arial"/>
              </a:rPr>
              <a:t> </a:t>
            </a:r>
            <a:r>
              <a:rPr lang="en-US" sz="1400" i="1" dirty="0" err="1">
                <a:solidFill>
                  <a:srgbClr val="89CDF2"/>
                </a:solidFill>
                <a:latin typeface="Arial"/>
                <a:ea typeface="Arial" pitchFamily="34" charset="-122"/>
                <a:cs typeface="Arial"/>
              </a:rPr>
              <a:t>komen</a:t>
            </a:r>
            <a:r>
              <a:rPr lang="en-US" sz="1400" i="1" dirty="0">
                <a:solidFill>
                  <a:srgbClr val="89CDF2"/>
                </a:solidFill>
                <a:latin typeface="Arial"/>
                <a:ea typeface="Arial" pitchFamily="34" charset="-122"/>
                <a:cs typeface="Arial"/>
              </a:rPr>
              <a:t>, </a:t>
            </a:r>
            <a:r>
              <a:rPr lang="en-US" sz="1400" i="1" dirty="0" err="1">
                <a:solidFill>
                  <a:srgbClr val="89CDF2"/>
                </a:solidFill>
                <a:latin typeface="Arial"/>
                <a:ea typeface="Arial" pitchFamily="34" charset="-122"/>
                <a:cs typeface="Arial"/>
              </a:rPr>
              <a:t>en</a:t>
            </a:r>
            <a:r>
              <a:rPr lang="en-US" sz="1400" i="1" dirty="0">
                <a:solidFill>
                  <a:srgbClr val="89CDF2"/>
                </a:solidFill>
                <a:latin typeface="Arial"/>
                <a:ea typeface="Arial" pitchFamily="34" charset="-122"/>
                <a:cs typeface="Arial"/>
              </a:rPr>
              <a:t> wat </a:t>
            </a:r>
            <a:r>
              <a:rPr lang="en-US" sz="1400" i="1" dirty="0" err="1">
                <a:solidFill>
                  <a:srgbClr val="89CDF2"/>
                </a:solidFill>
                <a:latin typeface="Arial"/>
                <a:ea typeface="Arial" pitchFamily="34" charset="-122"/>
                <a:cs typeface="Arial"/>
              </a:rPr>
              <a:t>dat</a:t>
            </a:r>
            <a:r>
              <a:rPr lang="en-US" sz="1400" i="1" dirty="0">
                <a:solidFill>
                  <a:srgbClr val="89CDF2"/>
                </a:solidFill>
                <a:latin typeface="Arial"/>
                <a:ea typeface="Arial" pitchFamily="34" charset="-122"/>
                <a:cs typeface="Arial"/>
              </a:rPr>
              <a:t> van </a:t>
            </a:r>
            <a:r>
              <a:rPr lang="en-US" sz="1400" i="1" dirty="0" err="1">
                <a:solidFill>
                  <a:srgbClr val="89CDF2"/>
                </a:solidFill>
                <a:latin typeface="Arial"/>
                <a:ea typeface="Arial" pitchFamily="34" charset="-122"/>
                <a:cs typeface="Arial"/>
              </a:rPr>
              <a:t>jullie</a:t>
            </a:r>
            <a:r>
              <a:rPr lang="en-US" sz="1400" i="1" dirty="0">
                <a:solidFill>
                  <a:srgbClr val="89CDF2"/>
                </a:solidFill>
                <a:latin typeface="Arial"/>
                <a:ea typeface="Arial" pitchFamily="34" charset="-122"/>
                <a:cs typeface="Arial"/>
              </a:rPr>
              <a:t> </a:t>
            </a:r>
            <a:r>
              <a:rPr lang="en-US" sz="1400" i="1" dirty="0" err="1">
                <a:solidFill>
                  <a:srgbClr val="89CDF2"/>
                </a:solidFill>
                <a:latin typeface="Arial"/>
                <a:ea typeface="Arial" pitchFamily="34" charset="-122"/>
                <a:cs typeface="Arial"/>
              </a:rPr>
              <a:t>vraagt</a:t>
            </a:r>
            <a:r>
              <a:rPr lang="en-US" sz="1400" i="1" dirty="0">
                <a:solidFill>
                  <a:srgbClr val="89CDF2"/>
                </a:solidFill>
                <a:latin typeface="Arial"/>
                <a:ea typeface="Arial" pitchFamily="34" charset="-122"/>
                <a:cs typeface="Arial"/>
              </a:rPr>
              <a:t>.</a:t>
            </a:r>
            <a:endParaRPr lang="en-US" sz="1400">
              <a:latin typeface="Arial"/>
              <a:ea typeface="Calibri"/>
              <a:cs typeface="Calibri"/>
            </a:endParaRPr>
          </a:p>
        </p:txBody>
      </p:sp>
      <p:sp>
        <p:nvSpPr>
          <p:cNvPr id="8" name="Shape 6"/>
          <p:cNvSpPr/>
          <p:nvPr/>
        </p:nvSpPr>
        <p:spPr>
          <a:xfrm>
            <a:off x="950976" y="5687568"/>
            <a:ext cx="2500884" cy="0"/>
          </a:xfrm>
          <a:prstGeom prst="line">
            <a:avLst/>
          </a:prstGeom>
          <a:noFill/>
          <a:ln w="19050">
            <a:solidFill>
              <a:srgbClr val="5C88AC"/>
            </a:solidFill>
            <a:prstDash val="solid"/>
          </a:ln>
        </p:spPr>
        <p:txBody>
          <a:bodyPr/>
          <a:lstStyle/>
          <a:p>
            <a:endParaRPr lang="nl-NL"/>
          </a:p>
        </p:txBody>
      </p:sp>
      <p:sp>
        <p:nvSpPr>
          <p:cNvPr id="9" name="Shape 7"/>
          <p:cNvSpPr/>
          <p:nvPr/>
        </p:nvSpPr>
        <p:spPr>
          <a:xfrm>
            <a:off x="822960" y="5623560"/>
            <a:ext cx="128016" cy="128016"/>
          </a:xfrm>
          <a:prstGeom prst="ellipse">
            <a:avLst/>
          </a:prstGeom>
          <a:solidFill>
            <a:srgbClr val="5C88AC"/>
          </a:solidFill>
          <a:ln/>
        </p:spPr>
        <p:txBody>
          <a:bodyPr/>
          <a:lstStyle/>
          <a:p>
            <a:endParaRPr lang="nl-NL"/>
          </a:p>
        </p:txBody>
      </p:sp>
      <p:sp>
        <p:nvSpPr>
          <p:cNvPr id="10" name="Text 8"/>
          <p:cNvSpPr/>
          <p:nvPr/>
        </p:nvSpPr>
        <p:spPr>
          <a:xfrm>
            <a:off x="320040" y="5824728"/>
            <a:ext cx="2628900" cy="320040"/>
          </a:xfrm>
          <a:prstGeom prst="rect">
            <a:avLst/>
          </a:prstGeom>
          <a:noFill/>
          <a:ln/>
        </p:spPr>
        <p:txBody>
          <a:bodyPr wrap="square" rtlCol="0" anchor="ctr"/>
          <a:lstStyle/>
          <a:p>
            <a:pPr marL="0" indent="0" algn="l">
              <a:buNone/>
            </a:pPr>
            <a:r>
              <a:rPr lang="en-US" sz="950">
                <a:solidFill>
                  <a:srgbClr val="6E93B5"/>
                </a:solidFill>
                <a:latin typeface="Arial" pitchFamily="34" charset="0"/>
                <a:ea typeface="Arial" pitchFamily="34" charset="-122"/>
                <a:cs typeface="Arial" pitchFamily="34" charset="-120"/>
              </a:rPr>
              <a:t>Introductie</a:t>
            </a:r>
            <a:endParaRPr lang="en-US" sz="950"/>
          </a:p>
        </p:txBody>
      </p:sp>
      <p:sp>
        <p:nvSpPr>
          <p:cNvPr id="11" name="Shape 9"/>
          <p:cNvSpPr/>
          <p:nvPr/>
        </p:nvSpPr>
        <p:spPr>
          <a:xfrm>
            <a:off x="3579876" y="5687568"/>
            <a:ext cx="2500884" cy="0"/>
          </a:xfrm>
          <a:prstGeom prst="line">
            <a:avLst/>
          </a:prstGeom>
          <a:noFill/>
          <a:ln w="19050">
            <a:solidFill>
              <a:srgbClr val="5C88AC"/>
            </a:solidFill>
            <a:prstDash val="solid"/>
          </a:ln>
        </p:spPr>
        <p:txBody>
          <a:bodyPr/>
          <a:lstStyle/>
          <a:p>
            <a:endParaRPr lang="nl-NL"/>
          </a:p>
        </p:txBody>
      </p:sp>
      <p:sp>
        <p:nvSpPr>
          <p:cNvPr id="12" name="Shape 10"/>
          <p:cNvSpPr/>
          <p:nvPr/>
        </p:nvSpPr>
        <p:spPr>
          <a:xfrm>
            <a:off x="3451860" y="5623560"/>
            <a:ext cx="128016" cy="128016"/>
          </a:xfrm>
          <a:prstGeom prst="ellipse">
            <a:avLst/>
          </a:prstGeom>
          <a:solidFill>
            <a:srgbClr val="5C88AC"/>
          </a:solidFill>
          <a:ln/>
        </p:spPr>
        <p:txBody>
          <a:bodyPr/>
          <a:lstStyle/>
          <a:p>
            <a:endParaRPr lang="nl-NL"/>
          </a:p>
        </p:txBody>
      </p:sp>
      <p:sp>
        <p:nvSpPr>
          <p:cNvPr id="13" name="Text 11"/>
          <p:cNvSpPr/>
          <p:nvPr/>
        </p:nvSpPr>
        <p:spPr>
          <a:xfrm>
            <a:off x="2948940" y="5824728"/>
            <a:ext cx="2628900" cy="320040"/>
          </a:xfrm>
          <a:prstGeom prst="rect">
            <a:avLst/>
          </a:prstGeom>
          <a:noFill/>
          <a:ln/>
        </p:spPr>
        <p:txBody>
          <a:bodyPr wrap="square" rtlCol="0" anchor="ctr"/>
          <a:lstStyle/>
          <a:p>
            <a:pPr marL="0" indent="0" algn="l">
              <a:buNone/>
            </a:pPr>
            <a:r>
              <a:rPr lang="en-US" sz="950">
                <a:solidFill>
                  <a:srgbClr val="6E93B5"/>
                </a:solidFill>
                <a:latin typeface="Arial" pitchFamily="34" charset="0"/>
                <a:ea typeface="Arial" pitchFamily="34" charset="-122"/>
                <a:cs typeface="Arial" pitchFamily="34" charset="-120"/>
              </a:rPr>
              <a:t>Context &amp; Doelen</a:t>
            </a:r>
            <a:endParaRPr lang="en-US" sz="950"/>
          </a:p>
        </p:txBody>
      </p:sp>
      <p:sp>
        <p:nvSpPr>
          <p:cNvPr id="14" name="Shape 12"/>
          <p:cNvSpPr/>
          <p:nvPr/>
        </p:nvSpPr>
        <p:spPr>
          <a:xfrm>
            <a:off x="6208776" y="5687568"/>
            <a:ext cx="2500884" cy="0"/>
          </a:xfrm>
          <a:prstGeom prst="line">
            <a:avLst/>
          </a:prstGeom>
          <a:noFill/>
          <a:ln w="19050">
            <a:solidFill>
              <a:srgbClr val="1F4468"/>
            </a:solidFill>
            <a:prstDash val="solid"/>
          </a:ln>
        </p:spPr>
        <p:txBody>
          <a:bodyPr/>
          <a:lstStyle/>
          <a:p>
            <a:endParaRPr lang="nl-NL"/>
          </a:p>
        </p:txBody>
      </p:sp>
      <p:sp>
        <p:nvSpPr>
          <p:cNvPr id="15" name="Shape 13"/>
          <p:cNvSpPr/>
          <p:nvPr/>
        </p:nvSpPr>
        <p:spPr>
          <a:xfrm>
            <a:off x="6080760" y="5623560"/>
            <a:ext cx="128016" cy="128016"/>
          </a:xfrm>
          <a:prstGeom prst="ellipse">
            <a:avLst/>
          </a:prstGeom>
          <a:solidFill>
            <a:srgbClr val="E76734"/>
          </a:solidFill>
          <a:ln w="19050">
            <a:solidFill>
              <a:srgbClr val="FFFFFF"/>
            </a:solidFill>
            <a:prstDash val="solid"/>
          </a:ln>
        </p:spPr>
        <p:txBody>
          <a:bodyPr/>
          <a:lstStyle/>
          <a:p>
            <a:endParaRPr lang="nl-NL"/>
          </a:p>
        </p:txBody>
      </p:sp>
      <p:sp>
        <p:nvSpPr>
          <p:cNvPr id="16" name="Text 14"/>
          <p:cNvSpPr/>
          <p:nvPr/>
        </p:nvSpPr>
        <p:spPr>
          <a:xfrm>
            <a:off x="5577840" y="5824728"/>
            <a:ext cx="2628900" cy="320040"/>
          </a:xfrm>
          <a:prstGeom prst="rect">
            <a:avLst/>
          </a:prstGeom>
          <a:noFill/>
          <a:ln/>
        </p:spPr>
        <p:txBody>
          <a:bodyPr wrap="square" rtlCol="0" anchor="ctr"/>
          <a:lstStyle/>
          <a:p>
            <a:pPr marL="0" indent="0" algn="l">
              <a:buNone/>
            </a:pPr>
            <a:r>
              <a:rPr lang="en-US" sz="950" b="1">
                <a:solidFill>
                  <a:srgbClr val="FFFFFF"/>
                </a:solidFill>
                <a:latin typeface="Arial" pitchFamily="34" charset="0"/>
                <a:ea typeface="Arial" pitchFamily="34" charset="-122"/>
                <a:cs typeface="Arial" pitchFamily="34" charset="-120"/>
              </a:rPr>
              <a:t>Werkwijze</a:t>
            </a:r>
            <a:endParaRPr lang="en-US" sz="950"/>
          </a:p>
        </p:txBody>
      </p:sp>
      <p:sp>
        <p:nvSpPr>
          <p:cNvPr id="17" name="Shape 15"/>
          <p:cNvSpPr/>
          <p:nvPr/>
        </p:nvSpPr>
        <p:spPr>
          <a:xfrm>
            <a:off x="8709660" y="5623560"/>
            <a:ext cx="128016" cy="128016"/>
          </a:xfrm>
          <a:prstGeom prst="ellipse">
            <a:avLst/>
          </a:prstGeom>
          <a:solidFill>
            <a:srgbClr val="1F4468"/>
          </a:solidFill>
          <a:ln/>
        </p:spPr>
        <p:txBody>
          <a:bodyPr/>
          <a:lstStyle/>
          <a:p>
            <a:endParaRPr lang="nl-NL"/>
          </a:p>
        </p:txBody>
      </p:sp>
      <p:sp>
        <p:nvSpPr>
          <p:cNvPr id="18" name="Text 16"/>
          <p:cNvSpPr/>
          <p:nvPr/>
        </p:nvSpPr>
        <p:spPr>
          <a:xfrm>
            <a:off x="8206740" y="5824728"/>
            <a:ext cx="2628900" cy="320040"/>
          </a:xfrm>
          <a:prstGeom prst="rect">
            <a:avLst/>
          </a:prstGeom>
          <a:noFill/>
          <a:ln/>
        </p:spPr>
        <p:txBody>
          <a:bodyPr wrap="square" rtlCol="0" anchor="ctr"/>
          <a:lstStyle/>
          <a:p>
            <a:pPr marL="0" indent="0" algn="l">
              <a:buNone/>
            </a:pPr>
            <a:r>
              <a:rPr lang="en-US" sz="950">
                <a:solidFill>
                  <a:srgbClr val="6E93B5"/>
                </a:solidFill>
                <a:latin typeface="Arial" pitchFamily="34" charset="0"/>
                <a:ea typeface="Arial" pitchFamily="34" charset="-122"/>
                <a:cs typeface="Arial" pitchFamily="34" charset="-120"/>
              </a:rPr>
              <a:t>Vervolgstappen</a:t>
            </a:r>
            <a:endParaRPr lang="en-US" sz="95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274320"/>
            <a:ext cx="960120" cy="960120"/>
          </a:xfrm>
          <a:prstGeom prst="diamond">
            <a:avLst/>
          </a:prstGeom>
          <a:ln w="63500">
            <a:solidFill>
              <a:srgbClr val="89CDF2"/>
            </a:solidFill>
            <a:prstDash val="solid"/>
          </a:ln>
        </p:spPr>
        <p:txBody>
          <a:bodyPr/>
          <a:lstStyle/>
          <a:p>
            <a:endParaRPr lang="nl-NL"/>
          </a:p>
        </p:txBody>
      </p:sp>
      <p:sp>
        <p:nvSpPr>
          <p:cNvPr id="3" name="Text 1"/>
          <p:cNvSpPr/>
          <p:nvPr/>
        </p:nvSpPr>
        <p:spPr>
          <a:xfrm>
            <a:off x="502920" y="292608"/>
            <a:ext cx="7315200" cy="274320"/>
          </a:xfrm>
          <a:prstGeom prst="rect">
            <a:avLst/>
          </a:prstGeom>
          <a:noFill/>
          <a:ln/>
        </p:spPr>
        <p:txBody>
          <a:bodyPr wrap="square" rtlCol="0" anchor="ctr"/>
          <a:lstStyle/>
          <a:p>
            <a:pPr marL="0" indent="0">
              <a:buNone/>
            </a:pPr>
            <a:r>
              <a:rPr lang="en-US" sz="1100" b="1" kern="0" spc="150">
                <a:solidFill>
                  <a:srgbClr val="E76734"/>
                </a:solidFill>
                <a:latin typeface="Arial" pitchFamily="34" charset="0"/>
                <a:ea typeface="Arial" pitchFamily="34" charset="-122"/>
                <a:cs typeface="Arial" pitchFamily="34" charset="-120"/>
              </a:rPr>
              <a:t>PRIVACY &amp; AVG</a:t>
            </a:r>
            <a:endParaRPr lang="en-US" sz="1100"/>
          </a:p>
        </p:txBody>
      </p:sp>
      <p:sp>
        <p:nvSpPr>
          <p:cNvPr id="4" name="Text 2"/>
          <p:cNvSpPr/>
          <p:nvPr/>
        </p:nvSpPr>
        <p:spPr>
          <a:xfrm>
            <a:off x="502920" y="548640"/>
            <a:ext cx="10515600" cy="548640"/>
          </a:xfrm>
          <a:prstGeom prst="rect">
            <a:avLst/>
          </a:prstGeom>
          <a:noFill/>
          <a:ln/>
        </p:spPr>
        <p:txBody>
          <a:bodyPr wrap="square" rtlCol="0" anchor="ctr"/>
          <a:lstStyle/>
          <a:p>
            <a:pPr marL="0" indent="0">
              <a:buNone/>
            </a:pPr>
            <a:r>
              <a:rPr lang="en-US" sz="2500" b="1">
                <a:solidFill>
                  <a:srgbClr val="003362"/>
                </a:solidFill>
                <a:latin typeface="Helvetica" pitchFamily="34" charset="0"/>
                <a:ea typeface="Helvetica" pitchFamily="34" charset="-122"/>
                <a:cs typeface="Helvetica" pitchFamily="34" charset="-120"/>
              </a:rPr>
              <a:t>Vragen die we vandaag kort aankaarten</a:t>
            </a:r>
            <a:endParaRPr lang="en-US" sz="2500"/>
          </a:p>
        </p:txBody>
      </p:sp>
      <p:sp>
        <p:nvSpPr>
          <p:cNvPr id="5" name="Text 3"/>
          <p:cNvSpPr/>
          <p:nvPr/>
        </p:nvSpPr>
        <p:spPr>
          <a:xfrm>
            <a:off x="502920" y="1051560"/>
            <a:ext cx="10058400" cy="320040"/>
          </a:xfrm>
          <a:prstGeom prst="rect">
            <a:avLst/>
          </a:prstGeom>
          <a:noFill/>
          <a:ln/>
        </p:spPr>
        <p:txBody>
          <a:bodyPr wrap="square" rtlCol="0" anchor="ctr"/>
          <a:lstStyle/>
          <a:p>
            <a:pPr marL="0" indent="0">
              <a:buNone/>
            </a:pPr>
            <a:r>
              <a:rPr lang="en-US" sz="1250" i="1">
                <a:solidFill>
                  <a:srgbClr val="6B7680"/>
                </a:solidFill>
                <a:latin typeface="Arial" pitchFamily="34" charset="0"/>
                <a:ea typeface="Arial" pitchFamily="34" charset="-122"/>
                <a:cs typeface="Arial" pitchFamily="34" charset="-120"/>
              </a:rPr>
              <a:t>De concrete uitwerking volgt in een aparte privacysessie met jullie FG / privacy officer</a:t>
            </a:r>
            <a:endParaRPr lang="en-US" sz="1250"/>
          </a:p>
        </p:txBody>
      </p:sp>
      <p:sp>
        <p:nvSpPr>
          <p:cNvPr id="6" name="Shape 4"/>
          <p:cNvSpPr/>
          <p:nvPr/>
        </p:nvSpPr>
        <p:spPr>
          <a:xfrm>
            <a:off x="502920" y="1691640"/>
            <a:ext cx="3429000" cy="1234440"/>
          </a:xfrm>
          <a:prstGeom prst="roundRect">
            <a:avLst>
              <a:gd name="adj" fmla="val 8889"/>
            </a:avLst>
          </a:prstGeom>
          <a:solidFill>
            <a:srgbClr val="003362"/>
          </a:solidFill>
          <a:ln/>
          <a:effectLst>
            <a:outerShdw blurRad="101600" dist="38100" dir="5400000" algn="bl" rotWithShape="0">
              <a:srgbClr val="000000">
                <a:alpha val="18000"/>
              </a:srgbClr>
            </a:outerShdw>
          </a:effectLst>
        </p:spPr>
        <p:txBody>
          <a:bodyPr/>
          <a:lstStyle/>
          <a:p>
            <a:endParaRPr lang="nl-NL"/>
          </a:p>
        </p:txBody>
      </p:sp>
      <p:sp>
        <p:nvSpPr>
          <p:cNvPr id="7" name="Shape 5"/>
          <p:cNvSpPr/>
          <p:nvPr/>
        </p:nvSpPr>
        <p:spPr>
          <a:xfrm>
            <a:off x="667512" y="1856232"/>
            <a:ext cx="365760" cy="365760"/>
          </a:xfrm>
          <a:prstGeom prst="ellipse">
            <a:avLst/>
          </a:prstGeom>
          <a:solidFill>
            <a:srgbClr val="E76734"/>
          </a:solidFill>
          <a:ln/>
        </p:spPr>
        <p:txBody>
          <a:bodyPr/>
          <a:lstStyle/>
          <a:p>
            <a:endParaRPr lang="nl-NL"/>
          </a:p>
        </p:txBody>
      </p:sp>
      <p:sp>
        <p:nvSpPr>
          <p:cNvPr id="8" name="Text 6"/>
          <p:cNvSpPr/>
          <p:nvPr/>
        </p:nvSpPr>
        <p:spPr>
          <a:xfrm>
            <a:off x="667512" y="1837944"/>
            <a:ext cx="365760" cy="365760"/>
          </a:xfrm>
          <a:prstGeom prst="rect">
            <a:avLst/>
          </a:prstGeom>
          <a:noFill/>
          <a:ln/>
        </p:spPr>
        <p:txBody>
          <a:bodyPr wrap="square" rtlCol="0" anchor="ctr"/>
          <a:lstStyle/>
          <a:p>
            <a:pPr marL="0" indent="0" algn="ctr">
              <a:buNone/>
            </a:pPr>
            <a:r>
              <a:rPr lang="en-US" sz="1600" b="1">
                <a:solidFill>
                  <a:srgbClr val="FFFFFF"/>
                </a:solidFill>
                <a:latin typeface="Helvetica" pitchFamily="34" charset="0"/>
                <a:ea typeface="Helvetica" pitchFamily="34" charset="-122"/>
                <a:cs typeface="Helvetica" pitchFamily="34" charset="-120"/>
              </a:rPr>
              <a:t>?</a:t>
            </a:r>
            <a:endParaRPr lang="en-US" sz="1600"/>
          </a:p>
        </p:txBody>
      </p:sp>
      <p:sp>
        <p:nvSpPr>
          <p:cNvPr id="9" name="Text 7"/>
          <p:cNvSpPr/>
          <p:nvPr/>
        </p:nvSpPr>
        <p:spPr>
          <a:xfrm>
            <a:off x="1097280" y="1920240"/>
            <a:ext cx="2739658" cy="576072"/>
          </a:xfrm>
          <a:prstGeom prst="rect">
            <a:avLst/>
          </a:prstGeom>
          <a:noFill/>
          <a:ln/>
        </p:spPr>
        <p:txBody>
          <a:bodyPr wrap="square" rtlCol="0" anchor="t"/>
          <a:lstStyle/>
          <a:p>
            <a:pPr marL="0" indent="0">
              <a:lnSpc>
                <a:spcPts val="1550"/>
              </a:lnSpc>
              <a:buNone/>
            </a:pPr>
            <a:r>
              <a:rPr lang="en-US" sz="1300" b="1">
                <a:solidFill>
                  <a:srgbClr val="FFFFFF"/>
                </a:solidFill>
                <a:latin typeface="Arial" pitchFamily="34" charset="0"/>
                <a:ea typeface="Arial" pitchFamily="34" charset="-122"/>
                <a:cs typeface="Arial" pitchFamily="34" charset="-120"/>
              </a:rPr>
              <a:t>Wie is verantwoordelijk voor de persoonsgegevens — {</a:t>
            </a:r>
            <a:r>
              <a:rPr lang="en-US" sz="1300" b="1" err="1">
                <a:solidFill>
                  <a:srgbClr val="FFFFFF"/>
                </a:solidFill>
                <a:latin typeface="Arial" pitchFamily="34" charset="0"/>
                <a:ea typeface="Arial" pitchFamily="34" charset="-122"/>
                <a:cs typeface="Arial" pitchFamily="34" charset="-120"/>
              </a:rPr>
              <a:t>klantnaam</a:t>
            </a:r>
            <a:r>
              <a:rPr lang="en-US" sz="1300" b="1">
                <a:solidFill>
                  <a:srgbClr val="FFFFFF"/>
                </a:solidFill>
                <a:latin typeface="Arial" pitchFamily="34" charset="0"/>
                <a:ea typeface="Arial" pitchFamily="34" charset="-122"/>
                <a:cs typeface="Arial" pitchFamily="34" charset="-120"/>
              </a:rPr>
              <a:t>} of Ritense?</a:t>
            </a:r>
            <a:endParaRPr lang="en-US" sz="1300"/>
          </a:p>
        </p:txBody>
      </p:sp>
      <p:sp>
        <p:nvSpPr>
          <p:cNvPr id="10" name="Shape 8"/>
          <p:cNvSpPr/>
          <p:nvPr/>
        </p:nvSpPr>
        <p:spPr>
          <a:xfrm>
            <a:off x="4160520" y="1508760"/>
            <a:ext cx="3703320" cy="1417320"/>
          </a:xfrm>
          <a:prstGeom prst="roundRect">
            <a:avLst>
              <a:gd name="adj" fmla="val 7742"/>
            </a:avLst>
          </a:prstGeom>
          <a:solidFill>
            <a:srgbClr val="E76734"/>
          </a:solidFill>
          <a:ln/>
          <a:effectLst>
            <a:outerShdw blurRad="101600" dist="38100" dir="5400000" algn="bl" rotWithShape="0">
              <a:srgbClr val="000000">
                <a:alpha val="18000"/>
              </a:srgbClr>
            </a:outerShdw>
          </a:effectLst>
        </p:spPr>
        <p:txBody>
          <a:bodyPr/>
          <a:lstStyle/>
          <a:p>
            <a:endParaRPr lang="nl-NL"/>
          </a:p>
        </p:txBody>
      </p:sp>
      <p:sp>
        <p:nvSpPr>
          <p:cNvPr id="11" name="Shape 9"/>
          <p:cNvSpPr/>
          <p:nvPr/>
        </p:nvSpPr>
        <p:spPr>
          <a:xfrm>
            <a:off x="4325112" y="1673352"/>
            <a:ext cx="365760" cy="365760"/>
          </a:xfrm>
          <a:prstGeom prst="ellipse">
            <a:avLst/>
          </a:prstGeom>
          <a:solidFill>
            <a:srgbClr val="003362"/>
          </a:solidFill>
          <a:ln/>
        </p:spPr>
        <p:txBody>
          <a:bodyPr/>
          <a:lstStyle/>
          <a:p>
            <a:endParaRPr lang="nl-NL"/>
          </a:p>
        </p:txBody>
      </p:sp>
      <p:sp>
        <p:nvSpPr>
          <p:cNvPr id="12" name="Text 10"/>
          <p:cNvSpPr/>
          <p:nvPr/>
        </p:nvSpPr>
        <p:spPr>
          <a:xfrm>
            <a:off x="4325112" y="1655064"/>
            <a:ext cx="365760" cy="365760"/>
          </a:xfrm>
          <a:prstGeom prst="rect">
            <a:avLst/>
          </a:prstGeom>
          <a:noFill/>
          <a:ln/>
        </p:spPr>
        <p:txBody>
          <a:bodyPr wrap="square" rtlCol="0" anchor="ctr"/>
          <a:lstStyle/>
          <a:p>
            <a:pPr marL="0" indent="0" algn="ctr">
              <a:buNone/>
            </a:pPr>
            <a:r>
              <a:rPr lang="en-US" sz="1600" b="1">
                <a:solidFill>
                  <a:srgbClr val="FFFFFF"/>
                </a:solidFill>
                <a:latin typeface="Helvetica" pitchFamily="34" charset="0"/>
                <a:ea typeface="Helvetica" pitchFamily="34" charset="-122"/>
                <a:cs typeface="Helvetica" pitchFamily="34" charset="-120"/>
              </a:rPr>
              <a:t>?</a:t>
            </a:r>
            <a:endParaRPr lang="en-US" sz="1600"/>
          </a:p>
        </p:txBody>
      </p:sp>
      <p:sp>
        <p:nvSpPr>
          <p:cNvPr id="13" name="Text 11"/>
          <p:cNvSpPr/>
          <p:nvPr/>
        </p:nvSpPr>
        <p:spPr>
          <a:xfrm>
            <a:off x="4782312" y="1901952"/>
            <a:ext cx="3246120" cy="758952"/>
          </a:xfrm>
          <a:prstGeom prst="rect">
            <a:avLst/>
          </a:prstGeom>
          <a:noFill/>
          <a:ln/>
        </p:spPr>
        <p:txBody>
          <a:bodyPr wrap="square" rtlCol="0" anchor="t"/>
          <a:lstStyle/>
          <a:p>
            <a:pPr marL="0" indent="0">
              <a:lnSpc>
                <a:spcPts val="1550"/>
              </a:lnSpc>
              <a:buNone/>
            </a:pPr>
            <a:r>
              <a:rPr lang="en-US" sz="1300" b="1">
                <a:solidFill>
                  <a:srgbClr val="FFFFFF"/>
                </a:solidFill>
                <a:latin typeface="Arial" pitchFamily="34" charset="0"/>
                <a:ea typeface="Arial" pitchFamily="34" charset="-122"/>
                <a:cs typeface="Arial" pitchFamily="34" charset="-120"/>
              </a:rPr>
              <a:t>Werken jullie volgens ‘Privacy by Design’?</a:t>
            </a:r>
            <a:endParaRPr lang="en-US" sz="1300"/>
          </a:p>
        </p:txBody>
      </p:sp>
      <p:sp>
        <p:nvSpPr>
          <p:cNvPr id="14" name="Shape 12"/>
          <p:cNvSpPr/>
          <p:nvPr/>
        </p:nvSpPr>
        <p:spPr>
          <a:xfrm>
            <a:off x="8092440" y="1783080"/>
            <a:ext cx="3593592" cy="1234440"/>
          </a:xfrm>
          <a:prstGeom prst="roundRect">
            <a:avLst>
              <a:gd name="adj" fmla="val 8889"/>
            </a:avLst>
          </a:prstGeom>
          <a:solidFill>
            <a:srgbClr val="89CDF2"/>
          </a:solidFill>
          <a:ln/>
          <a:effectLst>
            <a:outerShdw blurRad="101600" dist="38100" dir="5400000" algn="bl" rotWithShape="0">
              <a:srgbClr val="000000">
                <a:alpha val="18000"/>
              </a:srgbClr>
            </a:outerShdw>
          </a:effectLst>
        </p:spPr>
        <p:txBody>
          <a:bodyPr/>
          <a:lstStyle/>
          <a:p>
            <a:endParaRPr lang="nl-NL"/>
          </a:p>
        </p:txBody>
      </p:sp>
      <p:sp>
        <p:nvSpPr>
          <p:cNvPr id="15" name="Shape 13"/>
          <p:cNvSpPr/>
          <p:nvPr/>
        </p:nvSpPr>
        <p:spPr>
          <a:xfrm>
            <a:off x="8257032" y="1947672"/>
            <a:ext cx="365760" cy="365760"/>
          </a:xfrm>
          <a:prstGeom prst="ellipse">
            <a:avLst/>
          </a:prstGeom>
          <a:solidFill>
            <a:srgbClr val="003362"/>
          </a:solidFill>
          <a:ln/>
        </p:spPr>
        <p:txBody>
          <a:bodyPr/>
          <a:lstStyle/>
          <a:p>
            <a:endParaRPr lang="nl-NL"/>
          </a:p>
        </p:txBody>
      </p:sp>
      <p:sp>
        <p:nvSpPr>
          <p:cNvPr id="16" name="Text 14"/>
          <p:cNvSpPr/>
          <p:nvPr/>
        </p:nvSpPr>
        <p:spPr>
          <a:xfrm>
            <a:off x="8257032" y="1929384"/>
            <a:ext cx="365760" cy="365760"/>
          </a:xfrm>
          <a:prstGeom prst="rect">
            <a:avLst/>
          </a:prstGeom>
          <a:noFill/>
          <a:ln/>
        </p:spPr>
        <p:txBody>
          <a:bodyPr wrap="square" rtlCol="0" anchor="ctr"/>
          <a:lstStyle/>
          <a:p>
            <a:pPr marL="0" indent="0" algn="ctr">
              <a:buNone/>
            </a:pPr>
            <a:r>
              <a:rPr lang="en-US" sz="1600" b="1">
                <a:solidFill>
                  <a:srgbClr val="FFFFFF"/>
                </a:solidFill>
                <a:latin typeface="Helvetica" pitchFamily="34" charset="0"/>
                <a:ea typeface="Helvetica" pitchFamily="34" charset="-122"/>
                <a:cs typeface="Helvetica" pitchFamily="34" charset="-120"/>
              </a:rPr>
              <a:t>?</a:t>
            </a:r>
            <a:endParaRPr lang="en-US" sz="1600"/>
          </a:p>
        </p:txBody>
      </p:sp>
      <p:sp>
        <p:nvSpPr>
          <p:cNvPr id="17" name="Text 15"/>
          <p:cNvSpPr/>
          <p:nvPr/>
        </p:nvSpPr>
        <p:spPr>
          <a:xfrm>
            <a:off x="8767953" y="2130552"/>
            <a:ext cx="2670048" cy="576072"/>
          </a:xfrm>
          <a:prstGeom prst="rect">
            <a:avLst/>
          </a:prstGeom>
          <a:noFill/>
          <a:ln/>
        </p:spPr>
        <p:txBody>
          <a:bodyPr wrap="square" rtlCol="0" anchor="t"/>
          <a:lstStyle/>
          <a:p>
            <a:pPr marL="0" indent="0">
              <a:lnSpc>
                <a:spcPts val="1550"/>
              </a:lnSpc>
              <a:buNone/>
            </a:pPr>
            <a:r>
              <a:rPr lang="en-US" sz="1300" b="1">
                <a:solidFill>
                  <a:srgbClr val="003362"/>
                </a:solidFill>
                <a:latin typeface="Arial" pitchFamily="34" charset="0"/>
                <a:ea typeface="Arial" pitchFamily="34" charset="-122"/>
                <a:cs typeface="Arial" pitchFamily="34" charset="-120"/>
              </a:rPr>
              <a:t>Waar staan de gegevens, en wie kan erbij?</a:t>
            </a:r>
            <a:endParaRPr lang="en-US" sz="1300"/>
          </a:p>
        </p:txBody>
      </p:sp>
      <p:sp>
        <p:nvSpPr>
          <p:cNvPr id="18" name="Shape 16"/>
          <p:cNvSpPr/>
          <p:nvPr/>
        </p:nvSpPr>
        <p:spPr>
          <a:xfrm>
            <a:off x="777240" y="3246120"/>
            <a:ext cx="3593592" cy="1280160"/>
          </a:xfrm>
          <a:prstGeom prst="roundRect">
            <a:avLst>
              <a:gd name="adj" fmla="val 8571"/>
            </a:avLst>
          </a:prstGeom>
          <a:solidFill>
            <a:srgbClr val="89CDF2"/>
          </a:solidFill>
          <a:ln/>
          <a:effectLst>
            <a:outerShdw blurRad="101600" dist="38100" dir="5400000" algn="bl" rotWithShape="0">
              <a:srgbClr val="000000">
                <a:alpha val="18000"/>
              </a:srgbClr>
            </a:outerShdw>
          </a:effectLst>
        </p:spPr>
        <p:txBody>
          <a:bodyPr/>
          <a:lstStyle/>
          <a:p>
            <a:endParaRPr lang="nl-NL"/>
          </a:p>
        </p:txBody>
      </p:sp>
      <p:sp>
        <p:nvSpPr>
          <p:cNvPr id="19" name="Shape 17"/>
          <p:cNvSpPr/>
          <p:nvPr/>
        </p:nvSpPr>
        <p:spPr>
          <a:xfrm>
            <a:off x="941832" y="3410712"/>
            <a:ext cx="365760" cy="365760"/>
          </a:xfrm>
          <a:prstGeom prst="ellipse">
            <a:avLst/>
          </a:prstGeom>
          <a:solidFill>
            <a:srgbClr val="E76734"/>
          </a:solidFill>
          <a:ln/>
        </p:spPr>
        <p:txBody>
          <a:bodyPr/>
          <a:lstStyle/>
          <a:p>
            <a:endParaRPr lang="nl-NL"/>
          </a:p>
        </p:txBody>
      </p:sp>
      <p:sp>
        <p:nvSpPr>
          <p:cNvPr id="20" name="Text 18"/>
          <p:cNvSpPr/>
          <p:nvPr/>
        </p:nvSpPr>
        <p:spPr>
          <a:xfrm>
            <a:off x="941832" y="3392424"/>
            <a:ext cx="365760" cy="365760"/>
          </a:xfrm>
          <a:prstGeom prst="rect">
            <a:avLst/>
          </a:prstGeom>
          <a:noFill/>
          <a:ln/>
        </p:spPr>
        <p:txBody>
          <a:bodyPr wrap="square" rtlCol="0" anchor="ctr"/>
          <a:lstStyle/>
          <a:p>
            <a:pPr marL="0" indent="0" algn="ctr">
              <a:buNone/>
            </a:pPr>
            <a:r>
              <a:rPr lang="en-US" sz="1600" b="1">
                <a:solidFill>
                  <a:srgbClr val="FFFFFF"/>
                </a:solidFill>
                <a:latin typeface="Helvetica" pitchFamily="34" charset="0"/>
                <a:ea typeface="Helvetica" pitchFamily="34" charset="-122"/>
                <a:cs typeface="Helvetica" pitchFamily="34" charset="-120"/>
              </a:rPr>
              <a:t>?</a:t>
            </a:r>
            <a:endParaRPr lang="en-US" sz="1600"/>
          </a:p>
        </p:txBody>
      </p:sp>
      <p:sp>
        <p:nvSpPr>
          <p:cNvPr id="21" name="Text 19"/>
          <p:cNvSpPr/>
          <p:nvPr/>
        </p:nvSpPr>
        <p:spPr>
          <a:xfrm>
            <a:off x="1371600" y="3538728"/>
            <a:ext cx="3136392" cy="621792"/>
          </a:xfrm>
          <a:prstGeom prst="rect">
            <a:avLst/>
          </a:prstGeom>
          <a:noFill/>
          <a:ln/>
        </p:spPr>
        <p:txBody>
          <a:bodyPr wrap="square" rtlCol="0" anchor="t"/>
          <a:lstStyle/>
          <a:p>
            <a:pPr marL="0" indent="0">
              <a:lnSpc>
                <a:spcPts val="1550"/>
              </a:lnSpc>
              <a:buNone/>
            </a:pPr>
            <a:r>
              <a:rPr lang="en-US" sz="1300" b="1">
                <a:solidFill>
                  <a:srgbClr val="003362"/>
                </a:solidFill>
                <a:latin typeface="Arial" pitchFamily="34" charset="0"/>
                <a:ea typeface="Arial" pitchFamily="34" charset="-122"/>
                <a:cs typeface="Arial" pitchFamily="34" charset="-120"/>
              </a:rPr>
              <a:t>Hoe lang </a:t>
            </a:r>
            <a:r>
              <a:rPr lang="en-US" sz="1300" b="1" err="1">
                <a:solidFill>
                  <a:srgbClr val="003362"/>
                </a:solidFill>
                <a:latin typeface="Arial" pitchFamily="34" charset="0"/>
                <a:ea typeface="Arial" pitchFamily="34" charset="-122"/>
                <a:cs typeface="Arial" pitchFamily="34" charset="-120"/>
              </a:rPr>
              <a:t>worden</a:t>
            </a:r>
            <a:r>
              <a:rPr lang="en-US" sz="1300" b="1">
                <a:solidFill>
                  <a:srgbClr val="003362"/>
                </a:solidFill>
                <a:latin typeface="Arial" pitchFamily="34" charset="0"/>
                <a:ea typeface="Arial" pitchFamily="34" charset="-122"/>
                <a:cs typeface="Arial" pitchFamily="34" charset="-120"/>
              </a:rPr>
              <a:t> </a:t>
            </a:r>
            <a:r>
              <a:rPr lang="en-US" sz="1300" b="1" err="1">
                <a:solidFill>
                  <a:srgbClr val="003362"/>
                </a:solidFill>
                <a:latin typeface="Arial" pitchFamily="34" charset="0"/>
                <a:ea typeface="Arial" pitchFamily="34" charset="-122"/>
                <a:cs typeface="Arial" pitchFamily="34" charset="-120"/>
              </a:rPr>
              <a:t>gegevens</a:t>
            </a:r>
            <a:r>
              <a:rPr lang="en-US" sz="1300" b="1">
                <a:solidFill>
                  <a:srgbClr val="003362"/>
                </a:solidFill>
                <a:latin typeface="Arial" pitchFamily="34" charset="0"/>
                <a:ea typeface="Arial" pitchFamily="34" charset="-122"/>
                <a:cs typeface="Arial" pitchFamily="34" charset="-120"/>
              </a:rPr>
              <a:t> </a:t>
            </a:r>
            <a:r>
              <a:rPr lang="en-US" sz="1300" b="1" err="1">
                <a:solidFill>
                  <a:srgbClr val="003362"/>
                </a:solidFill>
                <a:latin typeface="Arial" pitchFamily="34" charset="0"/>
                <a:ea typeface="Arial" pitchFamily="34" charset="-122"/>
                <a:cs typeface="Arial" pitchFamily="34" charset="-120"/>
              </a:rPr>
              <a:t>bewaard</a:t>
            </a:r>
            <a:r>
              <a:rPr lang="en-US" sz="1300" b="1">
                <a:solidFill>
                  <a:srgbClr val="003362"/>
                </a:solidFill>
                <a:latin typeface="Arial" pitchFamily="34" charset="0"/>
                <a:ea typeface="Arial" pitchFamily="34" charset="-122"/>
                <a:cs typeface="Arial" pitchFamily="34" charset="-120"/>
              </a:rPr>
              <a:t>?</a:t>
            </a:r>
            <a:endParaRPr lang="en-US" sz="1300"/>
          </a:p>
        </p:txBody>
      </p:sp>
      <p:sp>
        <p:nvSpPr>
          <p:cNvPr id="22" name="Shape 20"/>
          <p:cNvSpPr/>
          <p:nvPr/>
        </p:nvSpPr>
        <p:spPr>
          <a:xfrm>
            <a:off x="4507992" y="3328416"/>
            <a:ext cx="3429000" cy="1463040"/>
          </a:xfrm>
          <a:prstGeom prst="roundRect">
            <a:avLst>
              <a:gd name="adj" fmla="val 7500"/>
            </a:avLst>
          </a:prstGeom>
          <a:solidFill>
            <a:srgbClr val="003362"/>
          </a:solidFill>
          <a:ln/>
          <a:effectLst>
            <a:outerShdw blurRad="101600" dist="38100" dir="5400000" algn="bl" rotWithShape="0">
              <a:srgbClr val="000000">
                <a:alpha val="18000"/>
              </a:srgbClr>
            </a:outerShdw>
          </a:effectLst>
        </p:spPr>
        <p:txBody>
          <a:bodyPr/>
          <a:lstStyle/>
          <a:p>
            <a:endParaRPr lang="nl-NL"/>
          </a:p>
        </p:txBody>
      </p:sp>
      <p:sp>
        <p:nvSpPr>
          <p:cNvPr id="23" name="Shape 21"/>
          <p:cNvSpPr/>
          <p:nvPr/>
        </p:nvSpPr>
        <p:spPr>
          <a:xfrm>
            <a:off x="4782312" y="3593592"/>
            <a:ext cx="365760" cy="365760"/>
          </a:xfrm>
          <a:prstGeom prst="ellipse">
            <a:avLst/>
          </a:prstGeom>
          <a:solidFill>
            <a:srgbClr val="89CDF2"/>
          </a:solidFill>
          <a:ln/>
        </p:spPr>
        <p:txBody>
          <a:bodyPr/>
          <a:lstStyle/>
          <a:p>
            <a:endParaRPr lang="nl-NL"/>
          </a:p>
        </p:txBody>
      </p:sp>
      <p:sp>
        <p:nvSpPr>
          <p:cNvPr id="24" name="Text 22"/>
          <p:cNvSpPr/>
          <p:nvPr/>
        </p:nvSpPr>
        <p:spPr>
          <a:xfrm>
            <a:off x="4782312" y="3575304"/>
            <a:ext cx="365760" cy="365760"/>
          </a:xfrm>
          <a:prstGeom prst="rect">
            <a:avLst/>
          </a:prstGeom>
          <a:noFill/>
          <a:ln/>
        </p:spPr>
        <p:txBody>
          <a:bodyPr wrap="square" rtlCol="0" anchor="ctr"/>
          <a:lstStyle/>
          <a:p>
            <a:pPr marL="0" indent="0" algn="ctr">
              <a:buNone/>
            </a:pPr>
            <a:r>
              <a:rPr lang="en-US" sz="1600" b="1">
                <a:solidFill>
                  <a:srgbClr val="FFFFFF"/>
                </a:solidFill>
                <a:latin typeface="Helvetica" pitchFamily="34" charset="0"/>
                <a:ea typeface="Helvetica" pitchFamily="34" charset="-122"/>
                <a:cs typeface="Helvetica" pitchFamily="34" charset="-120"/>
              </a:rPr>
              <a:t>?</a:t>
            </a:r>
            <a:endParaRPr lang="en-US" sz="1600"/>
          </a:p>
        </p:txBody>
      </p:sp>
      <p:sp>
        <p:nvSpPr>
          <p:cNvPr id="25" name="Text 23"/>
          <p:cNvSpPr/>
          <p:nvPr/>
        </p:nvSpPr>
        <p:spPr>
          <a:xfrm>
            <a:off x="5120640" y="3840150"/>
            <a:ext cx="2971800" cy="804672"/>
          </a:xfrm>
          <a:prstGeom prst="rect">
            <a:avLst/>
          </a:prstGeom>
          <a:noFill/>
          <a:ln/>
        </p:spPr>
        <p:txBody>
          <a:bodyPr wrap="square" rtlCol="0" anchor="t"/>
          <a:lstStyle/>
          <a:p>
            <a:pPr marL="0" indent="0">
              <a:lnSpc>
                <a:spcPts val="1550"/>
              </a:lnSpc>
              <a:buNone/>
            </a:pPr>
            <a:r>
              <a:rPr lang="en-US" sz="1300" b="1">
                <a:solidFill>
                  <a:srgbClr val="FFFFFF"/>
                </a:solidFill>
                <a:latin typeface="Arial" pitchFamily="34" charset="0"/>
                <a:ea typeface="Arial" pitchFamily="34" charset="-122"/>
                <a:cs typeface="Arial" pitchFamily="34" charset="-120"/>
              </a:rPr>
              <a:t>Kunnen wij voldoen aan een inzage- of verwijderverzoek?</a:t>
            </a:r>
            <a:endParaRPr lang="en-US" sz="1300"/>
          </a:p>
        </p:txBody>
      </p:sp>
      <p:sp>
        <p:nvSpPr>
          <p:cNvPr id="26" name="Shape 24"/>
          <p:cNvSpPr/>
          <p:nvPr/>
        </p:nvSpPr>
        <p:spPr>
          <a:xfrm>
            <a:off x="8275320" y="3246120"/>
            <a:ext cx="3410712" cy="1463040"/>
          </a:xfrm>
          <a:prstGeom prst="roundRect">
            <a:avLst>
              <a:gd name="adj" fmla="val 7500"/>
            </a:avLst>
          </a:prstGeom>
          <a:solidFill>
            <a:srgbClr val="E76734"/>
          </a:solidFill>
          <a:ln/>
          <a:effectLst>
            <a:outerShdw blurRad="101600" dist="38100" dir="5400000" algn="bl" rotWithShape="0">
              <a:srgbClr val="000000">
                <a:alpha val="18000"/>
              </a:srgbClr>
            </a:outerShdw>
          </a:effectLst>
        </p:spPr>
        <p:txBody>
          <a:bodyPr/>
          <a:lstStyle/>
          <a:p>
            <a:endParaRPr lang="nl-NL"/>
          </a:p>
        </p:txBody>
      </p:sp>
      <p:sp>
        <p:nvSpPr>
          <p:cNvPr id="27" name="Shape 25"/>
          <p:cNvSpPr/>
          <p:nvPr/>
        </p:nvSpPr>
        <p:spPr>
          <a:xfrm>
            <a:off x="8439912" y="3410712"/>
            <a:ext cx="365760" cy="365760"/>
          </a:xfrm>
          <a:prstGeom prst="ellipse">
            <a:avLst/>
          </a:prstGeom>
          <a:solidFill>
            <a:srgbClr val="003362"/>
          </a:solidFill>
          <a:ln/>
        </p:spPr>
        <p:txBody>
          <a:bodyPr/>
          <a:lstStyle/>
          <a:p>
            <a:endParaRPr lang="nl-NL"/>
          </a:p>
        </p:txBody>
      </p:sp>
      <p:sp>
        <p:nvSpPr>
          <p:cNvPr id="28" name="Text 26"/>
          <p:cNvSpPr/>
          <p:nvPr/>
        </p:nvSpPr>
        <p:spPr>
          <a:xfrm>
            <a:off x="8439912" y="3392424"/>
            <a:ext cx="365760" cy="365760"/>
          </a:xfrm>
          <a:prstGeom prst="rect">
            <a:avLst/>
          </a:prstGeom>
          <a:noFill/>
          <a:ln/>
        </p:spPr>
        <p:txBody>
          <a:bodyPr wrap="square" rtlCol="0" anchor="ctr"/>
          <a:lstStyle/>
          <a:p>
            <a:pPr marL="0" indent="0" algn="ctr">
              <a:buNone/>
            </a:pPr>
            <a:r>
              <a:rPr lang="en-US" sz="1600" b="1">
                <a:solidFill>
                  <a:srgbClr val="FFFFFF"/>
                </a:solidFill>
                <a:latin typeface="Helvetica" pitchFamily="34" charset="0"/>
                <a:ea typeface="Helvetica" pitchFamily="34" charset="-122"/>
                <a:cs typeface="Helvetica" pitchFamily="34" charset="-120"/>
              </a:rPr>
              <a:t>?</a:t>
            </a:r>
            <a:endParaRPr lang="en-US" sz="1600"/>
          </a:p>
        </p:txBody>
      </p:sp>
      <p:sp>
        <p:nvSpPr>
          <p:cNvPr id="29" name="Text 27"/>
          <p:cNvSpPr/>
          <p:nvPr/>
        </p:nvSpPr>
        <p:spPr>
          <a:xfrm>
            <a:off x="8531352" y="3813048"/>
            <a:ext cx="2953512" cy="804672"/>
          </a:xfrm>
          <a:prstGeom prst="rect">
            <a:avLst/>
          </a:prstGeom>
          <a:noFill/>
          <a:ln/>
        </p:spPr>
        <p:txBody>
          <a:bodyPr wrap="square" rtlCol="0" anchor="t"/>
          <a:lstStyle/>
          <a:p>
            <a:pPr marL="0" indent="0">
              <a:lnSpc>
                <a:spcPts val="1550"/>
              </a:lnSpc>
              <a:buNone/>
            </a:pPr>
            <a:r>
              <a:rPr lang="en-US" sz="1300" b="1">
                <a:solidFill>
                  <a:srgbClr val="FFFFFF"/>
                </a:solidFill>
                <a:latin typeface="Arial" pitchFamily="34" charset="0"/>
                <a:ea typeface="Arial" pitchFamily="34" charset="-122"/>
                <a:cs typeface="Arial" pitchFamily="34" charset="-120"/>
              </a:rPr>
              <a:t>Wat gebeurt er bij een datalek?</a:t>
            </a:r>
            <a:endParaRPr lang="en-US" sz="1300"/>
          </a:p>
        </p:txBody>
      </p:sp>
      <p:sp>
        <p:nvSpPr>
          <p:cNvPr id="30" name="Shape 28"/>
          <p:cNvSpPr/>
          <p:nvPr/>
        </p:nvSpPr>
        <p:spPr>
          <a:xfrm>
            <a:off x="502920" y="5074920"/>
            <a:ext cx="11183112" cy="566928"/>
          </a:xfrm>
          <a:prstGeom prst="roundRect">
            <a:avLst>
              <a:gd name="adj" fmla="val 9677"/>
            </a:avLst>
          </a:prstGeom>
          <a:solidFill>
            <a:srgbClr val="F5F8FA"/>
          </a:solidFill>
          <a:ln/>
        </p:spPr>
        <p:txBody>
          <a:bodyPr/>
          <a:lstStyle/>
          <a:p>
            <a:endParaRPr lang="nl-NL"/>
          </a:p>
        </p:txBody>
      </p:sp>
      <p:sp>
        <p:nvSpPr>
          <p:cNvPr id="31" name="Text 29"/>
          <p:cNvSpPr/>
          <p:nvPr/>
        </p:nvSpPr>
        <p:spPr>
          <a:xfrm>
            <a:off x="731520" y="5074920"/>
            <a:ext cx="10789920" cy="566928"/>
          </a:xfrm>
          <a:prstGeom prst="rect">
            <a:avLst/>
          </a:prstGeom>
          <a:noFill/>
          <a:ln/>
        </p:spPr>
        <p:txBody>
          <a:bodyPr wrap="square" rtlCol="0" anchor="ctr"/>
          <a:lstStyle/>
          <a:p>
            <a:pPr marL="0" indent="0">
              <a:buNone/>
            </a:pPr>
            <a:r>
              <a:rPr lang="en-US" sz="1150" i="1">
                <a:solidFill>
                  <a:srgbClr val="6B7680"/>
                </a:solidFill>
                <a:latin typeface="Arial" pitchFamily="34" charset="0"/>
                <a:ea typeface="Arial" pitchFamily="34" charset="-122"/>
                <a:cs typeface="Arial" pitchFamily="34" charset="-120"/>
              </a:rPr>
              <a:t>Doel van vandaag: laten zien dat we hier een aanpak voor hebben — niet om alle antwoorden nu al te geven.</a:t>
            </a:r>
            <a:endParaRPr lang="en-US" sz="1150"/>
          </a:p>
        </p:txBody>
      </p:sp>
      <p:sp>
        <p:nvSpPr>
          <p:cNvPr id="32" name="Shape 30"/>
          <p:cNvSpPr/>
          <p:nvPr/>
        </p:nvSpPr>
        <p:spPr>
          <a:xfrm>
            <a:off x="0" y="6748272"/>
            <a:ext cx="12188952" cy="109728"/>
          </a:xfrm>
          <a:prstGeom prst="rect">
            <a:avLst/>
          </a:prstGeom>
          <a:solidFill>
            <a:srgbClr val="003362"/>
          </a:solidFill>
          <a:ln/>
        </p:spPr>
        <p:txBody>
          <a:bodyPr/>
          <a:lstStyle/>
          <a:p>
            <a:endParaRPr lang="nl-NL"/>
          </a:p>
        </p:txBody>
      </p:sp>
      <p:sp>
        <p:nvSpPr>
          <p:cNvPr id="38" name="Text 36"/>
          <p:cNvSpPr/>
          <p:nvPr/>
        </p:nvSpPr>
        <p:spPr>
          <a:xfrm>
            <a:off x="457200" y="6355080"/>
            <a:ext cx="5486400" cy="320040"/>
          </a:xfrm>
          <a:prstGeom prst="rect">
            <a:avLst/>
          </a:prstGeom>
          <a:noFill/>
          <a:ln/>
        </p:spPr>
        <p:txBody>
          <a:bodyPr wrap="square" rtlCol="0" anchor="ctr"/>
          <a:lstStyle/>
          <a:p>
            <a:pPr marL="0" indent="0">
              <a:buNone/>
            </a:pPr>
            <a:r>
              <a:rPr lang="en-US" sz="950" i="1">
                <a:solidFill>
                  <a:srgbClr val="6B7680"/>
                </a:solidFill>
                <a:latin typeface="Arial" pitchFamily="34" charset="0"/>
                <a:ea typeface="Arial" pitchFamily="34" charset="-122"/>
                <a:cs typeface="Arial" pitchFamily="34" charset="-120"/>
              </a:rPr>
              <a:t>Privacy &amp; AVG</a:t>
            </a:r>
            <a:endParaRPr lang="en-US" sz="95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274320"/>
            <a:ext cx="960120" cy="960120"/>
          </a:xfrm>
          <a:prstGeom prst="diamond">
            <a:avLst/>
          </a:prstGeom>
          <a:ln w="63500">
            <a:solidFill>
              <a:srgbClr val="89CDF2"/>
            </a:solidFill>
            <a:prstDash val="solid"/>
          </a:ln>
        </p:spPr>
      </p:sp>
      <p:sp>
        <p:nvSpPr>
          <p:cNvPr id="3" name="Text 1"/>
          <p:cNvSpPr/>
          <p:nvPr/>
        </p:nvSpPr>
        <p:spPr>
          <a:xfrm>
            <a:off x="502920" y="292608"/>
            <a:ext cx="9144000" cy="292608"/>
          </a:xfrm>
          <a:prstGeom prst="rect">
            <a:avLst/>
          </a:prstGeom>
          <a:noFill/>
          <a:ln/>
        </p:spPr>
        <p:txBody>
          <a:bodyPr wrap="square" rtlCol="0" anchor="ctr"/>
          <a:lstStyle/>
          <a:p>
            <a:pPr marL="0" indent="0">
              <a:buNone/>
            </a:pPr>
            <a:r>
              <a:rPr lang="en-US" sz="1100" b="1" kern="0" spc="150" dirty="0">
                <a:solidFill>
                  <a:srgbClr val="E76734"/>
                </a:solidFill>
                <a:latin typeface="Arial" pitchFamily="34" charset="0"/>
                <a:ea typeface="Arial" pitchFamily="34" charset="-122"/>
                <a:cs typeface="Arial" pitchFamily="34" charset="-120"/>
              </a:rPr>
              <a:t>WERKWIJZE</a:t>
            </a:r>
            <a:endParaRPr lang="en-US" sz="1100" dirty="0"/>
          </a:p>
        </p:txBody>
      </p:sp>
      <p:sp>
        <p:nvSpPr>
          <p:cNvPr id="4" name="Text 2"/>
          <p:cNvSpPr/>
          <p:nvPr/>
        </p:nvSpPr>
        <p:spPr>
          <a:xfrm>
            <a:off x="502920" y="566928"/>
            <a:ext cx="10515600" cy="640080"/>
          </a:xfrm>
          <a:prstGeom prst="rect">
            <a:avLst/>
          </a:prstGeom>
          <a:noFill/>
          <a:ln/>
        </p:spPr>
        <p:txBody>
          <a:bodyPr wrap="square" rtlCol="0" anchor="ctr"/>
          <a:lstStyle/>
          <a:p>
            <a:pPr marL="0" indent="0">
              <a:buNone/>
            </a:pPr>
            <a:r>
              <a:rPr lang="en-US" sz="2600" b="1" dirty="0">
                <a:solidFill>
                  <a:srgbClr val="003362"/>
                </a:solidFill>
                <a:latin typeface="Helvetica" pitchFamily="34" charset="0"/>
                <a:ea typeface="Helvetica" pitchFamily="34" charset="-122"/>
                <a:cs typeface="Helvetica" pitchFamily="34" charset="-120"/>
              </a:rPr>
              <a:t>Van Discovery naar doorontwikkeling</a:t>
            </a:r>
            <a:endParaRPr lang="en-US" sz="2600" dirty="0"/>
          </a:p>
        </p:txBody>
      </p:sp>
      <p:sp>
        <p:nvSpPr>
          <p:cNvPr id="5" name="Shape 3"/>
          <p:cNvSpPr/>
          <p:nvPr/>
        </p:nvSpPr>
        <p:spPr>
          <a:xfrm>
            <a:off x="0" y="6748272"/>
            <a:ext cx="12188952" cy="109728"/>
          </a:xfrm>
          <a:prstGeom prst="rect">
            <a:avLst/>
          </a:prstGeom>
          <a:solidFill>
            <a:srgbClr val="003362"/>
          </a:solidFill>
          <a:ln/>
        </p:spPr>
      </p:sp>
      <p:sp>
        <p:nvSpPr>
          <p:cNvPr id="6" name="Text 4"/>
          <p:cNvSpPr/>
          <p:nvPr/>
        </p:nvSpPr>
        <p:spPr>
          <a:xfrm>
            <a:off x="457200" y="6355080"/>
            <a:ext cx="5486400" cy="320040"/>
          </a:xfrm>
          <a:prstGeom prst="rect">
            <a:avLst/>
          </a:prstGeom>
          <a:noFill/>
          <a:ln/>
        </p:spPr>
        <p:txBody>
          <a:bodyPr wrap="square" rtlCol="0" anchor="ctr"/>
          <a:lstStyle/>
          <a:p>
            <a:pPr marL="0" indent="0">
              <a:buNone/>
            </a:pPr>
            <a:r>
              <a:rPr lang="en-US" sz="950" i="1" dirty="0">
                <a:solidFill>
                  <a:srgbClr val="6B7680"/>
                </a:solidFill>
                <a:latin typeface="Arial" pitchFamily="34" charset="0"/>
                <a:ea typeface="Arial" pitchFamily="34" charset="-122"/>
                <a:cs typeface="Arial" pitchFamily="34" charset="-120"/>
              </a:rPr>
              <a:t>Werkwijze</a:t>
            </a:r>
            <a:endParaRPr lang="en-US" sz="950" dirty="0"/>
          </a:p>
        </p:txBody>
      </p:sp>
      <p:sp>
        <p:nvSpPr>
          <p:cNvPr id="7" name="Shape 5"/>
          <p:cNvSpPr/>
          <p:nvPr/>
        </p:nvSpPr>
        <p:spPr>
          <a:xfrm>
            <a:off x="457200" y="3204972"/>
            <a:ext cx="128016" cy="128016"/>
          </a:xfrm>
          <a:prstGeom prst="ellipse">
            <a:avLst/>
          </a:prstGeom>
          <a:solidFill>
            <a:srgbClr val="6B7680"/>
          </a:solidFill>
          <a:ln/>
        </p:spPr>
      </p:sp>
      <p:sp>
        <p:nvSpPr>
          <p:cNvPr id="8" name="Text 6"/>
          <p:cNvSpPr/>
          <p:nvPr/>
        </p:nvSpPr>
        <p:spPr>
          <a:xfrm>
            <a:off x="-61713" y="2912627"/>
            <a:ext cx="1188720" cy="256032"/>
          </a:xfrm>
          <a:prstGeom prst="rect">
            <a:avLst/>
          </a:prstGeom>
          <a:noFill/>
          <a:ln/>
        </p:spPr>
        <p:txBody>
          <a:bodyPr wrap="square" lIns="91440" tIns="45720" rIns="91440" bIns="45720" rtlCol="0" anchor="ctr"/>
          <a:lstStyle/>
          <a:p>
            <a:pPr marL="0" indent="0" algn="ctr">
              <a:buNone/>
            </a:pPr>
            <a:r>
              <a:rPr lang="en-US" sz="1200" b="1" dirty="0">
                <a:solidFill>
                  <a:srgbClr val="6B7680"/>
                </a:solidFill>
                <a:latin typeface="Arial"/>
                <a:ea typeface="Arial" pitchFamily="34" charset="-122"/>
                <a:cs typeface="Arial"/>
              </a:rPr>
              <a:t>Discovery</a:t>
            </a:r>
            <a:endParaRPr lang="en-US" sz="1200" b="1">
              <a:latin typeface="Arial"/>
              <a:ea typeface="Calibri"/>
              <a:cs typeface="Arial"/>
            </a:endParaRPr>
          </a:p>
        </p:txBody>
      </p:sp>
      <p:sp>
        <p:nvSpPr>
          <p:cNvPr id="9" name="Shape 7"/>
          <p:cNvSpPr/>
          <p:nvPr/>
        </p:nvSpPr>
        <p:spPr>
          <a:xfrm>
            <a:off x="585216" y="3268980"/>
            <a:ext cx="443484" cy="0"/>
          </a:xfrm>
          <a:prstGeom prst="line">
            <a:avLst/>
          </a:prstGeom>
          <a:noFill/>
          <a:ln w="12700">
            <a:solidFill>
              <a:srgbClr val="6B7680"/>
            </a:solidFill>
            <a:prstDash val="sysDot"/>
          </a:ln>
        </p:spPr>
      </p:sp>
      <p:sp>
        <p:nvSpPr>
          <p:cNvPr id="10" name="Shape 8"/>
          <p:cNvSpPr/>
          <p:nvPr/>
        </p:nvSpPr>
        <p:spPr>
          <a:xfrm>
            <a:off x="8892540" y="1645920"/>
            <a:ext cx="2651760" cy="3995928"/>
          </a:xfrm>
          <a:prstGeom prst="roundRect">
            <a:avLst>
              <a:gd name="adj" fmla="val 2759"/>
            </a:avLst>
          </a:prstGeom>
          <a:solidFill>
            <a:srgbClr val="E8F4FC"/>
          </a:solidFill>
          <a:ln w="12700">
            <a:solidFill>
              <a:srgbClr val="89CDF2"/>
            </a:solidFill>
            <a:prstDash val="dash"/>
          </a:ln>
        </p:spPr>
      </p:sp>
      <p:sp>
        <p:nvSpPr>
          <p:cNvPr id="11" name="Text 9"/>
          <p:cNvSpPr/>
          <p:nvPr/>
        </p:nvSpPr>
        <p:spPr>
          <a:xfrm>
            <a:off x="8892540" y="1719072"/>
            <a:ext cx="2651760" cy="256032"/>
          </a:xfrm>
          <a:prstGeom prst="rect">
            <a:avLst/>
          </a:prstGeom>
          <a:noFill/>
          <a:ln/>
        </p:spPr>
        <p:txBody>
          <a:bodyPr wrap="square" rtlCol="0" anchor="ctr"/>
          <a:lstStyle/>
          <a:p>
            <a:pPr marL="0" indent="0" algn="ctr">
              <a:buNone/>
            </a:pPr>
            <a:r>
              <a:rPr lang="en-US" sz="1000" b="1" kern="0" spc="120" dirty="0">
                <a:solidFill>
                  <a:srgbClr val="003362"/>
                </a:solidFill>
                <a:latin typeface="Arial" pitchFamily="34" charset="0"/>
                <a:ea typeface="Arial" pitchFamily="34" charset="-122"/>
                <a:cs typeface="Arial" pitchFamily="34" charset="-120"/>
              </a:rPr>
              <a:t>DOORONTWIKKELING</a:t>
            </a:r>
            <a:endParaRPr lang="en-US" sz="1000" dirty="0"/>
          </a:p>
        </p:txBody>
      </p:sp>
      <p:sp>
        <p:nvSpPr>
          <p:cNvPr id="12" name="Shape 10"/>
          <p:cNvSpPr/>
          <p:nvPr/>
        </p:nvSpPr>
        <p:spPr>
          <a:xfrm>
            <a:off x="8645652" y="1965960"/>
            <a:ext cx="0" cy="3584448"/>
          </a:xfrm>
          <a:prstGeom prst="line">
            <a:avLst/>
          </a:prstGeom>
          <a:noFill/>
          <a:ln w="19050">
            <a:solidFill>
              <a:srgbClr val="003362"/>
            </a:solidFill>
            <a:prstDash val="dash"/>
          </a:ln>
        </p:spPr>
      </p:sp>
      <p:sp>
        <p:nvSpPr>
          <p:cNvPr id="13" name="Shape 11"/>
          <p:cNvSpPr/>
          <p:nvPr/>
        </p:nvSpPr>
        <p:spPr>
          <a:xfrm>
            <a:off x="8325612" y="1682496"/>
            <a:ext cx="640080" cy="310896"/>
          </a:xfrm>
          <a:prstGeom prst="roundRect">
            <a:avLst>
              <a:gd name="adj" fmla="val 50000"/>
            </a:avLst>
          </a:prstGeom>
          <a:solidFill>
            <a:srgbClr val="003362"/>
          </a:solidFill>
          <a:ln/>
        </p:spPr>
      </p:sp>
      <p:sp>
        <p:nvSpPr>
          <p:cNvPr id="14" name="Text 12"/>
          <p:cNvSpPr/>
          <p:nvPr/>
        </p:nvSpPr>
        <p:spPr>
          <a:xfrm>
            <a:off x="8325612" y="1682496"/>
            <a:ext cx="640080" cy="310896"/>
          </a:xfrm>
          <a:prstGeom prst="rect">
            <a:avLst/>
          </a:prstGeom>
          <a:noFill/>
          <a:ln/>
        </p:spPr>
        <p:txBody>
          <a:bodyPr wrap="square" rtlCol="0" anchor="ctr"/>
          <a:lstStyle/>
          <a:p>
            <a:pPr marL="0" indent="0" algn="ctr">
              <a:buNone/>
            </a:pPr>
            <a:r>
              <a:rPr lang="en-US" sz="1150" b="1" dirty="0">
                <a:solidFill>
                  <a:srgbClr val="FFFFFF"/>
                </a:solidFill>
                <a:latin typeface="Arial" pitchFamily="34" charset="0"/>
                <a:ea typeface="Arial" pitchFamily="34" charset="-122"/>
                <a:cs typeface="Arial" pitchFamily="34" charset="-120"/>
              </a:rPr>
              <a:t>MVP</a:t>
            </a:r>
            <a:endParaRPr lang="en-US" sz="1150" dirty="0"/>
          </a:p>
        </p:txBody>
      </p:sp>
      <p:sp>
        <p:nvSpPr>
          <p:cNvPr id="15" name="Shape 13"/>
          <p:cNvSpPr/>
          <p:nvPr/>
        </p:nvSpPr>
        <p:spPr>
          <a:xfrm>
            <a:off x="1028700" y="2788920"/>
            <a:ext cx="1691640" cy="960120"/>
          </a:xfrm>
          <a:prstGeom prst="roundRect">
            <a:avLst>
              <a:gd name="adj" fmla="val 11429"/>
            </a:avLst>
          </a:prstGeom>
          <a:solidFill>
            <a:srgbClr val="003362"/>
          </a:solidFill>
          <a:ln/>
          <a:effectLst>
            <a:outerShdw blurRad="63500" dist="25400" dir="5400000" algn="bl" rotWithShape="0">
              <a:srgbClr val="000000">
                <a:alpha val="15000"/>
              </a:srgbClr>
            </a:outerShdw>
          </a:effectLst>
        </p:spPr>
      </p:sp>
      <p:sp>
        <p:nvSpPr>
          <p:cNvPr id="16" name="Shape 14"/>
          <p:cNvSpPr/>
          <p:nvPr/>
        </p:nvSpPr>
        <p:spPr>
          <a:xfrm>
            <a:off x="1673352" y="2916936"/>
            <a:ext cx="402336" cy="402336"/>
          </a:xfrm>
          <a:prstGeom prst="ellipse">
            <a:avLst/>
          </a:prstGeom>
          <a:ln w="31750">
            <a:solidFill>
              <a:srgbClr val="FFFFFF"/>
            </a:solidFill>
            <a:prstDash val="solid"/>
          </a:ln>
        </p:spPr>
      </p:sp>
      <p:sp>
        <p:nvSpPr>
          <p:cNvPr id="17" name="Shape 15"/>
          <p:cNvSpPr/>
          <p:nvPr/>
        </p:nvSpPr>
        <p:spPr>
          <a:xfrm rot="2400000">
            <a:off x="1947672" y="2898648"/>
            <a:ext cx="118872" cy="41148"/>
          </a:xfrm>
          <a:prstGeom prst="rect">
            <a:avLst/>
          </a:prstGeom>
          <a:solidFill>
            <a:srgbClr val="FFFFFF"/>
          </a:solidFill>
          <a:ln/>
        </p:spPr>
      </p:sp>
      <p:sp>
        <p:nvSpPr>
          <p:cNvPr id="18" name="Text 16"/>
          <p:cNvSpPr/>
          <p:nvPr/>
        </p:nvSpPr>
        <p:spPr>
          <a:xfrm>
            <a:off x="1028700" y="3355848"/>
            <a:ext cx="1691640" cy="32004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Sprint 1</a:t>
            </a:r>
            <a:endParaRPr lang="en-US" sz="1300" dirty="0"/>
          </a:p>
        </p:txBody>
      </p:sp>
      <p:sp>
        <p:nvSpPr>
          <p:cNvPr id="19" name="Shape 17"/>
          <p:cNvSpPr/>
          <p:nvPr/>
        </p:nvSpPr>
        <p:spPr>
          <a:xfrm>
            <a:off x="1874520" y="3749040"/>
            <a:ext cx="0" cy="292608"/>
          </a:xfrm>
          <a:prstGeom prst="line">
            <a:avLst/>
          </a:prstGeom>
          <a:noFill/>
          <a:ln w="19050">
            <a:solidFill>
              <a:srgbClr val="C7D2D6"/>
            </a:solidFill>
            <a:prstDash val="solid"/>
          </a:ln>
        </p:spPr>
      </p:sp>
      <p:sp>
        <p:nvSpPr>
          <p:cNvPr id="20" name="Shape 18"/>
          <p:cNvSpPr/>
          <p:nvPr/>
        </p:nvSpPr>
        <p:spPr>
          <a:xfrm>
            <a:off x="937260" y="4041648"/>
            <a:ext cx="1874520" cy="384048"/>
          </a:xfrm>
          <a:prstGeom prst="roundRect">
            <a:avLst>
              <a:gd name="adj" fmla="val 50000"/>
            </a:avLst>
          </a:prstGeom>
          <a:solidFill>
            <a:srgbClr val="F5F8FA"/>
          </a:solidFill>
          <a:ln w="15875">
            <a:solidFill>
              <a:srgbClr val="E76734"/>
            </a:solidFill>
            <a:prstDash val="solid"/>
          </a:ln>
        </p:spPr>
      </p:sp>
      <p:sp>
        <p:nvSpPr>
          <p:cNvPr id="21" name="Shape 19"/>
          <p:cNvSpPr/>
          <p:nvPr/>
        </p:nvSpPr>
        <p:spPr>
          <a:xfrm>
            <a:off x="992124" y="4096512"/>
            <a:ext cx="274320" cy="274320"/>
          </a:xfrm>
          <a:prstGeom prst="ellipse">
            <a:avLst/>
          </a:prstGeom>
          <a:solidFill>
            <a:srgbClr val="E76734"/>
          </a:solidFill>
          <a:ln/>
        </p:spPr>
      </p:sp>
      <p:sp>
        <p:nvSpPr>
          <p:cNvPr id="22" name="Text 20"/>
          <p:cNvSpPr/>
          <p:nvPr/>
        </p:nvSpPr>
        <p:spPr>
          <a:xfrm>
            <a:off x="992124" y="4078224"/>
            <a:ext cx="274320" cy="27432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23" name="Text 21"/>
          <p:cNvSpPr/>
          <p:nvPr/>
        </p:nvSpPr>
        <p:spPr>
          <a:xfrm>
            <a:off x="1303020" y="4041648"/>
            <a:ext cx="1417320" cy="384048"/>
          </a:xfrm>
          <a:prstGeom prst="rect">
            <a:avLst/>
          </a:prstGeom>
          <a:noFill/>
          <a:ln/>
        </p:spPr>
        <p:txBody>
          <a:bodyPr wrap="square" rtlCol="0" anchor="ctr"/>
          <a:lstStyle/>
          <a:p>
            <a:pPr marL="0" indent="0" algn="l">
              <a:buNone/>
            </a:pPr>
            <a:r>
              <a:rPr lang="en-US" sz="900" b="1" dirty="0">
                <a:solidFill>
                  <a:srgbClr val="003362"/>
                </a:solidFill>
                <a:latin typeface="Arial" pitchFamily="34" charset="0"/>
                <a:ea typeface="Arial" pitchFamily="34" charset="-122"/>
                <a:cs typeface="Arial" pitchFamily="34" charset="-120"/>
              </a:rPr>
              <a:t>Functionaliteit opgeleverd</a:t>
            </a:r>
            <a:endParaRPr lang="en-US" sz="900" dirty="0"/>
          </a:p>
        </p:txBody>
      </p:sp>
      <p:sp>
        <p:nvSpPr>
          <p:cNvPr id="24" name="Shape 22"/>
          <p:cNvSpPr/>
          <p:nvPr/>
        </p:nvSpPr>
        <p:spPr>
          <a:xfrm flipV="1">
            <a:off x="1829269" y="1962386"/>
            <a:ext cx="3103880" cy="795302"/>
          </a:xfrm>
          <a:prstGeom prst="curvedUpArrow">
            <a:avLst/>
          </a:prstGeom>
          <a:solidFill>
            <a:srgbClr val="E76734"/>
          </a:solidFill>
          <a:ln/>
        </p:spPr>
      </p:sp>
      <p:sp>
        <p:nvSpPr>
          <p:cNvPr id="25" name="Text 23"/>
          <p:cNvSpPr/>
          <p:nvPr/>
        </p:nvSpPr>
        <p:spPr>
          <a:xfrm>
            <a:off x="2446020" y="1993392"/>
            <a:ext cx="1691640" cy="237744"/>
          </a:xfrm>
          <a:prstGeom prst="rect">
            <a:avLst/>
          </a:prstGeom>
          <a:noFill/>
          <a:ln/>
        </p:spPr>
        <p:txBody>
          <a:bodyPr wrap="square" lIns="91440" tIns="45720" rIns="91440" bIns="45720" rtlCol="0" anchor="ctr"/>
          <a:lstStyle/>
          <a:p>
            <a:pPr marL="0" indent="0" algn="ctr">
              <a:buNone/>
            </a:pPr>
            <a:r>
              <a:rPr lang="en-US" sz="1200" b="1" i="1" dirty="0">
                <a:solidFill>
                  <a:srgbClr val="E76734"/>
                </a:solidFill>
                <a:latin typeface="Arial"/>
                <a:ea typeface="Calibri"/>
                <a:cs typeface="Arial"/>
              </a:rPr>
              <a:t>Refinement</a:t>
            </a:r>
            <a:endParaRPr lang="en-US" sz="1200" dirty="0">
              <a:latin typeface="Arial"/>
              <a:ea typeface="Calibri"/>
              <a:cs typeface="Calibri"/>
            </a:endParaRPr>
          </a:p>
        </p:txBody>
      </p:sp>
      <p:sp>
        <p:nvSpPr>
          <p:cNvPr id="26" name="Shape 24"/>
          <p:cNvSpPr/>
          <p:nvPr/>
        </p:nvSpPr>
        <p:spPr>
          <a:xfrm>
            <a:off x="3863340" y="2788920"/>
            <a:ext cx="1691640" cy="960120"/>
          </a:xfrm>
          <a:prstGeom prst="roundRect">
            <a:avLst>
              <a:gd name="adj" fmla="val 11429"/>
            </a:avLst>
          </a:prstGeom>
          <a:solidFill>
            <a:srgbClr val="003362"/>
          </a:solidFill>
          <a:ln/>
          <a:effectLst>
            <a:outerShdw blurRad="63500" dist="25400" dir="5400000" algn="bl" rotWithShape="0">
              <a:srgbClr val="000000">
                <a:alpha val="15000"/>
              </a:srgbClr>
            </a:outerShdw>
          </a:effectLst>
        </p:spPr>
      </p:sp>
      <p:sp>
        <p:nvSpPr>
          <p:cNvPr id="27" name="Shape 25"/>
          <p:cNvSpPr/>
          <p:nvPr/>
        </p:nvSpPr>
        <p:spPr>
          <a:xfrm>
            <a:off x="4507992" y="2916936"/>
            <a:ext cx="402336" cy="402336"/>
          </a:xfrm>
          <a:prstGeom prst="ellipse">
            <a:avLst/>
          </a:prstGeom>
          <a:ln w="31750">
            <a:solidFill>
              <a:srgbClr val="FFFFFF"/>
            </a:solidFill>
            <a:prstDash val="solid"/>
          </a:ln>
        </p:spPr>
      </p:sp>
      <p:sp>
        <p:nvSpPr>
          <p:cNvPr id="28" name="Shape 26"/>
          <p:cNvSpPr/>
          <p:nvPr/>
        </p:nvSpPr>
        <p:spPr>
          <a:xfrm rot="2400000">
            <a:off x="4782312" y="2898648"/>
            <a:ext cx="118872" cy="41148"/>
          </a:xfrm>
          <a:prstGeom prst="rect">
            <a:avLst/>
          </a:prstGeom>
          <a:solidFill>
            <a:srgbClr val="FFFFFF"/>
          </a:solidFill>
          <a:ln/>
        </p:spPr>
      </p:sp>
      <p:sp>
        <p:nvSpPr>
          <p:cNvPr id="29" name="Text 27"/>
          <p:cNvSpPr/>
          <p:nvPr/>
        </p:nvSpPr>
        <p:spPr>
          <a:xfrm>
            <a:off x="3863340" y="3355848"/>
            <a:ext cx="1691640" cy="32004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Sprint 2</a:t>
            </a:r>
            <a:endParaRPr lang="en-US" sz="1300" dirty="0"/>
          </a:p>
        </p:txBody>
      </p:sp>
      <p:sp>
        <p:nvSpPr>
          <p:cNvPr id="30" name="Shape 28"/>
          <p:cNvSpPr/>
          <p:nvPr/>
        </p:nvSpPr>
        <p:spPr>
          <a:xfrm>
            <a:off x="4709160" y="3749040"/>
            <a:ext cx="0" cy="292608"/>
          </a:xfrm>
          <a:prstGeom prst="line">
            <a:avLst/>
          </a:prstGeom>
          <a:noFill/>
          <a:ln w="19050">
            <a:solidFill>
              <a:srgbClr val="C7D2D6"/>
            </a:solidFill>
            <a:prstDash val="solid"/>
          </a:ln>
        </p:spPr>
      </p:sp>
      <p:sp>
        <p:nvSpPr>
          <p:cNvPr id="31" name="Shape 29"/>
          <p:cNvSpPr/>
          <p:nvPr/>
        </p:nvSpPr>
        <p:spPr>
          <a:xfrm>
            <a:off x="3771900" y="4041648"/>
            <a:ext cx="1874520" cy="384048"/>
          </a:xfrm>
          <a:prstGeom prst="roundRect">
            <a:avLst>
              <a:gd name="adj" fmla="val 50000"/>
            </a:avLst>
          </a:prstGeom>
          <a:solidFill>
            <a:srgbClr val="F5F8FA"/>
          </a:solidFill>
          <a:ln w="15875">
            <a:solidFill>
              <a:srgbClr val="E76734"/>
            </a:solidFill>
            <a:prstDash val="solid"/>
          </a:ln>
        </p:spPr>
      </p:sp>
      <p:sp>
        <p:nvSpPr>
          <p:cNvPr id="32" name="Shape 30"/>
          <p:cNvSpPr/>
          <p:nvPr/>
        </p:nvSpPr>
        <p:spPr>
          <a:xfrm>
            <a:off x="3826764" y="4096512"/>
            <a:ext cx="274320" cy="274320"/>
          </a:xfrm>
          <a:prstGeom prst="ellipse">
            <a:avLst/>
          </a:prstGeom>
          <a:solidFill>
            <a:srgbClr val="E76734"/>
          </a:solidFill>
          <a:ln/>
        </p:spPr>
      </p:sp>
      <p:sp>
        <p:nvSpPr>
          <p:cNvPr id="33" name="Text 31"/>
          <p:cNvSpPr/>
          <p:nvPr/>
        </p:nvSpPr>
        <p:spPr>
          <a:xfrm>
            <a:off x="3826764" y="4078224"/>
            <a:ext cx="274320" cy="27432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34" name="Text 32"/>
          <p:cNvSpPr/>
          <p:nvPr/>
        </p:nvSpPr>
        <p:spPr>
          <a:xfrm>
            <a:off x="4137660" y="4041648"/>
            <a:ext cx="1417320" cy="384048"/>
          </a:xfrm>
          <a:prstGeom prst="rect">
            <a:avLst/>
          </a:prstGeom>
          <a:noFill/>
          <a:ln/>
        </p:spPr>
        <p:txBody>
          <a:bodyPr wrap="square" rtlCol="0" anchor="ctr"/>
          <a:lstStyle/>
          <a:p>
            <a:pPr marL="0" indent="0" algn="l">
              <a:buNone/>
            </a:pPr>
            <a:r>
              <a:rPr lang="en-US" sz="900" b="1" dirty="0">
                <a:solidFill>
                  <a:srgbClr val="003362"/>
                </a:solidFill>
                <a:latin typeface="Arial" pitchFamily="34" charset="0"/>
                <a:ea typeface="Arial" pitchFamily="34" charset="-122"/>
                <a:cs typeface="Arial" pitchFamily="34" charset="-120"/>
              </a:rPr>
              <a:t>Functionaliteit opgeleverd</a:t>
            </a:r>
            <a:endParaRPr lang="en-US" sz="900" dirty="0"/>
          </a:p>
        </p:txBody>
      </p:sp>
      <p:sp>
        <p:nvSpPr>
          <p:cNvPr id="35" name="Shape 33"/>
          <p:cNvSpPr/>
          <p:nvPr/>
        </p:nvSpPr>
        <p:spPr>
          <a:xfrm>
            <a:off x="4709160" y="4425696"/>
            <a:ext cx="0" cy="256032"/>
          </a:xfrm>
          <a:prstGeom prst="line">
            <a:avLst/>
          </a:prstGeom>
          <a:noFill/>
          <a:ln w="12700">
            <a:solidFill>
              <a:srgbClr val="6B7680"/>
            </a:solidFill>
            <a:prstDash val="dash"/>
          </a:ln>
        </p:spPr>
      </p:sp>
      <p:sp>
        <p:nvSpPr>
          <p:cNvPr id="36" name="Shape 34"/>
          <p:cNvSpPr/>
          <p:nvPr/>
        </p:nvSpPr>
        <p:spPr>
          <a:xfrm>
            <a:off x="4535424" y="4507992"/>
            <a:ext cx="347472" cy="347472"/>
          </a:xfrm>
          <a:prstGeom prst="ellipse">
            <a:avLst/>
          </a:prstGeom>
          <a:solidFill>
            <a:srgbClr val="FFFFFF"/>
          </a:solidFill>
          <a:ln w="15875">
            <a:solidFill>
              <a:srgbClr val="E76734"/>
            </a:solidFill>
            <a:prstDash val="solid"/>
          </a:ln>
        </p:spPr>
      </p:sp>
      <p:sp>
        <p:nvSpPr>
          <p:cNvPr id="37" name="Shape 35"/>
          <p:cNvSpPr/>
          <p:nvPr/>
        </p:nvSpPr>
        <p:spPr>
          <a:xfrm>
            <a:off x="4599432" y="4572000"/>
            <a:ext cx="219456" cy="219456"/>
          </a:xfrm>
          <a:prstGeom prst="ellipse">
            <a:avLst/>
          </a:prstGeom>
          <a:solidFill>
            <a:srgbClr val="E76734"/>
          </a:solidFill>
          <a:ln w="15875">
            <a:solidFill>
              <a:srgbClr val="E76734"/>
            </a:solidFill>
            <a:prstDash val="solid"/>
          </a:ln>
        </p:spPr>
      </p:sp>
      <p:sp>
        <p:nvSpPr>
          <p:cNvPr id="38" name="Shape 36"/>
          <p:cNvSpPr/>
          <p:nvPr/>
        </p:nvSpPr>
        <p:spPr>
          <a:xfrm>
            <a:off x="4654296" y="4626864"/>
            <a:ext cx="109728" cy="109728"/>
          </a:xfrm>
          <a:prstGeom prst="ellipse">
            <a:avLst/>
          </a:prstGeom>
          <a:solidFill>
            <a:srgbClr val="FFFFFF"/>
          </a:solidFill>
          <a:ln w="15875">
            <a:solidFill>
              <a:srgbClr val="E76734"/>
            </a:solidFill>
            <a:prstDash val="solid"/>
          </a:ln>
        </p:spPr>
      </p:sp>
      <p:sp>
        <p:nvSpPr>
          <p:cNvPr id="39" name="Text 37"/>
          <p:cNvSpPr/>
          <p:nvPr/>
        </p:nvSpPr>
        <p:spPr>
          <a:xfrm>
            <a:off x="3794760" y="4901184"/>
            <a:ext cx="1828800" cy="502920"/>
          </a:xfrm>
          <a:prstGeom prst="rect">
            <a:avLst/>
          </a:prstGeom>
          <a:noFill/>
          <a:ln/>
        </p:spPr>
        <p:txBody>
          <a:bodyPr wrap="square" rtlCol="0" anchor="ctr"/>
          <a:lstStyle/>
          <a:p>
            <a:pPr marL="0" indent="0" algn="ctr">
              <a:lnSpc>
                <a:spcPts val="1200"/>
              </a:lnSpc>
              <a:buNone/>
            </a:pPr>
            <a:r>
              <a:rPr lang="en-US" sz="1050" b="1" i="1" dirty="0">
                <a:solidFill>
                  <a:srgbClr val="E76734"/>
                </a:solidFill>
                <a:latin typeface="Arial" pitchFamily="34" charset="0"/>
                <a:ea typeface="Arial" pitchFamily="34" charset="-122"/>
                <a:cs typeface="Arial" pitchFamily="34" charset="-120"/>
              </a:rPr>
              <a:t>Tussendoel</a:t>
            </a:r>
            <a:endParaRPr lang="en-US" sz="1050" dirty="0"/>
          </a:p>
          <a:p>
            <a:pPr marL="0" indent="0" algn="ctr">
              <a:lnSpc>
                <a:spcPts val="1200"/>
              </a:lnSpc>
              <a:buNone/>
            </a:pPr>
            <a:r>
              <a:rPr lang="en-US" sz="1050" b="1" i="1" dirty="0">
                <a:solidFill>
                  <a:srgbClr val="E76734"/>
                </a:solidFill>
                <a:latin typeface="Arial" pitchFamily="34" charset="0"/>
                <a:ea typeface="Arial" pitchFamily="34" charset="-122"/>
                <a:cs typeface="Arial" pitchFamily="34" charset="-120"/>
              </a:rPr>
              <a:t>behaald!</a:t>
            </a:r>
            <a:endParaRPr lang="en-US" sz="1050" dirty="0"/>
          </a:p>
        </p:txBody>
      </p:sp>
      <p:sp>
        <p:nvSpPr>
          <p:cNvPr id="42" name="Shape 40"/>
          <p:cNvSpPr/>
          <p:nvPr/>
        </p:nvSpPr>
        <p:spPr>
          <a:xfrm>
            <a:off x="6697980" y="2788920"/>
            <a:ext cx="1691640" cy="960120"/>
          </a:xfrm>
          <a:prstGeom prst="roundRect">
            <a:avLst>
              <a:gd name="adj" fmla="val 11429"/>
            </a:avLst>
          </a:prstGeom>
          <a:solidFill>
            <a:srgbClr val="003362"/>
          </a:solidFill>
          <a:ln/>
          <a:effectLst>
            <a:outerShdw blurRad="63500" dist="25400" dir="5400000" algn="bl" rotWithShape="0">
              <a:srgbClr val="000000">
                <a:alpha val="15000"/>
              </a:srgbClr>
            </a:outerShdw>
          </a:effectLst>
        </p:spPr>
      </p:sp>
      <p:sp>
        <p:nvSpPr>
          <p:cNvPr id="43" name="Shape 41"/>
          <p:cNvSpPr/>
          <p:nvPr/>
        </p:nvSpPr>
        <p:spPr>
          <a:xfrm>
            <a:off x="7342632" y="2916936"/>
            <a:ext cx="402336" cy="402336"/>
          </a:xfrm>
          <a:prstGeom prst="ellipse">
            <a:avLst/>
          </a:prstGeom>
          <a:ln w="31750">
            <a:solidFill>
              <a:srgbClr val="FFFFFF"/>
            </a:solidFill>
            <a:prstDash val="solid"/>
          </a:ln>
        </p:spPr>
      </p:sp>
      <p:sp>
        <p:nvSpPr>
          <p:cNvPr id="44" name="Shape 42"/>
          <p:cNvSpPr/>
          <p:nvPr/>
        </p:nvSpPr>
        <p:spPr>
          <a:xfrm rot="2400000">
            <a:off x="7616952" y="2898648"/>
            <a:ext cx="118872" cy="41148"/>
          </a:xfrm>
          <a:prstGeom prst="rect">
            <a:avLst/>
          </a:prstGeom>
          <a:solidFill>
            <a:srgbClr val="FFFFFF"/>
          </a:solidFill>
          <a:ln/>
        </p:spPr>
      </p:sp>
      <p:sp>
        <p:nvSpPr>
          <p:cNvPr id="45" name="Text 43"/>
          <p:cNvSpPr/>
          <p:nvPr/>
        </p:nvSpPr>
        <p:spPr>
          <a:xfrm>
            <a:off x="6697980" y="3355848"/>
            <a:ext cx="1691640" cy="32004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Sprint 3</a:t>
            </a:r>
            <a:endParaRPr lang="en-US" sz="1300" dirty="0"/>
          </a:p>
        </p:txBody>
      </p:sp>
      <p:sp>
        <p:nvSpPr>
          <p:cNvPr id="46" name="Shape 44"/>
          <p:cNvSpPr/>
          <p:nvPr/>
        </p:nvSpPr>
        <p:spPr>
          <a:xfrm>
            <a:off x="7543800" y="3749040"/>
            <a:ext cx="0" cy="292608"/>
          </a:xfrm>
          <a:prstGeom prst="line">
            <a:avLst/>
          </a:prstGeom>
          <a:noFill/>
          <a:ln w="19050">
            <a:solidFill>
              <a:srgbClr val="C7D2D6"/>
            </a:solidFill>
            <a:prstDash val="solid"/>
          </a:ln>
        </p:spPr>
      </p:sp>
      <p:sp>
        <p:nvSpPr>
          <p:cNvPr id="47" name="Shape 45"/>
          <p:cNvSpPr/>
          <p:nvPr/>
        </p:nvSpPr>
        <p:spPr>
          <a:xfrm>
            <a:off x="6606540" y="4041648"/>
            <a:ext cx="1874520" cy="384048"/>
          </a:xfrm>
          <a:prstGeom prst="roundRect">
            <a:avLst>
              <a:gd name="adj" fmla="val 50000"/>
            </a:avLst>
          </a:prstGeom>
          <a:solidFill>
            <a:srgbClr val="F5F8FA"/>
          </a:solidFill>
          <a:ln w="15875">
            <a:solidFill>
              <a:srgbClr val="E76734"/>
            </a:solidFill>
            <a:prstDash val="solid"/>
          </a:ln>
        </p:spPr>
      </p:sp>
      <p:sp>
        <p:nvSpPr>
          <p:cNvPr id="48" name="Shape 46"/>
          <p:cNvSpPr/>
          <p:nvPr/>
        </p:nvSpPr>
        <p:spPr>
          <a:xfrm>
            <a:off x="6661404" y="4096512"/>
            <a:ext cx="274320" cy="274320"/>
          </a:xfrm>
          <a:prstGeom prst="ellipse">
            <a:avLst/>
          </a:prstGeom>
          <a:solidFill>
            <a:srgbClr val="E76734"/>
          </a:solidFill>
          <a:ln/>
        </p:spPr>
      </p:sp>
      <p:sp>
        <p:nvSpPr>
          <p:cNvPr id="49" name="Text 47"/>
          <p:cNvSpPr/>
          <p:nvPr/>
        </p:nvSpPr>
        <p:spPr>
          <a:xfrm>
            <a:off x="6661404" y="4078224"/>
            <a:ext cx="274320" cy="27432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50" name="Text 48"/>
          <p:cNvSpPr/>
          <p:nvPr/>
        </p:nvSpPr>
        <p:spPr>
          <a:xfrm>
            <a:off x="6972300" y="4041648"/>
            <a:ext cx="1417320" cy="384048"/>
          </a:xfrm>
          <a:prstGeom prst="rect">
            <a:avLst/>
          </a:prstGeom>
          <a:noFill/>
          <a:ln/>
        </p:spPr>
        <p:txBody>
          <a:bodyPr wrap="square" rtlCol="0" anchor="ctr"/>
          <a:lstStyle/>
          <a:p>
            <a:pPr marL="0" indent="0" algn="l">
              <a:buNone/>
            </a:pPr>
            <a:r>
              <a:rPr lang="en-US" sz="900" b="1" dirty="0">
                <a:solidFill>
                  <a:srgbClr val="003362"/>
                </a:solidFill>
                <a:latin typeface="Arial" pitchFamily="34" charset="0"/>
                <a:ea typeface="Arial" pitchFamily="34" charset="-122"/>
                <a:cs typeface="Arial" pitchFamily="34" charset="-120"/>
              </a:rPr>
              <a:t>Functionaliteit opgeleverd</a:t>
            </a:r>
            <a:endParaRPr lang="en-US" sz="900" dirty="0"/>
          </a:p>
        </p:txBody>
      </p:sp>
      <p:sp>
        <p:nvSpPr>
          <p:cNvPr id="51" name="Shape 49"/>
          <p:cNvSpPr/>
          <p:nvPr/>
        </p:nvSpPr>
        <p:spPr>
          <a:xfrm>
            <a:off x="7543800" y="4425696"/>
            <a:ext cx="0" cy="256032"/>
          </a:xfrm>
          <a:prstGeom prst="line">
            <a:avLst/>
          </a:prstGeom>
          <a:noFill/>
          <a:ln w="12700">
            <a:solidFill>
              <a:srgbClr val="6B7680"/>
            </a:solidFill>
            <a:prstDash val="dash"/>
          </a:ln>
        </p:spPr>
      </p:sp>
      <p:sp>
        <p:nvSpPr>
          <p:cNvPr id="52" name="Shape 50"/>
          <p:cNvSpPr/>
          <p:nvPr/>
        </p:nvSpPr>
        <p:spPr>
          <a:xfrm>
            <a:off x="7306056" y="4443984"/>
            <a:ext cx="475488" cy="475488"/>
          </a:xfrm>
          <a:prstGeom prst="ellipse">
            <a:avLst/>
          </a:prstGeom>
          <a:solidFill>
            <a:srgbClr val="FFFFFF"/>
          </a:solidFill>
          <a:ln w="15875">
            <a:solidFill>
              <a:srgbClr val="E76734"/>
            </a:solidFill>
            <a:prstDash val="solid"/>
          </a:ln>
        </p:spPr>
      </p:sp>
      <p:sp>
        <p:nvSpPr>
          <p:cNvPr id="53" name="Shape 51"/>
          <p:cNvSpPr/>
          <p:nvPr/>
        </p:nvSpPr>
        <p:spPr>
          <a:xfrm>
            <a:off x="7388352" y="4526280"/>
            <a:ext cx="310896" cy="310896"/>
          </a:xfrm>
          <a:prstGeom prst="ellipse">
            <a:avLst/>
          </a:prstGeom>
          <a:solidFill>
            <a:srgbClr val="E76734"/>
          </a:solidFill>
          <a:ln w="15875">
            <a:solidFill>
              <a:srgbClr val="E76734"/>
            </a:solidFill>
            <a:prstDash val="solid"/>
          </a:ln>
        </p:spPr>
      </p:sp>
      <p:sp>
        <p:nvSpPr>
          <p:cNvPr id="54" name="Shape 52"/>
          <p:cNvSpPr/>
          <p:nvPr/>
        </p:nvSpPr>
        <p:spPr>
          <a:xfrm>
            <a:off x="7470648" y="4608576"/>
            <a:ext cx="146304" cy="146304"/>
          </a:xfrm>
          <a:prstGeom prst="ellipse">
            <a:avLst/>
          </a:prstGeom>
          <a:solidFill>
            <a:srgbClr val="FFFFFF"/>
          </a:solidFill>
          <a:ln w="15875">
            <a:solidFill>
              <a:srgbClr val="E76734"/>
            </a:solidFill>
            <a:prstDash val="solid"/>
          </a:ln>
        </p:spPr>
      </p:sp>
      <p:sp>
        <p:nvSpPr>
          <p:cNvPr id="55" name="Text 53"/>
          <p:cNvSpPr/>
          <p:nvPr/>
        </p:nvSpPr>
        <p:spPr>
          <a:xfrm>
            <a:off x="6629400" y="4974336"/>
            <a:ext cx="1828800" cy="502920"/>
          </a:xfrm>
          <a:prstGeom prst="rect">
            <a:avLst/>
          </a:prstGeom>
          <a:noFill/>
          <a:ln/>
        </p:spPr>
        <p:txBody>
          <a:bodyPr wrap="square" rtlCol="0" anchor="ctr"/>
          <a:lstStyle/>
          <a:p>
            <a:pPr marL="0" indent="0" algn="ctr">
              <a:lnSpc>
                <a:spcPts val="1500"/>
              </a:lnSpc>
              <a:buNone/>
            </a:pPr>
            <a:r>
              <a:rPr lang="en-US" sz="1300" b="1" i="1" dirty="0">
                <a:solidFill>
                  <a:srgbClr val="E76734"/>
                </a:solidFill>
                <a:latin typeface="Arial" pitchFamily="34" charset="0"/>
                <a:ea typeface="Arial" pitchFamily="34" charset="-122"/>
                <a:cs typeface="Arial" pitchFamily="34" charset="-120"/>
              </a:rPr>
              <a:t>Doel</a:t>
            </a:r>
            <a:endParaRPr lang="en-US" sz="1300" dirty="0"/>
          </a:p>
          <a:p>
            <a:pPr marL="0" indent="0" algn="ctr">
              <a:lnSpc>
                <a:spcPts val="1500"/>
              </a:lnSpc>
              <a:buNone/>
            </a:pPr>
            <a:r>
              <a:rPr lang="en-US" sz="1300" b="1" i="1" dirty="0">
                <a:solidFill>
                  <a:srgbClr val="E76734"/>
                </a:solidFill>
                <a:latin typeface="Arial" pitchFamily="34" charset="0"/>
                <a:ea typeface="Arial" pitchFamily="34" charset="-122"/>
                <a:cs typeface="Arial" pitchFamily="34" charset="-120"/>
              </a:rPr>
              <a:t>behaald!</a:t>
            </a:r>
            <a:endParaRPr lang="en-US" sz="1300" dirty="0"/>
          </a:p>
        </p:txBody>
      </p:sp>
      <p:sp>
        <p:nvSpPr>
          <p:cNvPr id="57" name="Shape 55"/>
          <p:cNvSpPr/>
          <p:nvPr/>
        </p:nvSpPr>
        <p:spPr>
          <a:xfrm>
            <a:off x="9532620" y="2788920"/>
            <a:ext cx="1691640" cy="960120"/>
          </a:xfrm>
          <a:prstGeom prst="roundRect">
            <a:avLst>
              <a:gd name="adj" fmla="val 11429"/>
            </a:avLst>
          </a:prstGeom>
          <a:solidFill>
            <a:srgbClr val="003362"/>
          </a:solidFill>
          <a:ln/>
          <a:effectLst>
            <a:outerShdw blurRad="63500" dist="25400" dir="5400000" algn="bl" rotWithShape="0">
              <a:srgbClr val="000000">
                <a:alpha val="15000"/>
              </a:srgbClr>
            </a:outerShdw>
          </a:effectLst>
        </p:spPr>
      </p:sp>
      <p:sp>
        <p:nvSpPr>
          <p:cNvPr id="58" name="Shape 56"/>
          <p:cNvSpPr/>
          <p:nvPr/>
        </p:nvSpPr>
        <p:spPr>
          <a:xfrm>
            <a:off x="10177272" y="2916936"/>
            <a:ext cx="402336" cy="402336"/>
          </a:xfrm>
          <a:prstGeom prst="ellipse">
            <a:avLst/>
          </a:prstGeom>
          <a:ln w="31750">
            <a:solidFill>
              <a:srgbClr val="FFFFFF"/>
            </a:solidFill>
            <a:prstDash val="solid"/>
          </a:ln>
        </p:spPr>
      </p:sp>
      <p:sp>
        <p:nvSpPr>
          <p:cNvPr id="59" name="Shape 57"/>
          <p:cNvSpPr/>
          <p:nvPr/>
        </p:nvSpPr>
        <p:spPr>
          <a:xfrm rot="2400000">
            <a:off x="10451592" y="2898648"/>
            <a:ext cx="118872" cy="41148"/>
          </a:xfrm>
          <a:prstGeom prst="rect">
            <a:avLst/>
          </a:prstGeom>
          <a:solidFill>
            <a:srgbClr val="FFFFFF"/>
          </a:solidFill>
          <a:ln/>
        </p:spPr>
      </p:sp>
      <p:sp>
        <p:nvSpPr>
          <p:cNvPr id="60" name="Text 58"/>
          <p:cNvSpPr/>
          <p:nvPr/>
        </p:nvSpPr>
        <p:spPr>
          <a:xfrm>
            <a:off x="9532620" y="3355848"/>
            <a:ext cx="1691640" cy="32004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Sprint 4</a:t>
            </a:r>
            <a:endParaRPr lang="en-US" sz="1300" dirty="0"/>
          </a:p>
        </p:txBody>
      </p:sp>
      <p:sp>
        <p:nvSpPr>
          <p:cNvPr id="61" name="Shape 59"/>
          <p:cNvSpPr/>
          <p:nvPr/>
        </p:nvSpPr>
        <p:spPr>
          <a:xfrm>
            <a:off x="10378440" y="3749040"/>
            <a:ext cx="0" cy="292608"/>
          </a:xfrm>
          <a:prstGeom prst="line">
            <a:avLst/>
          </a:prstGeom>
          <a:noFill/>
          <a:ln w="19050">
            <a:solidFill>
              <a:srgbClr val="C7D2D6"/>
            </a:solidFill>
            <a:prstDash val="solid"/>
          </a:ln>
        </p:spPr>
      </p:sp>
      <p:sp>
        <p:nvSpPr>
          <p:cNvPr id="62" name="Shape 60"/>
          <p:cNvSpPr/>
          <p:nvPr/>
        </p:nvSpPr>
        <p:spPr>
          <a:xfrm>
            <a:off x="9441180" y="4041648"/>
            <a:ext cx="1874520" cy="384048"/>
          </a:xfrm>
          <a:prstGeom prst="roundRect">
            <a:avLst>
              <a:gd name="adj" fmla="val 50000"/>
            </a:avLst>
          </a:prstGeom>
          <a:solidFill>
            <a:srgbClr val="F5F8FA"/>
          </a:solidFill>
          <a:ln w="15875">
            <a:solidFill>
              <a:srgbClr val="E76734"/>
            </a:solidFill>
            <a:prstDash val="solid"/>
          </a:ln>
        </p:spPr>
      </p:sp>
      <p:sp>
        <p:nvSpPr>
          <p:cNvPr id="63" name="Shape 61"/>
          <p:cNvSpPr/>
          <p:nvPr/>
        </p:nvSpPr>
        <p:spPr>
          <a:xfrm>
            <a:off x="9496044" y="4096512"/>
            <a:ext cx="274320" cy="274320"/>
          </a:xfrm>
          <a:prstGeom prst="ellipse">
            <a:avLst/>
          </a:prstGeom>
          <a:solidFill>
            <a:srgbClr val="E76734"/>
          </a:solidFill>
          <a:ln/>
        </p:spPr>
      </p:sp>
      <p:sp>
        <p:nvSpPr>
          <p:cNvPr id="64" name="Text 62"/>
          <p:cNvSpPr/>
          <p:nvPr/>
        </p:nvSpPr>
        <p:spPr>
          <a:xfrm>
            <a:off x="9496044" y="4078224"/>
            <a:ext cx="274320" cy="27432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65" name="Text 63"/>
          <p:cNvSpPr/>
          <p:nvPr/>
        </p:nvSpPr>
        <p:spPr>
          <a:xfrm>
            <a:off x="9806940" y="4041648"/>
            <a:ext cx="1417320" cy="384048"/>
          </a:xfrm>
          <a:prstGeom prst="rect">
            <a:avLst/>
          </a:prstGeom>
          <a:noFill/>
          <a:ln/>
        </p:spPr>
        <p:txBody>
          <a:bodyPr wrap="square" rtlCol="0" anchor="ctr"/>
          <a:lstStyle/>
          <a:p>
            <a:pPr marL="0" indent="0" algn="l">
              <a:buNone/>
            </a:pPr>
            <a:r>
              <a:rPr lang="en-US" sz="900" b="1" dirty="0">
                <a:solidFill>
                  <a:srgbClr val="003362"/>
                </a:solidFill>
                <a:latin typeface="Arial" pitchFamily="34" charset="0"/>
                <a:ea typeface="Arial" pitchFamily="34" charset="-122"/>
                <a:cs typeface="Arial" pitchFamily="34" charset="-120"/>
              </a:rPr>
              <a:t>Functionaliteit opgeleverd</a:t>
            </a:r>
            <a:endParaRPr lang="en-US" sz="900" dirty="0"/>
          </a:p>
        </p:txBody>
      </p:sp>
      <p:sp>
        <p:nvSpPr>
          <p:cNvPr id="66" name="Shape 64"/>
          <p:cNvSpPr/>
          <p:nvPr/>
        </p:nvSpPr>
        <p:spPr>
          <a:xfrm>
            <a:off x="10378440" y="4425696"/>
            <a:ext cx="0" cy="256032"/>
          </a:xfrm>
          <a:prstGeom prst="line">
            <a:avLst/>
          </a:prstGeom>
          <a:noFill/>
          <a:ln w="12700">
            <a:solidFill>
              <a:srgbClr val="6B7680"/>
            </a:solidFill>
            <a:prstDash val="dash"/>
          </a:ln>
        </p:spPr>
      </p:sp>
      <p:sp>
        <p:nvSpPr>
          <p:cNvPr id="67" name="Shape 65"/>
          <p:cNvSpPr/>
          <p:nvPr/>
        </p:nvSpPr>
        <p:spPr>
          <a:xfrm>
            <a:off x="10140696" y="4443984"/>
            <a:ext cx="475488" cy="475488"/>
          </a:xfrm>
          <a:prstGeom prst="ellipse">
            <a:avLst/>
          </a:prstGeom>
          <a:solidFill>
            <a:srgbClr val="FFFFFF"/>
          </a:solidFill>
          <a:ln w="15875">
            <a:solidFill>
              <a:srgbClr val="E76734"/>
            </a:solidFill>
            <a:prstDash val="solid"/>
          </a:ln>
        </p:spPr>
      </p:sp>
      <p:sp>
        <p:nvSpPr>
          <p:cNvPr id="68" name="Shape 66"/>
          <p:cNvSpPr/>
          <p:nvPr/>
        </p:nvSpPr>
        <p:spPr>
          <a:xfrm>
            <a:off x="10222992" y="4526280"/>
            <a:ext cx="310896" cy="310896"/>
          </a:xfrm>
          <a:prstGeom prst="ellipse">
            <a:avLst/>
          </a:prstGeom>
          <a:solidFill>
            <a:srgbClr val="E76734"/>
          </a:solidFill>
          <a:ln w="15875">
            <a:solidFill>
              <a:srgbClr val="E76734"/>
            </a:solidFill>
            <a:prstDash val="solid"/>
          </a:ln>
        </p:spPr>
      </p:sp>
      <p:sp>
        <p:nvSpPr>
          <p:cNvPr id="69" name="Shape 67"/>
          <p:cNvSpPr/>
          <p:nvPr/>
        </p:nvSpPr>
        <p:spPr>
          <a:xfrm>
            <a:off x="10305288" y="4608576"/>
            <a:ext cx="146304" cy="146304"/>
          </a:xfrm>
          <a:prstGeom prst="ellipse">
            <a:avLst/>
          </a:prstGeom>
          <a:solidFill>
            <a:srgbClr val="FFFFFF"/>
          </a:solidFill>
          <a:ln w="15875">
            <a:solidFill>
              <a:srgbClr val="E76734"/>
            </a:solidFill>
            <a:prstDash val="solid"/>
          </a:ln>
        </p:spPr>
      </p:sp>
      <p:sp>
        <p:nvSpPr>
          <p:cNvPr id="70" name="Text 68"/>
          <p:cNvSpPr/>
          <p:nvPr/>
        </p:nvSpPr>
        <p:spPr>
          <a:xfrm>
            <a:off x="9464040" y="4974336"/>
            <a:ext cx="1828800" cy="502920"/>
          </a:xfrm>
          <a:prstGeom prst="rect">
            <a:avLst/>
          </a:prstGeom>
          <a:noFill/>
          <a:ln/>
        </p:spPr>
        <p:txBody>
          <a:bodyPr wrap="square" rtlCol="0" anchor="ctr"/>
          <a:lstStyle/>
          <a:p>
            <a:pPr marL="0" indent="0" algn="ctr">
              <a:lnSpc>
                <a:spcPts val="1500"/>
              </a:lnSpc>
              <a:buNone/>
            </a:pPr>
            <a:r>
              <a:rPr lang="en-US" sz="1300" b="1" i="1" dirty="0">
                <a:solidFill>
                  <a:srgbClr val="E76734"/>
                </a:solidFill>
                <a:latin typeface="Arial" pitchFamily="34" charset="0"/>
                <a:ea typeface="Arial" pitchFamily="34" charset="-122"/>
                <a:cs typeface="Arial" pitchFamily="34" charset="-120"/>
              </a:rPr>
              <a:t>Visie</a:t>
            </a:r>
            <a:endParaRPr lang="en-US" sz="1300" dirty="0"/>
          </a:p>
          <a:p>
            <a:pPr marL="0" indent="0" algn="ctr">
              <a:lnSpc>
                <a:spcPts val="1500"/>
              </a:lnSpc>
              <a:buNone/>
            </a:pPr>
            <a:r>
              <a:rPr lang="en-US" sz="1300" b="1" i="1" dirty="0">
                <a:solidFill>
                  <a:srgbClr val="E76734"/>
                </a:solidFill>
                <a:latin typeface="Arial" pitchFamily="34" charset="0"/>
                <a:ea typeface="Arial" pitchFamily="34" charset="-122"/>
                <a:cs typeface="Arial" pitchFamily="34" charset="-120"/>
              </a:rPr>
              <a:t>behaald!</a:t>
            </a:r>
            <a:endParaRPr lang="en-US" sz="1300" dirty="0"/>
          </a:p>
        </p:txBody>
      </p:sp>
      <p:sp>
        <p:nvSpPr>
          <p:cNvPr id="71" name="Shape 22">
            <a:extLst>
              <a:ext uri="{FF2B5EF4-FFF2-40B4-BE49-F238E27FC236}">
                <a16:creationId xmlns:a16="http://schemas.microsoft.com/office/drawing/2014/main" id="{2D5B13D8-AE44-030A-861C-A97B070C708F}"/>
              </a:ext>
            </a:extLst>
          </p:cNvPr>
          <p:cNvSpPr/>
          <p:nvPr/>
        </p:nvSpPr>
        <p:spPr>
          <a:xfrm flipV="1">
            <a:off x="4886676" y="1962386"/>
            <a:ext cx="3103880" cy="795302"/>
          </a:xfrm>
          <a:prstGeom prst="curvedUpArrow">
            <a:avLst/>
          </a:prstGeom>
          <a:solidFill>
            <a:srgbClr val="E76734"/>
          </a:solidFill>
          <a:ln/>
        </p:spPr>
      </p:sp>
      <p:sp>
        <p:nvSpPr>
          <p:cNvPr id="72" name="Text 23">
            <a:extLst>
              <a:ext uri="{FF2B5EF4-FFF2-40B4-BE49-F238E27FC236}">
                <a16:creationId xmlns:a16="http://schemas.microsoft.com/office/drawing/2014/main" id="{D5B74F18-9177-C7D5-6B8C-18C4F50B99A0}"/>
              </a:ext>
            </a:extLst>
          </p:cNvPr>
          <p:cNvSpPr/>
          <p:nvPr/>
        </p:nvSpPr>
        <p:spPr>
          <a:xfrm>
            <a:off x="5550464" y="1993392"/>
            <a:ext cx="1691640" cy="237744"/>
          </a:xfrm>
          <a:prstGeom prst="rect">
            <a:avLst/>
          </a:prstGeom>
          <a:noFill/>
          <a:ln/>
        </p:spPr>
        <p:txBody>
          <a:bodyPr wrap="square" lIns="91440" tIns="45720" rIns="91440" bIns="45720" rtlCol="0" anchor="ctr"/>
          <a:lstStyle/>
          <a:p>
            <a:pPr marL="0" indent="0" algn="ctr">
              <a:buNone/>
            </a:pPr>
            <a:r>
              <a:rPr lang="en-US" sz="1200" b="1" i="1" dirty="0">
                <a:solidFill>
                  <a:srgbClr val="E76734"/>
                </a:solidFill>
                <a:latin typeface="Arial"/>
                <a:ea typeface="Calibri"/>
                <a:cs typeface="Arial"/>
              </a:rPr>
              <a:t>Refinement</a:t>
            </a:r>
            <a:endParaRPr lang="en-US" sz="1200" dirty="0">
              <a:latin typeface="Arial"/>
              <a:ea typeface="Calibri"/>
              <a:cs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274320"/>
            <a:ext cx="960120" cy="960120"/>
          </a:xfrm>
          <a:prstGeom prst="diamond">
            <a:avLst/>
          </a:prstGeom>
          <a:ln w="63500">
            <a:solidFill>
              <a:srgbClr val="89CDF2"/>
            </a:solidFill>
            <a:prstDash val="solid"/>
          </a:ln>
        </p:spPr>
        <p:txBody>
          <a:bodyPr/>
          <a:lstStyle/>
          <a:p>
            <a:endParaRPr lang="nl-NL"/>
          </a:p>
        </p:txBody>
      </p:sp>
      <p:sp>
        <p:nvSpPr>
          <p:cNvPr id="3" name="Text 1"/>
          <p:cNvSpPr/>
          <p:nvPr/>
        </p:nvSpPr>
        <p:spPr>
          <a:xfrm>
            <a:off x="502920" y="292608"/>
            <a:ext cx="9144000" cy="292608"/>
          </a:xfrm>
          <a:prstGeom prst="rect">
            <a:avLst/>
          </a:prstGeom>
          <a:noFill/>
          <a:ln/>
        </p:spPr>
        <p:txBody>
          <a:bodyPr wrap="square" rtlCol="0" anchor="ctr"/>
          <a:lstStyle/>
          <a:p>
            <a:pPr marL="0" indent="0">
              <a:buNone/>
            </a:pPr>
            <a:r>
              <a:rPr lang="en-US" sz="1100" b="1" kern="0" spc="150">
                <a:solidFill>
                  <a:srgbClr val="E76734"/>
                </a:solidFill>
                <a:latin typeface="Arial" pitchFamily="34" charset="0"/>
                <a:ea typeface="Arial" pitchFamily="34" charset="-122"/>
                <a:cs typeface="Arial" pitchFamily="34" charset="-120"/>
              </a:rPr>
              <a:t>WERKWIJZE</a:t>
            </a:r>
            <a:endParaRPr lang="en-US" sz="1100"/>
          </a:p>
        </p:txBody>
      </p:sp>
      <p:sp>
        <p:nvSpPr>
          <p:cNvPr id="4" name="Text 2"/>
          <p:cNvSpPr/>
          <p:nvPr/>
        </p:nvSpPr>
        <p:spPr>
          <a:xfrm>
            <a:off x="502920" y="566928"/>
            <a:ext cx="10515600" cy="640080"/>
          </a:xfrm>
          <a:prstGeom prst="rect">
            <a:avLst/>
          </a:prstGeom>
          <a:noFill/>
          <a:ln/>
        </p:spPr>
        <p:txBody>
          <a:bodyPr wrap="square" rtlCol="0" anchor="ctr"/>
          <a:lstStyle/>
          <a:p>
            <a:pPr marL="0" indent="0">
              <a:buNone/>
            </a:pPr>
            <a:r>
              <a:rPr lang="en-US" sz="2600" b="1">
                <a:solidFill>
                  <a:srgbClr val="003362"/>
                </a:solidFill>
                <a:latin typeface="Helvetica" pitchFamily="34" charset="0"/>
                <a:ea typeface="Helvetica" pitchFamily="34" charset="-122"/>
                <a:cs typeface="Helvetica" pitchFamily="34" charset="-120"/>
              </a:rPr>
              <a:t>Verloop van een sprint</a:t>
            </a:r>
            <a:endParaRPr lang="en-US" sz="2600"/>
          </a:p>
        </p:txBody>
      </p:sp>
      <p:sp>
        <p:nvSpPr>
          <p:cNvPr id="5" name="Shape 3"/>
          <p:cNvSpPr/>
          <p:nvPr/>
        </p:nvSpPr>
        <p:spPr>
          <a:xfrm>
            <a:off x="0" y="6748272"/>
            <a:ext cx="12188952" cy="109728"/>
          </a:xfrm>
          <a:prstGeom prst="rect">
            <a:avLst/>
          </a:prstGeom>
          <a:solidFill>
            <a:srgbClr val="003362"/>
          </a:solidFill>
          <a:ln/>
        </p:spPr>
        <p:txBody>
          <a:bodyPr/>
          <a:lstStyle/>
          <a:p>
            <a:endParaRPr lang="nl-NL"/>
          </a:p>
        </p:txBody>
      </p:sp>
      <p:sp>
        <p:nvSpPr>
          <p:cNvPr id="6" name="Text 4"/>
          <p:cNvSpPr/>
          <p:nvPr/>
        </p:nvSpPr>
        <p:spPr>
          <a:xfrm>
            <a:off x="10680192" y="6355080"/>
            <a:ext cx="1049274" cy="248717"/>
          </a:xfrm>
          <a:prstGeom prst="rect">
            <a:avLst/>
          </a:prstGeom>
          <a:noFill/>
          <a:ln/>
        </p:spPr>
        <p:txBody>
          <a:bodyPr wrap="square" rtlCol="0" anchor="ctr"/>
          <a:lstStyle/>
          <a:p>
            <a:pPr marL="0" indent="0" algn="l">
              <a:buNone/>
            </a:pPr>
            <a:r>
              <a:rPr lang="en-US" sz="1275" b="1">
                <a:solidFill>
                  <a:srgbClr val="003362"/>
                </a:solidFill>
                <a:latin typeface="Helvetica" pitchFamily="34" charset="0"/>
                <a:ea typeface="Helvetica" pitchFamily="34" charset="-122"/>
                <a:cs typeface="Helvetica" pitchFamily="34" charset="-120"/>
              </a:rPr>
              <a:t>ritense</a:t>
            </a:r>
            <a:endParaRPr lang="en-US" sz="1275"/>
          </a:p>
        </p:txBody>
      </p:sp>
      <p:sp>
        <p:nvSpPr>
          <p:cNvPr id="7" name="Shape 5"/>
          <p:cNvSpPr/>
          <p:nvPr/>
        </p:nvSpPr>
        <p:spPr>
          <a:xfrm>
            <a:off x="10866730" y="6308446"/>
            <a:ext cx="38862" cy="38862"/>
          </a:xfrm>
          <a:prstGeom prst="ellipse">
            <a:avLst/>
          </a:prstGeom>
          <a:solidFill>
            <a:srgbClr val="E76734"/>
          </a:solidFill>
          <a:ln/>
        </p:spPr>
        <p:txBody>
          <a:bodyPr/>
          <a:lstStyle/>
          <a:p>
            <a:endParaRPr lang="nl-NL"/>
          </a:p>
        </p:txBody>
      </p:sp>
      <p:sp>
        <p:nvSpPr>
          <p:cNvPr id="8" name="Shape 6"/>
          <p:cNvSpPr/>
          <p:nvPr/>
        </p:nvSpPr>
        <p:spPr>
          <a:xfrm>
            <a:off x="11006633" y="6308446"/>
            <a:ext cx="38862" cy="38862"/>
          </a:xfrm>
          <a:prstGeom prst="ellipse">
            <a:avLst/>
          </a:prstGeom>
          <a:solidFill>
            <a:srgbClr val="E76734"/>
          </a:solidFill>
          <a:ln/>
        </p:spPr>
        <p:txBody>
          <a:bodyPr/>
          <a:lstStyle/>
          <a:p>
            <a:endParaRPr lang="nl-NL"/>
          </a:p>
        </p:txBody>
      </p:sp>
      <p:sp>
        <p:nvSpPr>
          <p:cNvPr id="9" name="Shape 7"/>
          <p:cNvSpPr/>
          <p:nvPr/>
        </p:nvSpPr>
        <p:spPr>
          <a:xfrm>
            <a:off x="11146536" y="6308446"/>
            <a:ext cx="38862" cy="38862"/>
          </a:xfrm>
          <a:prstGeom prst="ellipse">
            <a:avLst/>
          </a:prstGeom>
          <a:solidFill>
            <a:srgbClr val="E76734"/>
          </a:solidFill>
          <a:ln/>
        </p:spPr>
        <p:txBody>
          <a:bodyPr/>
          <a:lstStyle/>
          <a:p>
            <a:endParaRPr lang="nl-NL"/>
          </a:p>
        </p:txBody>
      </p:sp>
      <p:sp>
        <p:nvSpPr>
          <p:cNvPr id="10" name="Shape 8"/>
          <p:cNvSpPr/>
          <p:nvPr/>
        </p:nvSpPr>
        <p:spPr>
          <a:xfrm>
            <a:off x="11418570" y="6308446"/>
            <a:ext cx="38862" cy="38862"/>
          </a:xfrm>
          <a:prstGeom prst="ellipse">
            <a:avLst/>
          </a:prstGeom>
          <a:solidFill>
            <a:srgbClr val="003362"/>
          </a:solidFill>
          <a:ln/>
        </p:spPr>
        <p:txBody>
          <a:bodyPr/>
          <a:lstStyle/>
          <a:p>
            <a:endParaRPr lang="nl-NL"/>
          </a:p>
        </p:txBody>
      </p:sp>
      <p:sp>
        <p:nvSpPr>
          <p:cNvPr id="11" name="Text 9"/>
          <p:cNvSpPr/>
          <p:nvPr/>
        </p:nvSpPr>
        <p:spPr>
          <a:xfrm>
            <a:off x="457200" y="6355080"/>
            <a:ext cx="5486400" cy="320040"/>
          </a:xfrm>
          <a:prstGeom prst="rect">
            <a:avLst/>
          </a:prstGeom>
          <a:noFill/>
          <a:ln/>
        </p:spPr>
        <p:txBody>
          <a:bodyPr wrap="square" rtlCol="0" anchor="ctr"/>
          <a:lstStyle/>
          <a:p>
            <a:pPr marL="0" indent="0">
              <a:buNone/>
            </a:pPr>
            <a:r>
              <a:rPr lang="en-US" sz="950" i="1">
                <a:solidFill>
                  <a:srgbClr val="6B7680"/>
                </a:solidFill>
                <a:latin typeface="Arial" pitchFamily="34" charset="0"/>
                <a:ea typeface="Arial" pitchFamily="34" charset="-122"/>
                <a:cs typeface="Arial" pitchFamily="34" charset="-120"/>
              </a:rPr>
              <a:t>Werkwijze — sprintritme</a:t>
            </a:r>
            <a:endParaRPr lang="en-US" sz="950"/>
          </a:p>
        </p:txBody>
      </p:sp>
      <p:sp>
        <p:nvSpPr>
          <p:cNvPr id="12" name="Text 10"/>
          <p:cNvSpPr/>
          <p:nvPr/>
        </p:nvSpPr>
        <p:spPr>
          <a:xfrm>
            <a:off x="502920" y="1298448"/>
            <a:ext cx="11155680" cy="320040"/>
          </a:xfrm>
          <a:prstGeom prst="rect">
            <a:avLst/>
          </a:prstGeom>
          <a:noFill/>
          <a:ln/>
        </p:spPr>
        <p:txBody>
          <a:bodyPr wrap="square" rtlCol="0" anchor="ctr"/>
          <a:lstStyle/>
          <a:p>
            <a:pPr marL="0" indent="0">
              <a:buNone/>
            </a:pPr>
            <a:r>
              <a:rPr lang="en-US" sz="1200" i="1">
                <a:solidFill>
                  <a:srgbClr val="6B7680"/>
                </a:solidFill>
                <a:latin typeface="Arial" pitchFamily="34" charset="0"/>
                <a:ea typeface="Arial" pitchFamily="34" charset="-122"/>
                <a:cs typeface="Arial" pitchFamily="34" charset="-120"/>
              </a:rPr>
              <a:t>Een sprint </a:t>
            </a:r>
            <a:r>
              <a:rPr lang="en-US" sz="1200" i="1" err="1">
                <a:solidFill>
                  <a:srgbClr val="6B7680"/>
                </a:solidFill>
                <a:latin typeface="Arial" pitchFamily="34" charset="0"/>
                <a:ea typeface="Arial" pitchFamily="34" charset="-122"/>
                <a:cs typeface="Arial" pitchFamily="34" charset="-120"/>
              </a:rPr>
              <a:t>duurt</a:t>
            </a:r>
            <a:r>
              <a:rPr lang="en-US" sz="1200" i="1">
                <a:solidFill>
                  <a:srgbClr val="6B7680"/>
                </a:solidFill>
                <a:latin typeface="Arial" pitchFamily="34" charset="0"/>
                <a:ea typeface="Arial" pitchFamily="34" charset="-122"/>
                <a:cs typeface="Arial" pitchFamily="34" charset="-120"/>
              </a:rPr>
              <a:t> 3 weken — dit is het vaste ritme daarbinnen.</a:t>
            </a:r>
            <a:endParaRPr lang="en-US" sz="1200"/>
          </a:p>
        </p:txBody>
      </p:sp>
      <p:sp>
        <p:nvSpPr>
          <p:cNvPr id="13" name="Shape 11"/>
          <p:cNvSpPr/>
          <p:nvPr/>
        </p:nvSpPr>
        <p:spPr>
          <a:xfrm>
            <a:off x="502920" y="1737360"/>
            <a:ext cx="2031797" cy="365760"/>
          </a:xfrm>
          <a:prstGeom prst="roundRect">
            <a:avLst>
              <a:gd name="adj" fmla="val 15000"/>
            </a:avLst>
          </a:prstGeom>
          <a:solidFill>
            <a:srgbClr val="F5F8FA"/>
          </a:solidFill>
          <a:ln w="12700">
            <a:solidFill>
              <a:srgbClr val="003362"/>
            </a:solidFill>
            <a:prstDash val="dash"/>
          </a:ln>
        </p:spPr>
        <p:txBody>
          <a:bodyPr/>
          <a:lstStyle/>
          <a:p>
            <a:endParaRPr lang="nl-NL"/>
          </a:p>
        </p:txBody>
      </p:sp>
      <p:sp>
        <p:nvSpPr>
          <p:cNvPr id="14" name="Text 12"/>
          <p:cNvSpPr/>
          <p:nvPr/>
        </p:nvSpPr>
        <p:spPr>
          <a:xfrm>
            <a:off x="548640" y="1737360"/>
            <a:ext cx="1940357" cy="365760"/>
          </a:xfrm>
          <a:prstGeom prst="rect">
            <a:avLst/>
          </a:prstGeom>
          <a:noFill/>
          <a:ln/>
        </p:spPr>
        <p:txBody>
          <a:bodyPr wrap="square" rtlCol="0" anchor="ctr"/>
          <a:lstStyle/>
          <a:p>
            <a:pPr marL="0" indent="0" algn="ctr">
              <a:buNone/>
            </a:pPr>
            <a:r>
              <a:rPr lang="en-US" sz="800" i="1">
                <a:solidFill>
                  <a:srgbClr val="6B7680"/>
                </a:solidFill>
                <a:latin typeface="Arial" pitchFamily="34" charset="0"/>
                <a:ea typeface="Arial" pitchFamily="34" charset="-122"/>
                <a:cs typeface="Arial" pitchFamily="34" charset="-120"/>
              </a:rPr>
              <a:t>loopt parallel, voor volgende sprint</a:t>
            </a:r>
            <a:endParaRPr lang="en-US" sz="800"/>
          </a:p>
        </p:txBody>
      </p:sp>
      <p:sp>
        <p:nvSpPr>
          <p:cNvPr id="15" name="Shape 13"/>
          <p:cNvSpPr/>
          <p:nvPr/>
        </p:nvSpPr>
        <p:spPr>
          <a:xfrm>
            <a:off x="1290218" y="2011680"/>
            <a:ext cx="457200" cy="457200"/>
          </a:xfrm>
          <a:prstGeom prst="ellipse">
            <a:avLst/>
          </a:prstGeom>
          <a:solidFill>
            <a:srgbClr val="003362"/>
          </a:solidFill>
          <a:ln w="25400">
            <a:solidFill>
              <a:srgbClr val="FFFFFF"/>
            </a:solidFill>
            <a:prstDash val="solid"/>
          </a:ln>
        </p:spPr>
        <p:txBody>
          <a:bodyPr/>
          <a:lstStyle/>
          <a:p>
            <a:endParaRPr lang="nl-NL"/>
          </a:p>
        </p:txBody>
      </p:sp>
      <p:sp>
        <p:nvSpPr>
          <p:cNvPr id="16" name="Text 14"/>
          <p:cNvSpPr/>
          <p:nvPr/>
        </p:nvSpPr>
        <p:spPr>
          <a:xfrm>
            <a:off x="1290218" y="2011680"/>
            <a:ext cx="457200" cy="457200"/>
          </a:xfrm>
          <a:prstGeom prst="rect">
            <a:avLst/>
          </a:prstGeom>
          <a:noFill/>
          <a:ln/>
        </p:spPr>
        <p:txBody>
          <a:bodyPr wrap="square" rtlCol="0" anchor="ctr"/>
          <a:lstStyle/>
          <a:p>
            <a:pPr marL="0" indent="0" algn="ctr">
              <a:buNone/>
            </a:pPr>
            <a:r>
              <a:rPr lang="en-US" sz="1600" b="1">
                <a:solidFill>
                  <a:srgbClr val="FFFFFF"/>
                </a:solidFill>
                <a:latin typeface="Helvetica" pitchFamily="34" charset="0"/>
                <a:ea typeface="Helvetica" pitchFamily="34" charset="-122"/>
                <a:cs typeface="Helvetica" pitchFamily="34" charset="-120"/>
              </a:rPr>
              <a:t>1</a:t>
            </a:r>
            <a:endParaRPr lang="en-US" sz="1600"/>
          </a:p>
        </p:txBody>
      </p:sp>
      <p:sp>
        <p:nvSpPr>
          <p:cNvPr id="17" name="Shape 15"/>
          <p:cNvSpPr/>
          <p:nvPr/>
        </p:nvSpPr>
        <p:spPr>
          <a:xfrm>
            <a:off x="502920" y="2560320"/>
            <a:ext cx="2031797" cy="1645920"/>
          </a:xfrm>
          <a:prstGeom prst="roundRect">
            <a:avLst>
              <a:gd name="adj" fmla="val 4444"/>
            </a:avLst>
          </a:prstGeom>
          <a:solidFill>
            <a:srgbClr val="F5F8FA"/>
          </a:solidFill>
          <a:ln/>
          <a:effectLst>
            <a:outerShdw blurRad="63500" dist="25400" dir="5400000" algn="bl" rotWithShape="0">
              <a:srgbClr val="000000">
                <a:alpha val="12000"/>
              </a:srgbClr>
            </a:outerShdw>
          </a:effectLst>
        </p:spPr>
        <p:txBody>
          <a:bodyPr/>
          <a:lstStyle/>
          <a:p>
            <a:endParaRPr lang="nl-NL"/>
          </a:p>
        </p:txBody>
      </p:sp>
      <p:sp>
        <p:nvSpPr>
          <p:cNvPr id="18" name="Shape 16"/>
          <p:cNvSpPr/>
          <p:nvPr/>
        </p:nvSpPr>
        <p:spPr>
          <a:xfrm>
            <a:off x="502920" y="2560320"/>
            <a:ext cx="2031797" cy="64008"/>
          </a:xfrm>
          <a:prstGeom prst="rect">
            <a:avLst/>
          </a:prstGeom>
          <a:solidFill>
            <a:srgbClr val="003362"/>
          </a:solidFill>
          <a:ln/>
        </p:spPr>
        <p:txBody>
          <a:bodyPr/>
          <a:lstStyle/>
          <a:p>
            <a:endParaRPr lang="nl-NL"/>
          </a:p>
        </p:txBody>
      </p:sp>
      <p:sp>
        <p:nvSpPr>
          <p:cNvPr id="19" name="Text 17"/>
          <p:cNvSpPr/>
          <p:nvPr/>
        </p:nvSpPr>
        <p:spPr>
          <a:xfrm>
            <a:off x="630936" y="2706624"/>
            <a:ext cx="1775765" cy="457200"/>
          </a:xfrm>
          <a:prstGeom prst="rect">
            <a:avLst/>
          </a:prstGeom>
          <a:noFill/>
          <a:ln/>
        </p:spPr>
        <p:txBody>
          <a:bodyPr wrap="square" rtlCol="0" anchor="t"/>
          <a:lstStyle/>
          <a:p>
            <a:pPr marL="0" indent="0">
              <a:lnSpc>
                <a:spcPts val="1500"/>
              </a:lnSpc>
              <a:buNone/>
            </a:pPr>
            <a:r>
              <a:rPr lang="en-US" sz="1300" b="1">
                <a:solidFill>
                  <a:srgbClr val="003362"/>
                </a:solidFill>
                <a:latin typeface="Arial" pitchFamily="34" charset="0"/>
                <a:ea typeface="Arial" pitchFamily="34" charset="-122"/>
                <a:cs typeface="Arial" pitchFamily="34" charset="-120"/>
              </a:rPr>
              <a:t>Refinement</a:t>
            </a:r>
            <a:endParaRPr lang="en-US" sz="1300"/>
          </a:p>
        </p:txBody>
      </p:sp>
      <p:sp>
        <p:nvSpPr>
          <p:cNvPr id="20" name="Text 18"/>
          <p:cNvSpPr/>
          <p:nvPr/>
        </p:nvSpPr>
        <p:spPr>
          <a:xfrm>
            <a:off x="630936" y="3182112"/>
            <a:ext cx="1775765" cy="914400"/>
          </a:xfrm>
          <a:prstGeom prst="rect">
            <a:avLst/>
          </a:prstGeom>
          <a:noFill/>
          <a:ln/>
        </p:spPr>
        <p:txBody>
          <a:bodyPr wrap="square" rtlCol="0" anchor="t"/>
          <a:lstStyle/>
          <a:p>
            <a:pPr marL="0" indent="0">
              <a:lnSpc>
                <a:spcPts val="1200"/>
              </a:lnSpc>
              <a:buNone/>
            </a:pPr>
            <a:r>
              <a:rPr lang="en-US" sz="950">
                <a:solidFill>
                  <a:srgbClr val="2B3033"/>
                </a:solidFill>
                <a:latin typeface="Arial" pitchFamily="34" charset="0"/>
                <a:ea typeface="Arial" pitchFamily="34" charset="-122"/>
                <a:cs typeface="Arial" pitchFamily="34" charset="-120"/>
              </a:rPr>
              <a:t>Individuele functionaliteiten worden in detail uitgewerkt en gereed gemaakt voor een volgende sprint.</a:t>
            </a:r>
            <a:endParaRPr lang="en-US" sz="950"/>
          </a:p>
        </p:txBody>
      </p:sp>
      <p:sp>
        <p:nvSpPr>
          <p:cNvPr id="21" name="Text 19"/>
          <p:cNvSpPr/>
          <p:nvPr/>
        </p:nvSpPr>
        <p:spPr>
          <a:xfrm>
            <a:off x="502920" y="4370832"/>
            <a:ext cx="2031797" cy="182880"/>
          </a:xfrm>
          <a:prstGeom prst="rect">
            <a:avLst/>
          </a:prstGeom>
          <a:noFill/>
          <a:ln/>
        </p:spPr>
        <p:txBody>
          <a:bodyPr wrap="square" rtlCol="0" anchor="ctr"/>
          <a:lstStyle/>
          <a:p>
            <a:pPr marL="0" indent="0" algn="ctr">
              <a:buNone/>
            </a:pPr>
            <a:r>
              <a:rPr lang="en-US" sz="750" b="1" kern="0" spc="100">
                <a:solidFill>
                  <a:srgbClr val="6B7680"/>
                </a:solidFill>
                <a:latin typeface="Arial" pitchFamily="34" charset="0"/>
                <a:ea typeface="Arial" pitchFamily="34" charset="-122"/>
                <a:cs typeface="Arial" pitchFamily="34" charset="-120"/>
              </a:rPr>
              <a:t>WIE</a:t>
            </a:r>
            <a:endParaRPr lang="en-US" sz="750"/>
          </a:p>
        </p:txBody>
      </p:sp>
      <p:sp>
        <p:nvSpPr>
          <p:cNvPr id="22" name="Text 20"/>
          <p:cNvSpPr/>
          <p:nvPr/>
        </p:nvSpPr>
        <p:spPr>
          <a:xfrm>
            <a:off x="548640" y="4553712"/>
            <a:ext cx="1940357" cy="502920"/>
          </a:xfrm>
          <a:prstGeom prst="rect">
            <a:avLst/>
          </a:prstGeom>
          <a:noFill/>
          <a:ln/>
        </p:spPr>
        <p:txBody>
          <a:bodyPr wrap="square" rtlCol="0" anchor="t"/>
          <a:lstStyle/>
          <a:p>
            <a:pPr marL="0" indent="0" algn="ctr">
              <a:lnSpc>
                <a:spcPts val="1100"/>
              </a:lnSpc>
              <a:buNone/>
            </a:pPr>
            <a:r>
              <a:rPr lang="en-US" sz="900" i="1">
                <a:solidFill>
                  <a:srgbClr val="003362"/>
                </a:solidFill>
                <a:latin typeface="Arial" pitchFamily="34" charset="0"/>
                <a:ea typeface="Arial" pitchFamily="34" charset="-122"/>
                <a:cs typeface="Arial" pitchFamily="34" charset="-120"/>
              </a:rPr>
              <a:t>Ritense + Subject Matter Experts</a:t>
            </a:r>
            <a:endParaRPr lang="en-US" sz="900"/>
          </a:p>
        </p:txBody>
      </p:sp>
      <p:sp>
        <p:nvSpPr>
          <p:cNvPr id="23" name="Shape 21"/>
          <p:cNvSpPr/>
          <p:nvPr/>
        </p:nvSpPr>
        <p:spPr>
          <a:xfrm>
            <a:off x="2534717" y="3140964"/>
            <a:ext cx="256032" cy="164592"/>
          </a:xfrm>
          <a:prstGeom prst="rightArrow">
            <a:avLst/>
          </a:prstGeom>
          <a:solidFill>
            <a:srgbClr val="C7D2D6"/>
          </a:solidFill>
          <a:ln/>
        </p:spPr>
        <p:txBody>
          <a:bodyPr/>
          <a:lstStyle/>
          <a:p>
            <a:endParaRPr lang="nl-NL"/>
          </a:p>
        </p:txBody>
      </p:sp>
      <p:sp>
        <p:nvSpPr>
          <p:cNvPr id="24" name="Shape 22"/>
          <p:cNvSpPr/>
          <p:nvPr/>
        </p:nvSpPr>
        <p:spPr>
          <a:xfrm>
            <a:off x="3578047" y="2011680"/>
            <a:ext cx="457200" cy="457200"/>
          </a:xfrm>
          <a:prstGeom prst="ellipse">
            <a:avLst/>
          </a:prstGeom>
          <a:solidFill>
            <a:srgbClr val="E76734"/>
          </a:solidFill>
          <a:ln w="25400">
            <a:solidFill>
              <a:srgbClr val="FFFFFF"/>
            </a:solidFill>
            <a:prstDash val="solid"/>
          </a:ln>
        </p:spPr>
        <p:txBody>
          <a:bodyPr/>
          <a:lstStyle/>
          <a:p>
            <a:endParaRPr lang="nl-NL"/>
          </a:p>
        </p:txBody>
      </p:sp>
      <p:sp>
        <p:nvSpPr>
          <p:cNvPr id="25" name="Text 23"/>
          <p:cNvSpPr/>
          <p:nvPr/>
        </p:nvSpPr>
        <p:spPr>
          <a:xfrm>
            <a:off x="3578047" y="2011680"/>
            <a:ext cx="457200" cy="457200"/>
          </a:xfrm>
          <a:prstGeom prst="rect">
            <a:avLst/>
          </a:prstGeom>
          <a:noFill/>
          <a:ln/>
        </p:spPr>
        <p:txBody>
          <a:bodyPr wrap="square" rtlCol="0" anchor="ctr"/>
          <a:lstStyle/>
          <a:p>
            <a:pPr marL="0" indent="0" algn="ctr">
              <a:buNone/>
            </a:pPr>
            <a:r>
              <a:rPr lang="en-US" sz="1600" b="1">
                <a:solidFill>
                  <a:srgbClr val="FFFFFF"/>
                </a:solidFill>
                <a:latin typeface="Helvetica" pitchFamily="34" charset="0"/>
                <a:ea typeface="Helvetica" pitchFamily="34" charset="-122"/>
                <a:cs typeface="Helvetica" pitchFamily="34" charset="-120"/>
              </a:rPr>
              <a:t>2</a:t>
            </a:r>
            <a:endParaRPr lang="en-US" sz="1600"/>
          </a:p>
        </p:txBody>
      </p:sp>
      <p:sp>
        <p:nvSpPr>
          <p:cNvPr id="26" name="Shape 24"/>
          <p:cNvSpPr/>
          <p:nvPr/>
        </p:nvSpPr>
        <p:spPr>
          <a:xfrm>
            <a:off x="2790749" y="2560320"/>
            <a:ext cx="2031797" cy="1645920"/>
          </a:xfrm>
          <a:prstGeom prst="roundRect">
            <a:avLst>
              <a:gd name="adj" fmla="val 4444"/>
            </a:avLst>
          </a:prstGeom>
          <a:solidFill>
            <a:srgbClr val="F5F8FA"/>
          </a:solidFill>
          <a:ln/>
          <a:effectLst>
            <a:outerShdw blurRad="63500" dist="25400" dir="5400000" algn="bl" rotWithShape="0">
              <a:srgbClr val="000000">
                <a:alpha val="12000"/>
              </a:srgbClr>
            </a:outerShdw>
          </a:effectLst>
        </p:spPr>
        <p:txBody>
          <a:bodyPr/>
          <a:lstStyle/>
          <a:p>
            <a:endParaRPr lang="nl-NL"/>
          </a:p>
        </p:txBody>
      </p:sp>
      <p:sp>
        <p:nvSpPr>
          <p:cNvPr id="27" name="Shape 25"/>
          <p:cNvSpPr/>
          <p:nvPr/>
        </p:nvSpPr>
        <p:spPr>
          <a:xfrm>
            <a:off x="2790749" y="2560320"/>
            <a:ext cx="2031797" cy="64008"/>
          </a:xfrm>
          <a:prstGeom prst="rect">
            <a:avLst/>
          </a:prstGeom>
          <a:solidFill>
            <a:srgbClr val="E76734"/>
          </a:solidFill>
          <a:ln/>
        </p:spPr>
        <p:txBody>
          <a:bodyPr/>
          <a:lstStyle/>
          <a:p>
            <a:endParaRPr lang="nl-NL"/>
          </a:p>
        </p:txBody>
      </p:sp>
      <p:sp>
        <p:nvSpPr>
          <p:cNvPr id="28" name="Text 26"/>
          <p:cNvSpPr/>
          <p:nvPr/>
        </p:nvSpPr>
        <p:spPr>
          <a:xfrm>
            <a:off x="2918765" y="2706624"/>
            <a:ext cx="1775765" cy="457200"/>
          </a:xfrm>
          <a:prstGeom prst="rect">
            <a:avLst/>
          </a:prstGeom>
          <a:noFill/>
          <a:ln/>
        </p:spPr>
        <p:txBody>
          <a:bodyPr wrap="square" rtlCol="0" anchor="t"/>
          <a:lstStyle/>
          <a:p>
            <a:pPr marL="0" indent="0">
              <a:lnSpc>
                <a:spcPts val="1500"/>
              </a:lnSpc>
              <a:buNone/>
            </a:pPr>
            <a:r>
              <a:rPr lang="en-US" sz="1300" b="1">
                <a:solidFill>
                  <a:srgbClr val="003362"/>
                </a:solidFill>
                <a:latin typeface="Arial" pitchFamily="34" charset="0"/>
                <a:ea typeface="Arial" pitchFamily="34" charset="-122"/>
                <a:cs typeface="Arial" pitchFamily="34" charset="-120"/>
              </a:rPr>
              <a:t>Uitvoering</a:t>
            </a:r>
            <a:endParaRPr lang="en-US" sz="1300"/>
          </a:p>
        </p:txBody>
      </p:sp>
      <p:sp>
        <p:nvSpPr>
          <p:cNvPr id="29" name="Text 27"/>
          <p:cNvSpPr/>
          <p:nvPr/>
        </p:nvSpPr>
        <p:spPr>
          <a:xfrm>
            <a:off x="2918765" y="3182112"/>
            <a:ext cx="1775765" cy="914400"/>
          </a:xfrm>
          <a:prstGeom prst="rect">
            <a:avLst/>
          </a:prstGeom>
          <a:noFill/>
          <a:ln/>
        </p:spPr>
        <p:txBody>
          <a:bodyPr wrap="square" rtlCol="0" anchor="t"/>
          <a:lstStyle/>
          <a:p>
            <a:pPr marL="0" indent="0">
              <a:lnSpc>
                <a:spcPts val="1200"/>
              </a:lnSpc>
              <a:buNone/>
            </a:pPr>
            <a:r>
              <a:rPr lang="en-US" sz="950">
                <a:solidFill>
                  <a:srgbClr val="2B3033"/>
                </a:solidFill>
                <a:latin typeface="Arial" pitchFamily="34" charset="0"/>
                <a:ea typeface="Arial" pitchFamily="34" charset="-122"/>
                <a:cs typeface="Arial" pitchFamily="34" charset="-120"/>
              </a:rPr>
              <a:t>Het ontwikkelteam bouwt de stories uit de sprintbacklog.</a:t>
            </a:r>
            <a:endParaRPr lang="en-US" sz="950"/>
          </a:p>
        </p:txBody>
      </p:sp>
      <p:sp>
        <p:nvSpPr>
          <p:cNvPr id="30" name="Text 28"/>
          <p:cNvSpPr/>
          <p:nvPr/>
        </p:nvSpPr>
        <p:spPr>
          <a:xfrm>
            <a:off x="2790749" y="4370832"/>
            <a:ext cx="2031797" cy="182880"/>
          </a:xfrm>
          <a:prstGeom prst="rect">
            <a:avLst/>
          </a:prstGeom>
          <a:noFill/>
          <a:ln/>
        </p:spPr>
        <p:txBody>
          <a:bodyPr wrap="square" rtlCol="0" anchor="ctr"/>
          <a:lstStyle/>
          <a:p>
            <a:pPr marL="0" indent="0" algn="ctr">
              <a:buNone/>
            </a:pPr>
            <a:r>
              <a:rPr lang="en-US" sz="750" b="1" kern="0" spc="100">
                <a:solidFill>
                  <a:srgbClr val="6B7680"/>
                </a:solidFill>
                <a:latin typeface="Arial" pitchFamily="34" charset="0"/>
                <a:ea typeface="Arial" pitchFamily="34" charset="-122"/>
                <a:cs typeface="Arial" pitchFamily="34" charset="-120"/>
              </a:rPr>
              <a:t>WIE</a:t>
            </a:r>
            <a:endParaRPr lang="en-US" sz="750"/>
          </a:p>
        </p:txBody>
      </p:sp>
      <p:sp>
        <p:nvSpPr>
          <p:cNvPr id="31" name="Text 29"/>
          <p:cNvSpPr/>
          <p:nvPr/>
        </p:nvSpPr>
        <p:spPr>
          <a:xfrm>
            <a:off x="2836469" y="4553712"/>
            <a:ext cx="1940357" cy="502920"/>
          </a:xfrm>
          <a:prstGeom prst="rect">
            <a:avLst/>
          </a:prstGeom>
          <a:noFill/>
          <a:ln/>
        </p:spPr>
        <p:txBody>
          <a:bodyPr wrap="square" rtlCol="0" anchor="t"/>
          <a:lstStyle/>
          <a:p>
            <a:pPr marL="0" indent="0" algn="ctr">
              <a:lnSpc>
                <a:spcPts val="1100"/>
              </a:lnSpc>
              <a:buNone/>
            </a:pPr>
            <a:r>
              <a:rPr lang="en-US" sz="900" i="1">
                <a:solidFill>
                  <a:srgbClr val="E76734"/>
                </a:solidFill>
                <a:latin typeface="Arial" pitchFamily="34" charset="0"/>
                <a:ea typeface="Arial" pitchFamily="34" charset="-122"/>
                <a:cs typeface="Arial" pitchFamily="34" charset="-120"/>
              </a:rPr>
              <a:t>Ritense ontwikkelteam</a:t>
            </a:r>
            <a:endParaRPr lang="en-US" sz="900"/>
          </a:p>
        </p:txBody>
      </p:sp>
      <p:sp>
        <p:nvSpPr>
          <p:cNvPr id="32" name="Shape 30"/>
          <p:cNvSpPr/>
          <p:nvPr/>
        </p:nvSpPr>
        <p:spPr>
          <a:xfrm>
            <a:off x="4822546" y="3140964"/>
            <a:ext cx="256032" cy="164592"/>
          </a:xfrm>
          <a:prstGeom prst="rightArrow">
            <a:avLst/>
          </a:prstGeom>
          <a:solidFill>
            <a:srgbClr val="C7D2D6"/>
          </a:solidFill>
          <a:ln/>
        </p:spPr>
        <p:txBody>
          <a:bodyPr/>
          <a:lstStyle/>
          <a:p>
            <a:endParaRPr lang="nl-NL"/>
          </a:p>
        </p:txBody>
      </p:sp>
      <p:sp>
        <p:nvSpPr>
          <p:cNvPr id="33" name="Shape 31"/>
          <p:cNvSpPr/>
          <p:nvPr/>
        </p:nvSpPr>
        <p:spPr>
          <a:xfrm>
            <a:off x="5865876" y="2011680"/>
            <a:ext cx="457200" cy="457200"/>
          </a:xfrm>
          <a:prstGeom prst="ellipse">
            <a:avLst/>
          </a:prstGeom>
          <a:solidFill>
            <a:srgbClr val="89CDF2"/>
          </a:solidFill>
          <a:ln w="25400">
            <a:solidFill>
              <a:srgbClr val="FFFFFF"/>
            </a:solidFill>
            <a:prstDash val="solid"/>
          </a:ln>
        </p:spPr>
        <p:txBody>
          <a:bodyPr/>
          <a:lstStyle/>
          <a:p>
            <a:endParaRPr lang="nl-NL"/>
          </a:p>
        </p:txBody>
      </p:sp>
      <p:sp>
        <p:nvSpPr>
          <p:cNvPr id="34" name="Text 32"/>
          <p:cNvSpPr/>
          <p:nvPr/>
        </p:nvSpPr>
        <p:spPr>
          <a:xfrm>
            <a:off x="5865876" y="2011680"/>
            <a:ext cx="457200" cy="457200"/>
          </a:xfrm>
          <a:prstGeom prst="rect">
            <a:avLst/>
          </a:prstGeom>
          <a:noFill/>
          <a:ln/>
        </p:spPr>
        <p:txBody>
          <a:bodyPr wrap="square" rtlCol="0" anchor="ctr"/>
          <a:lstStyle/>
          <a:p>
            <a:pPr marL="0" indent="0" algn="ctr">
              <a:buNone/>
            </a:pPr>
            <a:r>
              <a:rPr lang="en-US" sz="1600" b="1">
                <a:solidFill>
                  <a:srgbClr val="FFFFFF"/>
                </a:solidFill>
                <a:latin typeface="Helvetica" pitchFamily="34" charset="0"/>
                <a:ea typeface="Helvetica" pitchFamily="34" charset="-122"/>
                <a:cs typeface="Helvetica" pitchFamily="34" charset="-120"/>
              </a:rPr>
              <a:t>3</a:t>
            </a:r>
            <a:endParaRPr lang="en-US" sz="1600"/>
          </a:p>
        </p:txBody>
      </p:sp>
      <p:sp>
        <p:nvSpPr>
          <p:cNvPr id="35" name="Shape 33"/>
          <p:cNvSpPr/>
          <p:nvPr/>
        </p:nvSpPr>
        <p:spPr>
          <a:xfrm>
            <a:off x="5078578" y="2560320"/>
            <a:ext cx="2031797" cy="1645920"/>
          </a:xfrm>
          <a:prstGeom prst="roundRect">
            <a:avLst>
              <a:gd name="adj" fmla="val 4444"/>
            </a:avLst>
          </a:prstGeom>
          <a:solidFill>
            <a:srgbClr val="F5F8FA"/>
          </a:solidFill>
          <a:ln/>
          <a:effectLst>
            <a:outerShdw blurRad="63500" dist="25400" dir="5400000" algn="bl" rotWithShape="0">
              <a:srgbClr val="000000">
                <a:alpha val="12000"/>
              </a:srgbClr>
            </a:outerShdw>
          </a:effectLst>
        </p:spPr>
        <p:txBody>
          <a:bodyPr/>
          <a:lstStyle/>
          <a:p>
            <a:endParaRPr lang="nl-NL"/>
          </a:p>
        </p:txBody>
      </p:sp>
      <p:sp>
        <p:nvSpPr>
          <p:cNvPr id="36" name="Shape 34"/>
          <p:cNvSpPr/>
          <p:nvPr/>
        </p:nvSpPr>
        <p:spPr>
          <a:xfrm>
            <a:off x="5078578" y="2560320"/>
            <a:ext cx="2031797" cy="64008"/>
          </a:xfrm>
          <a:prstGeom prst="rect">
            <a:avLst/>
          </a:prstGeom>
          <a:solidFill>
            <a:srgbClr val="89CDF2"/>
          </a:solidFill>
          <a:ln/>
        </p:spPr>
        <p:txBody>
          <a:bodyPr/>
          <a:lstStyle/>
          <a:p>
            <a:endParaRPr lang="nl-NL"/>
          </a:p>
        </p:txBody>
      </p:sp>
      <p:sp>
        <p:nvSpPr>
          <p:cNvPr id="37" name="Text 35"/>
          <p:cNvSpPr/>
          <p:nvPr/>
        </p:nvSpPr>
        <p:spPr>
          <a:xfrm>
            <a:off x="5206594" y="2706624"/>
            <a:ext cx="1775765" cy="457200"/>
          </a:xfrm>
          <a:prstGeom prst="rect">
            <a:avLst/>
          </a:prstGeom>
          <a:noFill/>
          <a:ln/>
        </p:spPr>
        <p:txBody>
          <a:bodyPr wrap="square" rtlCol="0" anchor="t"/>
          <a:lstStyle/>
          <a:p>
            <a:pPr marL="0" indent="0">
              <a:lnSpc>
                <a:spcPts val="1500"/>
              </a:lnSpc>
              <a:buNone/>
            </a:pPr>
            <a:r>
              <a:rPr lang="en-US" sz="1300" b="1">
                <a:solidFill>
                  <a:srgbClr val="003362"/>
                </a:solidFill>
                <a:latin typeface="Arial" pitchFamily="34" charset="0"/>
                <a:ea typeface="Arial" pitchFamily="34" charset="-122"/>
                <a:cs typeface="Arial" pitchFamily="34" charset="-120"/>
              </a:rPr>
              <a:t>Wekelijkse check-ins</a:t>
            </a:r>
            <a:endParaRPr lang="en-US" sz="1300"/>
          </a:p>
        </p:txBody>
      </p:sp>
      <p:sp>
        <p:nvSpPr>
          <p:cNvPr id="38" name="Text 36"/>
          <p:cNvSpPr/>
          <p:nvPr/>
        </p:nvSpPr>
        <p:spPr>
          <a:xfrm>
            <a:off x="5206594" y="3182112"/>
            <a:ext cx="1775765" cy="914400"/>
          </a:xfrm>
          <a:prstGeom prst="rect">
            <a:avLst/>
          </a:prstGeom>
          <a:noFill/>
          <a:ln/>
        </p:spPr>
        <p:txBody>
          <a:bodyPr wrap="square" rtlCol="0" anchor="t"/>
          <a:lstStyle/>
          <a:p>
            <a:pPr marL="0" indent="0">
              <a:lnSpc>
                <a:spcPts val="1200"/>
              </a:lnSpc>
              <a:buNone/>
            </a:pPr>
            <a:r>
              <a:rPr lang="en-US" sz="950">
                <a:solidFill>
                  <a:srgbClr val="2B3033"/>
                </a:solidFill>
                <a:latin typeface="Arial" pitchFamily="34" charset="0"/>
                <a:ea typeface="Arial" pitchFamily="34" charset="-122"/>
                <a:cs typeface="Arial" pitchFamily="34" charset="-120"/>
              </a:rPr>
              <a:t>Korte afstemming over voortgang, blokkades en scope — twee keer per sprint.</a:t>
            </a:r>
            <a:endParaRPr lang="en-US" sz="950"/>
          </a:p>
        </p:txBody>
      </p:sp>
      <p:sp>
        <p:nvSpPr>
          <p:cNvPr id="39" name="Text 37"/>
          <p:cNvSpPr/>
          <p:nvPr/>
        </p:nvSpPr>
        <p:spPr>
          <a:xfrm>
            <a:off x="5078578" y="4370832"/>
            <a:ext cx="2031797" cy="182880"/>
          </a:xfrm>
          <a:prstGeom prst="rect">
            <a:avLst/>
          </a:prstGeom>
          <a:noFill/>
          <a:ln/>
        </p:spPr>
        <p:txBody>
          <a:bodyPr wrap="square" rtlCol="0" anchor="ctr"/>
          <a:lstStyle/>
          <a:p>
            <a:pPr marL="0" indent="0" algn="ctr">
              <a:buNone/>
            </a:pPr>
            <a:r>
              <a:rPr lang="en-US" sz="750" b="1" kern="0" spc="100">
                <a:solidFill>
                  <a:srgbClr val="6B7680"/>
                </a:solidFill>
                <a:latin typeface="Arial" pitchFamily="34" charset="0"/>
                <a:ea typeface="Arial" pitchFamily="34" charset="-122"/>
                <a:cs typeface="Arial" pitchFamily="34" charset="-120"/>
              </a:rPr>
              <a:t>WIE</a:t>
            </a:r>
            <a:endParaRPr lang="en-US" sz="750"/>
          </a:p>
        </p:txBody>
      </p:sp>
      <p:sp>
        <p:nvSpPr>
          <p:cNvPr id="40" name="Text 38"/>
          <p:cNvSpPr/>
          <p:nvPr/>
        </p:nvSpPr>
        <p:spPr>
          <a:xfrm>
            <a:off x="5124298" y="4553712"/>
            <a:ext cx="1940357" cy="502920"/>
          </a:xfrm>
          <a:prstGeom prst="rect">
            <a:avLst/>
          </a:prstGeom>
          <a:noFill/>
          <a:ln/>
        </p:spPr>
        <p:txBody>
          <a:bodyPr wrap="square" rtlCol="0" anchor="t"/>
          <a:lstStyle/>
          <a:p>
            <a:pPr marL="0" indent="0" algn="ctr">
              <a:lnSpc>
                <a:spcPts val="1100"/>
              </a:lnSpc>
              <a:buNone/>
            </a:pPr>
            <a:r>
              <a:rPr lang="en-US" sz="900" i="1">
                <a:solidFill>
                  <a:srgbClr val="89CDF2"/>
                </a:solidFill>
                <a:latin typeface="Arial" pitchFamily="34" charset="0"/>
                <a:ea typeface="Arial" pitchFamily="34" charset="-122"/>
                <a:cs typeface="Arial" pitchFamily="34" charset="-120"/>
              </a:rPr>
              <a:t>Project owner + Ritense</a:t>
            </a:r>
            <a:endParaRPr lang="en-US" sz="900"/>
          </a:p>
        </p:txBody>
      </p:sp>
      <p:sp>
        <p:nvSpPr>
          <p:cNvPr id="41" name="Shape 39"/>
          <p:cNvSpPr/>
          <p:nvPr/>
        </p:nvSpPr>
        <p:spPr>
          <a:xfrm>
            <a:off x="7110374" y="3140964"/>
            <a:ext cx="256032" cy="164592"/>
          </a:xfrm>
          <a:prstGeom prst="rightArrow">
            <a:avLst/>
          </a:prstGeom>
          <a:solidFill>
            <a:srgbClr val="C7D2D6"/>
          </a:solidFill>
          <a:ln/>
        </p:spPr>
        <p:txBody>
          <a:bodyPr/>
          <a:lstStyle/>
          <a:p>
            <a:endParaRPr lang="nl-NL"/>
          </a:p>
        </p:txBody>
      </p:sp>
      <p:sp>
        <p:nvSpPr>
          <p:cNvPr id="42" name="Shape 40"/>
          <p:cNvSpPr/>
          <p:nvPr/>
        </p:nvSpPr>
        <p:spPr>
          <a:xfrm>
            <a:off x="8153705" y="2011680"/>
            <a:ext cx="457200" cy="457200"/>
          </a:xfrm>
          <a:prstGeom prst="ellipse">
            <a:avLst/>
          </a:prstGeom>
          <a:solidFill>
            <a:srgbClr val="003362"/>
          </a:solidFill>
          <a:ln w="25400">
            <a:solidFill>
              <a:srgbClr val="FFFFFF"/>
            </a:solidFill>
            <a:prstDash val="solid"/>
          </a:ln>
        </p:spPr>
        <p:txBody>
          <a:bodyPr/>
          <a:lstStyle/>
          <a:p>
            <a:endParaRPr lang="nl-NL"/>
          </a:p>
        </p:txBody>
      </p:sp>
      <p:sp>
        <p:nvSpPr>
          <p:cNvPr id="43" name="Text 41"/>
          <p:cNvSpPr/>
          <p:nvPr/>
        </p:nvSpPr>
        <p:spPr>
          <a:xfrm>
            <a:off x="8153705" y="2011680"/>
            <a:ext cx="457200" cy="457200"/>
          </a:xfrm>
          <a:prstGeom prst="rect">
            <a:avLst/>
          </a:prstGeom>
          <a:noFill/>
          <a:ln/>
        </p:spPr>
        <p:txBody>
          <a:bodyPr wrap="square" rtlCol="0" anchor="ctr"/>
          <a:lstStyle/>
          <a:p>
            <a:pPr marL="0" indent="0" algn="ctr">
              <a:buNone/>
            </a:pPr>
            <a:r>
              <a:rPr lang="en-US" sz="1600" b="1">
                <a:solidFill>
                  <a:srgbClr val="FFFFFF"/>
                </a:solidFill>
                <a:latin typeface="Helvetica" pitchFamily="34" charset="0"/>
                <a:ea typeface="Helvetica" pitchFamily="34" charset="-122"/>
                <a:cs typeface="Helvetica" pitchFamily="34" charset="-120"/>
              </a:rPr>
              <a:t>4</a:t>
            </a:r>
            <a:endParaRPr lang="en-US" sz="1600"/>
          </a:p>
        </p:txBody>
      </p:sp>
      <p:sp>
        <p:nvSpPr>
          <p:cNvPr id="44" name="Shape 42"/>
          <p:cNvSpPr/>
          <p:nvPr/>
        </p:nvSpPr>
        <p:spPr>
          <a:xfrm>
            <a:off x="7366406" y="2560320"/>
            <a:ext cx="2031797" cy="1645920"/>
          </a:xfrm>
          <a:prstGeom prst="roundRect">
            <a:avLst>
              <a:gd name="adj" fmla="val 4444"/>
            </a:avLst>
          </a:prstGeom>
          <a:solidFill>
            <a:srgbClr val="F5F8FA"/>
          </a:solidFill>
          <a:ln/>
          <a:effectLst>
            <a:outerShdw blurRad="63500" dist="25400" dir="5400000" algn="bl" rotWithShape="0">
              <a:srgbClr val="000000">
                <a:alpha val="12000"/>
              </a:srgbClr>
            </a:outerShdw>
          </a:effectLst>
        </p:spPr>
        <p:txBody>
          <a:bodyPr/>
          <a:lstStyle/>
          <a:p>
            <a:endParaRPr lang="nl-NL"/>
          </a:p>
        </p:txBody>
      </p:sp>
      <p:sp>
        <p:nvSpPr>
          <p:cNvPr id="45" name="Shape 43"/>
          <p:cNvSpPr/>
          <p:nvPr/>
        </p:nvSpPr>
        <p:spPr>
          <a:xfrm>
            <a:off x="7366406" y="2560320"/>
            <a:ext cx="2031797" cy="64008"/>
          </a:xfrm>
          <a:prstGeom prst="rect">
            <a:avLst/>
          </a:prstGeom>
          <a:solidFill>
            <a:srgbClr val="003362"/>
          </a:solidFill>
          <a:ln/>
        </p:spPr>
        <p:txBody>
          <a:bodyPr/>
          <a:lstStyle/>
          <a:p>
            <a:endParaRPr lang="nl-NL"/>
          </a:p>
        </p:txBody>
      </p:sp>
      <p:sp>
        <p:nvSpPr>
          <p:cNvPr id="46" name="Text 44"/>
          <p:cNvSpPr/>
          <p:nvPr/>
        </p:nvSpPr>
        <p:spPr>
          <a:xfrm>
            <a:off x="7494422" y="2706624"/>
            <a:ext cx="1775765" cy="457200"/>
          </a:xfrm>
          <a:prstGeom prst="rect">
            <a:avLst/>
          </a:prstGeom>
          <a:noFill/>
          <a:ln/>
        </p:spPr>
        <p:txBody>
          <a:bodyPr wrap="square" rtlCol="0" anchor="t"/>
          <a:lstStyle/>
          <a:p>
            <a:pPr marL="0" indent="0">
              <a:lnSpc>
                <a:spcPts val="1500"/>
              </a:lnSpc>
              <a:buNone/>
            </a:pPr>
            <a:r>
              <a:rPr lang="en-US" sz="1300" b="1">
                <a:solidFill>
                  <a:srgbClr val="003362"/>
                </a:solidFill>
                <a:latin typeface="Arial" pitchFamily="34" charset="0"/>
                <a:ea typeface="Arial" pitchFamily="34" charset="-122"/>
                <a:cs typeface="Arial" pitchFamily="34" charset="-120"/>
              </a:rPr>
              <a:t>Sprint review</a:t>
            </a:r>
            <a:endParaRPr lang="en-US" sz="1300"/>
          </a:p>
        </p:txBody>
      </p:sp>
      <p:sp>
        <p:nvSpPr>
          <p:cNvPr id="47" name="Text 45"/>
          <p:cNvSpPr/>
          <p:nvPr/>
        </p:nvSpPr>
        <p:spPr>
          <a:xfrm>
            <a:off x="7494422" y="3182112"/>
            <a:ext cx="1775765" cy="914400"/>
          </a:xfrm>
          <a:prstGeom prst="rect">
            <a:avLst/>
          </a:prstGeom>
          <a:noFill/>
          <a:ln/>
        </p:spPr>
        <p:txBody>
          <a:bodyPr wrap="square" rtlCol="0" anchor="t"/>
          <a:lstStyle/>
          <a:p>
            <a:pPr marL="0" indent="0">
              <a:lnSpc>
                <a:spcPts val="1200"/>
              </a:lnSpc>
              <a:buNone/>
            </a:pPr>
            <a:r>
              <a:rPr lang="en-US" sz="950">
                <a:solidFill>
                  <a:srgbClr val="2B3033"/>
                </a:solidFill>
                <a:latin typeface="Arial" pitchFamily="34" charset="0"/>
                <a:ea typeface="Arial" pitchFamily="34" charset="-122"/>
                <a:cs typeface="Arial" pitchFamily="34" charset="-120"/>
              </a:rPr>
              <a:t>Opgeleverde functionaliteit wordt gedemonstreerd aan project owner en stakeholders.</a:t>
            </a:r>
            <a:endParaRPr lang="en-US" sz="950"/>
          </a:p>
        </p:txBody>
      </p:sp>
      <p:sp>
        <p:nvSpPr>
          <p:cNvPr id="48" name="Text 46"/>
          <p:cNvSpPr/>
          <p:nvPr/>
        </p:nvSpPr>
        <p:spPr>
          <a:xfrm>
            <a:off x="7366406" y="4370832"/>
            <a:ext cx="2031797" cy="182880"/>
          </a:xfrm>
          <a:prstGeom prst="rect">
            <a:avLst/>
          </a:prstGeom>
          <a:noFill/>
          <a:ln/>
        </p:spPr>
        <p:txBody>
          <a:bodyPr wrap="square" rtlCol="0" anchor="ctr"/>
          <a:lstStyle/>
          <a:p>
            <a:pPr marL="0" indent="0" algn="ctr">
              <a:buNone/>
            </a:pPr>
            <a:r>
              <a:rPr lang="en-US" sz="750" b="1" kern="0" spc="100">
                <a:solidFill>
                  <a:srgbClr val="6B7680"/>
                </a:solidFill>
                <a:latin typeface="Arial" pitchFamily="34" charset="0"/>
                <a:ea typeface="Arial" pitchFamily="34" charset="-122"/>
                <a:cs typeface="Arial" pitchFamily="34" charset="-120"/>
              </a:rPr>
              <a:t>WIE</a:t>
            </a:r>
            <a:endParaRPr lang="en-US" sz="750"/>
          </a:p>
        </p:txBody>
      </p:sp>
      <p:sp>
        <p:nvSpPr>
          <p:cNvPr id="49" name="Text 47"/>
          <p:cNvSpPr/>
          <p:nvPr/>
        </p:nvSpPr>
        <p:spPr>
          <a:xfrm>
            <a:off x="7412126" y="4553712"/>
            <a:ext cx="1940357" cy="502920"/>
          </a:xfrm>
          <a:prstGeom prst="rect">
            <a:avLst/>
          </a:prstGeom>
          <a:noFill/>
          <a:ln/>
        </p:spPr>
        <p:txBody>
          <a:bodyPr wrap="square" rtlCol="0" anchor="t"/>
          <a:lstStyle/>
          <a:p>
            <a:pPr marL="0" indent="0" algn="ctr">
              <a:lnSpc>
                <a:spcPts val="1100"/>
              </a:lnSpc>
              <a:buNone/>
            </a:pPr>
            <a:r>
              <a:rPr lang="en-US" sz="900" i="1">
                <a:solidFill>
                  <a:srgbClr val="003362"/>
                </a:solidFill>
                <a:latin typeface="Arial" pitchFamily="34" charset="0"/>
                <a:ea typeface="Arial" pitchFamily="34" charset="-122"/>
                <a:cs typeface="Arial" pitchFamily="34" charset="-120"/>
              </a:rPr>
              <a:t>Project owner, SME’s, Ritense</a:t>
            </a:r>
            <a:endParaRPr lang="en-US" sz="900"/>
          </a:p>
        </p:txBody>
      </p:sp>
      <p:sp>
        <p:nvSpPr>
          <p:cNvPr id="50" name="Shape 48"/>
          <p:cNvSpPr/>
          <p:nvPr/>
        </p:nvSpPr>
        <p:spPr>
          <a:xfrm>
            <a:off x="9398203" y="3140964"/>
            <a:ext cx="256032" cy="164592"/>
          </a:xfrm>
          <a:prstGeom prst="rightArrow">
            <a:avLst/>
          </a:prstGeom>
          <a:solidFill>
            <a:srgbClr val="C7D2D6"/>
          </a:solidFill>
          <a:ln/>
        </p:spPr>
        <p:txBody>
          <a:bodyPr/>
          <a:lstStyle/>
          <a:p>
            <a:endParaRPr lang="nl-NL"/>
          </a:p>
        </p:txBody>
      </p:sp>
      <p:sp>
        <p:nvSpPr>
          <p:cNvPr id="51" name="Shape 49"/>
          <p:cNvSpPr/>
          <p:nvPr/>
        </p:nvSpPr>
        <p:spPr>
          <a:xfrm>
            <a:off x="10441534" y="2011680"/>
            <a:ext cx="457200" cy="457200"/>
          </a:xfrm>
          <a:prstGeom prst="ellipse">
            <a:avLst/>
          </a:prstGeom>
          <a:solidFill>
            <a:srgbClr val="E76734"/>
          </a:solidFill>
          <a:ln w="25400">
            <a:solidFill>
              <a:srgbClr val="FFFFFF"/>
            </a:solidFill>
            <a:prstDash val="solid"/>
          </a:ln>
        </p:spPr>
        <p:txBody>
          <a:bodyPr/>
          <a:lstStyle/>
          <a:p>
            <a:endParaRPr lang="nl-NL"/>
          </a:p>
        </p:txBody>
      </p:sp>
      <p:sp>
        <p:nvSpPr>
          <p:cNvPr id="52" name="Text 50"/>
          <p:cNvSpPr/>
          <p:nvPr/>
        </p:nvSpPr>
        <p:spPr>
          <a:xfrm>
            <a:off x="10441534" y="2011680"/>
            <a:ext cx="457200" cy="457200"/>
          </a:xfrm>
          <a:prstGeom prst="rect">
            <a:avLst/>
          </a:prstGeom>
          <a:noFill/>
          <a:ln/>
        </p:spPr>
        <p:txBody>
          <a:bodyPr wrap="square" rtlCol="0" anchor="ctr"/>
          <a:lstStyle/>
          <a:p>
            <a:pPr marL="0" indent="0" algn="ctr">
              <a:buNone/>
            </a:pPr>
            <a:r>
              <a:rPr lang="en-US" sz="1600" b="1">
                <a:solidFill>
                  <a:srgbClr val="FFFFFF"/>
                </a:solidFill>
                <a:latin typeface="Helvetica" pitchFamily="34" charset="0"/>
                <a:ea typeface="Helvetica" pitchFamily="34" charset="-122"/>
                <a:cs typeface="Helvetica" pitchFamily="34" charset="-120"/>
              </a:rPr>
              <a:t>5</a:t>
            </a:r>
            <a:endParaRPr lang="en-US" sz="1600"/>
          </a:p>
        </p:txBody>
      </p:sp>
      <p:sp>
        <p:nvSpPr>
          <p:cNvPr id="53" name="Shape 51"/>
          <p:cNvSpPr/>
          <p:nvPr/>
        </p:nvSpPr>
        <p:spPr>
          <a:xfrm>
            <a:off x="9654235" y="2560320"/>
            <a:ext cx="2031797" cy="1645920"/>
          </a:xfrm>
          <a:prstGeom prst="roundRect">
            <a:avLst>
              <a:gd name="adj" fmla="val 4444"/>
            </a:avLst>
          </a:prstGeom>
          <a:solidFill>
            <a:srgbClr val="F5F8FA"/>
          </a:solidFill>
          <a:ln/>
          <a:effectLst>
            <a:outerShdw blurRad="63500" dist="25400" dir="5400000" algn="bl" rotWithShape="0">
              <a:srgbClr val="000000">
                <a:alpha val="12000"/>
              </a:srgbClr>
            </a:outerShdw>
          </a:effectLst>
        </p:spPr>
        <p:txBody>
          <a:bodyPr/>
          <a:lstStyle/>
          <a:p>
            <a:endParaRPr lang="nl-NL"/>
          </a:p>
        </p:txBody>
      </p:sp>
      <p:sp>
        <p:nvSpPr>
          <p:cNvPr id="54" name="Shape 52"/>
          <p:cNvSpPr/>
          <p:nvPr/>
        </p:nvSpPr>
        <p:spPr>
          <a:xfrm>
            <a:off x="9654235" y="2560320"/>
            <a:ext cx="2031797" cy="64008"/>
          </a:xfrm>
          <a:prstGeom prst="rect">
            <a:avLst/>
          </a:prstGeom>
          <a:solidFill>
            <a:srgbClr val="E76734"/>
          </a:solidFill>
          <a:ln/>
        </p:spPr>
        <p:txBody>
          <a:bodyPr/>
          <a:lstStyle/>
          <a:p>
            <a:endParaRPr lang="nl-NL"/>
          </a:p>
        </p:txBody>
      </p:sp>
      <p:sp>
        <p:nvSpPr>
          <p:cNvPr id="55" name="Text 53"/>
          <p:cNvSpPr/>
          <p:nvPr/>
        </p:nvSpPr>
        <p:spPr>
          <a:xfrm>
            <a:off x="9782251" y="2706624"/>
            <a:ext cx="1775765" cy="457200"/>
          </a:xfrm>
          <a:prstGeom prst="rect">
            <a:avLst/>
          </a:prstGeom>
          <a:noFill/>
          <a:ln/>
        </p:spPr>
        <p:txBody>
          <a:bodyPr wrap="square" rtlCol="0" anchor="t"/>
          <a:lstStyle/>
          <a:p>
            <a:pPr marL="0" indent="0">
              <a:lnSpc>
                <a:spcPts val="1500"/>
              </a:lnSpc>
              <a:buNone/>
            </a:pPr>
            <a:r>
              <a:rPr lang="en-US" sz="1300" b="1">
                <a:solidFill>
                  <a:srgbClr val="003362"/>
                </a:solidFill>
                <a:latin typeface="Arial" pitchFamily="34" charset="0"/>
                <a:ea typeface="Arial" pitchFamily="34" charset="-122"/>
                <a:cs typeface="Arial" pitchFamily="34" charset="-120"/>
              </a:rPr>
              <a:t>Testen na sprint</a:t>
            </a:r>
            <a:endParaRPr lang="en-US" sz="1300"/>
          </a:p>
        </p:txBody>
      </p:sp>
      <p:sp>
        <p:nvSpPr>
          <p:cNvPr id="56" name="Text 54"/>
          <p:cNvSpPr/>
          <p:nvPr/>
        </p:nvSpPr>
        <p:spPr>
          <a:xfrm>
            <a:off x="9782251" y="3182112"/>
            <a:ext cx="1775765" cy="914400"/>
          </a:xfrm>
          <a:prstGeom prst="rect">
            <a:avLst/>
          </a:prstGeom>
          <a:noFill/>
          <a:ln/>
        </p:spPr>
        <p:txBody>
          <a:bodyPr wrap="square" rtlCol="0" anchor="t"/>
          <a:lstStyle/>
          <a:p>
            <a:pPr marL="0" indent="0">
              <a:lnSpc>
                <a:spcPts val="1200"/>
              </a:lnSpc>
              <a:buNone/>
            </a:pPr>
            <a:r>
              <a:rPr lang="en-US" sz="950">
                <a:solidFill>
                  <a:srgbClr val="2B3033"/>
                </a:solidFill>
                <a:latin typeface="Arial" pitchFamily="34" charset="0"/>
                <a:ea typeface="Arial" pitchFamily="34" charset="-122"/>
                <a:cs typeface="Arial" pitchFamily="34" charset="-120"/>
              </a:rPr>
              <a:t>Acceptatietest in twee stappen: eerst door een Ritense tester, dan door de business.</a:t>
            </a:r>
            <a:endParaRPr lang="en-US" sz="950"/>
          </a:p>
        </p:txBody>
      </p:sp>
      <p:sp>
        <p:nvSpPr>
          <p:cNvPr id="57" name="Text 55"/>
          <p:cNvSpPr/>
          <p:nvPr/>
        </p:nvSpPr>
        <p:spPr>
          <a:xfrm>
            <a:off x="9654235" y="4370832"/>
            <a:ext cx="2031797" cy="182880"/>
          </a:xfrm>
          <a:prstGeom prst="rect">
            <a:avLst/>
          </a:prstGeom>
          <a:noFill/>
          <a:ln/>
        </p:spPr>
        <p:txBody>
          <a:bodyPr wrap="square" rtlCol="0" anchor="ctr"/>
          <a:lstStyle/>
          <a:p>
            <a:pPr marL="0" indent="0" algn="ctr">
              <a:buNone/>
            </a:pPr>
            <a:r>
              <a:rPr lang="en-US" sz="750" b="1" kern="0" spc="100">
                <a:solidFill>
                  <a:srgbClr val="6B7680"/>
                </a:solidFill>
                <a:latin typeface="Arial" pitchFamily="34" charset="0"/>
                <a:ea typeface="Arial" pitchFamily="34" charset="-122"/>
                <a:cs typeface="Arial" pitchFamily="34" charset="-120"/>
              </a:rPr>
              <a:t>WIE</a:t>
            </a:r>
            <a:endParaRPr lang="en-US" sz="750"/>
          </a:p>
        </p:txBody>
      </p:sp>
      <p:sp>
        <p:nvSpPr>
          <p:cNvPr id="58" name="Text 56"/>
          <p:cNvSpPr/>
          <p:nvPr/>
        </p:nvSpPr>
        <p:spPr>
          <a:xfrm>
            <a:off x="9699955" y="4553712"/>
            <a:ext cx="1940357" cy="502920"/>
          </a:xfrm>
          <a:prstGeom prst="rect">
            <a:avLst/>
          </a:prstGeom>
          <a:noFill/>
          <a:ln/>
        </p:spPr>
        <p:txBody>
          <a:bodyPr wrap="square" rtlCol="0" anchor="t"/>
          <a:lstStyle/>
          <a:p>
            <a:pPr marL="0" indent="0" algn="ctr">
              <a:lnSpc>
                <a:spcPts val="1100"/>
              </a:lnSpc>
              <a:buNone/>
            </a:pPr>
            <a:r>
              <a:rPr lang="en-US" sz="900" i="1">
                <a:solidFill>
                  <a:srgbClr val="E76734"/>
                </a:solidFill>
                <a:latin typeface="Arial" pitchFamily="34" charset="0"/>
                <a:ea typeface="Arial" pitchFamily="34" charset="-122"/>
                <a:cs typeface="Arial" pitchFamily="34" charset="-120"/>
              </a:rPr>
              <a:t>Ritense → Business (PO/SME/eindgebruikers)</a:t>
            </a:r>
            <a:endParaRPr lang="en-US" sz="900"/>
          </a:p>
        </p:txBody>
      </p:sp>
      <p:sp>
        <p:nvSpPr>
          <p:cNvPr id="59" name="Shape 57"/>
          <p:cNvSpPr/>
          <p:nvPr/>
        </p:nvSpPr>
        <p:spPr>
          <a:xfrm>
            <a:off x="502920" y="5166360"/>
            <a:ext cx="11183112" cy="438912"/>
          </a:xfrm>
          <a:prstGeom prst="roundRect">
            <a:avLst>
              <a:gd name="adj" fmla="val 12500"/>
            </a:avLst>
          </a:prstGeom>
          <a:solidFill>
            <a:srgbClr val="003362"/>
          </a:solidFill>
          <a:ln/>
        </p:spPr>
        <p:txBody>
          <a:bodyPr/>
          <a:lstStyle/>
          <a:p>
            <a:endParaRPr lang="nl-NL"/>
          </a:p>
        </p:txBody>
      </p:sp>
      <p:sp>
        <p:nvSpPr>
          <p:cNvPr id="60" name="Text 58"/>
          <p:cNvSpPr/>
          <p:nvPr/>
        </p:nvSpPr>
        <p:spPr>
          <a:xfrm>
            <a:off x="713232" y="5166360"/>
            <a:ext cx="10789920" cy="438912"/>
          </a:xfrm>
          <a:prstGeom prst="rect">
            <a:avLst/>
          </a:prstGeom>
          <a:noFill/>
          <a:ln/>
        </p:spPr>
        <p:txBody>
          <a:bodyPr wrap="square" rtlCol="0" anchor="ctr"/>
          <a:lstStyle/>
          <a:p>
            <a:pPr marL="0" indent="0">
              <a:buNone/>
            </a:pPr>
            <a:r>
              <a:rPr lang="en-US" sz="1050" i="1">
                <a:solidFill>
                  <a:srgbClr val="CFE3EF"/>
                </a:solidFill>
                <a:latin typeface="Arial" pitchFamily="34" charset="0"/>
                <a:ea typeface="Arial" pitchFamily="34" charset="-122"/>
                <a:cs typeface="Arial" pitchFamily="34" charset="-120"/>
              </a:rPr>
              <a:t>Dit ritme herhaalt zich elke sprint, van start implementatie tot en met de doorontwikkeling na de MVP.</a:t>
            </a:r>
            <a:endParaRPr lang="en-US" sz="1050"/>
          </a:p>
        </p:txBody>
      </p:sp>
      <p:sp>
        <p:nvSpPr>
          <p:cNvPr id="62" name="Folded Corner 2">
            <a:extLst>
              <a:ext uri="{FF2B5EF4-FFF2-40B4-BE49-F238E27FC236}">
                <a16:creationId xmlns:a16="http://schemas.microsoft.com/office/drawing/2014/main" id="{ADD00C71-C77F-0445-8AE6-3407656B868F}"/>
              </a:ext>
            </a:extLst>
          </p:cNvPr>
          <p:cNvSpPr/>
          <p:nvPr/>
        </p:nvSpPr>
        <p:spPr>
          <a:xfrm rot="430128">
            <a:off x="10298610" y="361246"/>
            <a:ext cx="1320581" cy="1239655"/>
          </a:xfrm>
          <a:prstGeom prst="foldedCorner">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nl-NL">
                <a:latin typeface="Helvetica Light" panose="020B0403020202020204"/>
              </a:rPr>
              <a:t>Kies deze of volgende</a:t>
            </a:r>
            <a:endParaRPr lang="nl-NL"/>
          </a:p>
        </p:txBody>
      </p:sp>
    </p:spTree>
    <p:extLst>
      <p:ext uri="{BB962C8B-B14F-4D97-AF65-F5344CB8AC3E}">
        <p14:creationId xmlns:p14="http://schemas.microsoft.com/office/powerpoint/2010/main" val="41665082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F326C45-62FA-7ADF-6B84-3AC934883CC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979CA0D-4B38-5A26-DE25-B2E24F545702}"/>
              </a:ext>
            </a:extLst>
          </p:cNvPr>
          <p:cNvSpPr/>
          <p:nvPr/>
        </p:nvSpPr>
        <p:spPr>
          <a:xfrm>
            <a:off x="-502920" y="274320"/>
            <a:ext cx="960120" cy="960120"/>
          </a:xfrm>
          <a:prstGeom prst="diamond">
            <a:avLst/>
          </a:prstGeom>
          <a:ln w="63500">
            <a:solidFill>
              <a:srgbClr val="89CDF2"/>
            </a:solidFill>
            <a:prstDash val="solid"/>
          </a:ln>
        </p:spPr>
        <p:txBody>
          <a:bodyPr/>
          <a:lstStyle/>
          <a:p>
            <a:endParaRPr lang="nl-NL"/>
          </a:p>
        </p:txBody>
      </p:sp>
      <p:sp>
        <p:nvSpPr>
          <p:cNvPr id="3" name="Text 1">
            <a:extLst>
              <a:ext uri="{FF2B5EF4-FFF2-40B4-BE49-F238E27FC236}">
                <a16:creationId xmlns:a16="http://schemas.microsoft.com/office/drawing/2014/main" id="{38F6A4F8-90BA-D3E5-5B63-20CE21B9FCC3}"/>
              </a:ext>
            </a:extLst>
          </p:cNvPr>
          <p:cNvSpPr/>
          <p:nvPr/>
        </p:nvSpPr>
        <p:spPr>
          <a:xfrm>
            <a:off x="502920" y="292608"/>
            <a:ext cx="9144000" cy="292608"/>
          </a:xfrm>
          <a:prstGeom prst="rect">
            <a:avLst/>
          </a:prstGeom>
          <a:noFill/>
          <a:ln/>
        </p:spPr>
        <p:txBody>
          <a:bodyPr wrap="square" rtlCol="0" anchor="ctr"/>
          <a:lstStyle/>
          <a:p>
            <a:pPr marL="0" indent="0">
              <a:buNone/>
            </a:pPr>
            <a:r>
              <a:rPr lang="en-US" sz="1100" b="1" kern="0" spc="150">
                <a:solidFill>
                  <a:srgbClr val="E76734"/>
                </a:solidFill>
                <a:latin typeface="Arial" pitchFamily="34" charset="0"/>
                <a:ea typeface="Arial" pitchFamily="34" charset="-122"/>
                <a:cs typeface="Arial" pitchFamily="34" charset="-120"/>
              </a:rPr>
              <a:t>WERKWIJZE</a:t>
            </a:r>
            <a:endParaRPr lang="en-US" sz="1100"/>
          </a:p>
        </p:txBody>
      </p:sp>
      <p:sp>
        <p:nvSpPr>
          <p:cNvPr id="4" name="Text 2">
            <a:extLst>
              <a:ext uri="{FF2B5EF4-FFF2-40B4-BE49-F238E27FC236}">
                <a16:creationId xmlns:a16="http://schemas.microsoft.com/office/drawing/2014/main" id="{DF90EC51-144E-3619-FAE2-00B22E507A11}"/>
              </a:ext>
            </a:extLst>
          </p:cNvPr>
          <p:cNvSpPr/>
          <p:nvPr/>
        </p:nvSpPr>
        <p:spPr>
          <a:xfrm>
            <a:off x="502920" y="566928"/>
            <a:ext cx="10515600" cy="640080"/>
          </a:xfrm>
          <a:prstGeom prst="rect">
            <a:avLst/>
          </a:prstGeom>
          <a:noFill/>
          <a:ln/>
        </p:spPr>
        <p:txBody>
          <a:bodyPr wrap="square" rtlCol="0" anchor="ctr"/>
          <a:lstStyle/>
          <a:p>
            <a:pPr marL="0" indent="0">
              <a:buNone/>
            </a:pPr>
            <a:r>
              <a:rPr lang="en-US" sz="2600" b="1">
                <a:solidFill>
                  <a:srgbClr val="003362"/>
                </a:solidFill>
                <a:latin typeface="Helvetica" pitchFamily="34" charset="0"/>
                <a:ea typeface="Helvetica" pitchFamily="34" charset="-122"/>
                <a:cs typeface="Helvetica" pitchFamily="34" charset="-120"/>
              </a:rPr>
              <a:t>Verloop van een sprint</a:t>
            </a:r>
            <a:endParaRPr lang="en-US" sz="2600"/>
          </a:p>
        </p:txBody>
      </p:sp>
      <p:sp>
        <p:nvSpPr>
          <p:cNvPr id="5" name="Shape 3">
            <a:extLst>
              <a:ext uri="{FF2B5EF4-FFF2-40B4-BE49-F238E27FC236}">
                <a16:creationId xmlns:a16="http://schemas.microsoft.com/office/drawing/2014/main" id="{6C859841-7DB8-20D4-5715-CC824DDAD555}"/>
              </a:ext>
            </a:extLst>
          </p:cNvPr>
          <p:cNvSpPr/>
          <p:nvPr/>
        </p:nvSpPr>
        <p:spPr>
          <a:xfrm>
            <a:off x="0" y="6748272"/>
            <a:ext cx="12188952" cy="109728"/>
          </a:xfrm>
          <a:prstGeom prst="rect">
            <a:avLst/>
          </a:prstGeom>
          <a:solidFill>
            <a:srgbClr val="003362"/>
          </a:solidFill>
          <a:ln/>
        </p:spPr>
        <p:txBody>
          <a:bodyPr/>
          <a:lstStyle/>
          <a:p>
            <a:endParaRPr lang="nl-NL"/>
          </a:p>
        </p:txBody>
      </p:sp>
      <p:sp>
        <p:nvSpPr>
          <p:cNvPr id="6" name="Text 4">
            <a:extLst>
              <a:ext uri="{FF2B5EF4-FFF2-40B4-BE49-F238E27FC236}">
                <a16:creationId xmlns:a16="http://schemas.microsoft.com/office/drawing/2014/main" id="{CAAD4563-4BE1-1062-ACC7-9807204F445D}"/>
              </a:ext>
            </a:extLst>
          </p:cNvPr>
          <p:cNvSpPr/>
          <p:nvPr/>
        </p:nvSpPr>
        <p:spPr>
          <a:xfrm>
            <a:off x="10680192" y="6355080"/>
            <a:ext cx="1049274" cy="248717"/>
          </a:xfrm>
          <a:prstGeom prst="rect">
            <a:avLst/>
          </a:prstGeom>
          <a:noFill/>
          <a:ln/>
        </p:spPr>
        <p:txBody>
          <a:bodyPr wrap="square" rtlCol="0" anchor="ctr"/>
          <a:lstStyle/>
          <a:p>
            <a:pPr marL="0" indent="0" algn="l">
              <a:buNone/>
            </a:pPr>
            <a:r>
              <a:rPr lang="en-US" sz="1275" b="1">
                <a:solidFill>
                  <a:srgbClr val="003362"/>
                </a:solidFill>
                <a:latin typeface="Helvetica" pitchFamily="34" charset="0"/>
                <a:ea typeface="Helvetica" pitchFamily="34" charset="-122"/>
                <a:cs typeface="Helvetica" pitchFamily="34" charset="-120"/>
              </a:rPr>
              <a:t>ritense</a:t>
            </a:r>
            <a:endParaRPr lang="en-US" sz="1275"/>
          </a:p>
        </p:txBody>
      </p:sp>
      <p:sp>
        <p:nvSpPr>
          <p:cNvPr id="7" name="Shape 5">
            <a:extLst>
              <a:ext uri="{FF2B5EF4-FFF2-40B4-BE49-F238E27FC236}">
                <a16:creationId xmlns:a16="http://schemas.microsoft.com/office/drawing/2014/main" id="{FCBCD142-31EE-4AF1-4A68-464D4B75E13E}"/>
              </a:ext>
            </a:extLst>
          </p:cNvPr>
          <p:cNvSpPr/>
          <p:nvPr/>
        </p:nvSpPr>
        <p:spPr>
          <a:xfrm>
            <a:off x="10866730" y="6308446"/>
            <a:ext cx="38862" cy="38862"/>
          </a:xfrm>
          <a:prstGeom prst="ellipse">
            <a:avLst/>
          </a:prstGeom>
          <a:solidFill>
            <a:srgbClr val="E76734"/>
          </a:solidFill>
          <a:ln/>
        </p:spPr>
        <p:txBody>
          <a:bodyPr/>
          <a:lstStyle/>
          <a:p>
            <a:endParaRPr lang="nl-NL"/>
          </a:p>
        </p:txBody>
      </p:sp>
      <p:sp>
        <p:nvSpPr>
          <p:cNvPr id="8" name="Shape 6">
            <a:extLst>
              <a:ext uri="{FF2B5EF4-FFF2-40B4-BE49-F238E27FC236}">
                <a16:creationId xmlns:a16="http://schemas.microsoft.com/office/drawing/2014/main" id="{2E29070C-6FFF-FEAC-4531-7FABFEDA1844}"/>
              </a:ext>
            </a:extLst>
          </p:cNvPr>
          <p:cNvSpPr/>
          <p:nvPr/>
        </p:nvSpPr>
        <p:spPr>
          <a:xfrm>
            <a:off x="11006633" y="6308446"/>
            <a:ext cx="38862" cy="38862"/>
          </a:xfrm>
          <a:prstGeom prst="ellipse">
            <a:avLst/>
          </a:prstGeom>
          <a:solidFill>
            <a:srgbClr val="E76734"/>
          </a:solidFill>
          <a:ln/>
        </p:spPr>
        <p:txBody>
          <a:bodyPr/>
          <a:lstStyle/>
          <a:p>
            <a:endParaRPr lang="nl-NL"/>
          </a:p>
        </p:txBody>
      </p:sp>
      <p:sp>
        <p:nvSpPr>
          <p:cNvPr id="9" name="Shape 7">
            <a:extLst>
              <a:ext uri="{FF2B5EF4-FFF2-40B4-BE49-F238E27FC236}">
                <a16:creationId xmlns:a16="http://schemas.microsoft.com/office/drawing/2014/main" id="{CDDA7E61-1444-7881-AF7B-BD6D1C16A92F}"/>
              </a:ext>
            </a:extLst>
          </p:cNvPr>
          <p:cNvSpPr/>
          <p:nvPr/>
        </p:nvSpPr>
        <p:spPr>
          <a:xfrm>
            <a:off x="11146536" y="6308446"/>
            <a:ext cx="38862" cy="38862"/>
          </a:xfrm>
          <a:prstGeom prst="ellipse">
            <a:avLst/>
          </a:prstGeom>
          <a:solidFill>
            <a:srgbClr val="E76734"/>
          </a:solidFill>
          <a:ln/>
        </p:spPr>
        <p:txBody>
          <a:bodyPr/>
          <a:lstStyle/>
          <a:p>
            <a:endParaRPr lang="nl-NL"/>
          </a:p>
        </p:txBody>
      </p:sp>
      <p:sp>
        <p:nvSpPr>
          <p:cNvPr id="10" name="Shape 8">
            <a:extLst>
              <a:ext uri="{FF2B5EF4-FFF2-40B4-BE49-F238E27FC236}">
                <a16:creationId xmlns:a16="http://schemas.microsoft.com/office/drawing/2014/main" id="{2B09F29D-46BE-6C04-8DDA-2AD4FDFE7808}"/>
              </a:ext>
            </a:extLst>
          </p:cNvPr>
          <p:cNvSpPr/>
          <p:nvPr/>
        </p:nvSpPr>
        <p:spPr>
          <a:xfrm>
            <a:off x="11418570" y="6308446"/>
            <a:ext cx="38862" cy="38862"/>
          </a:xfrm>
          <a:prstGeom prst="ellipse">
            <a:avLst/>
          </a:prstGeom>
          <a:solidFill>
            <a:srgbClr val="003362"/>
          </a:solidFill>
          <a:ln/>
        </p:spPr>
        <p:txBody>
          <a:bodyPr/>
          <a:lstStyle/>
          <a:p>
            <a:endParaRPr lang="nl-NL"/>
          </a:p>
        </p:txBody>
      </p:sp>
      <p:sp>
        <p:nvSpPr>
          <p:cNvPr id="11" name="Text 9">
            <a:extLst>
              <a:ext uri="{FF2B5EF4-FFF2-40B4-BE49-F238E27FC236}">
                <a16:creationId xmlns:a16="http://schemas.microsoft.com/office/drawing/2014/main" id="{B87B93C5-4049-FDE1-F7D3-2C1D32BDAF58}"/>
              </a:ext>
            </a:extLst>
          </p:cNvPr>
          <p:cNvSpPr/>
          <p:nvPr/>
        </p:nvSpPr>
        <p:spPr>
          <a:xfrm>
            <a:off x="457200" y="6355080"/>
            <a:ext cx="5486400" cy="320040"/>
          </a:xfrm>
          <a:prstGeom prst="rect">
            <a:avLst/>
          </a:prstGeom>
          <a:noFill/>
          <a:ln/>
        </p:spPr>
        <p:txBody>
          <a:bodyPr wrap="square" rtlCol="0" anchor="ctr"/>
          <a:lstStyle/>
          <a:p>
            <a:pPr marL="0" indent="0">
              <a:buNone/>
            </a:pPr>
            <a:r>
              <a:rPr lang="en-US" sz="950" i="1">
                <a:solidFill>
                  <a:srgbClr val="6B7680"/>
                </a:solidFill>
                <a:latin typeface="Arial" pitchFamily="34" charset="0"/>
                <a:ea typeface="Arial" pitchFamily="34" charset="-122"/>
                <a:cs typeface="Arial" pitchFamily="34" charset="-120"/>
              </a:rPr>
              <a:t>Werkwijze — sprintritme</a:t>
            </a:r>
            <a:endParaRPr lang="en-US" sz="950"/>
          </a:p>
        </p:txBody>
      </p:sp>
      <p:sp>
        <p:nvSpPr>
          <p:cNvPr id="12" name="Text 10">
            <a:extLst>
              <a:ext uri="{FF2B5EF4-FFF2-40B4-BE49-F238E27FC236}">
                <a16:creationId xmlns:a16="http://schemas.microsoft.com/office/drawing/2014/main" id="{C25218B9-6B83-136B-506E-0E93B95BD119}"/>
              </a:ext>
            </a:extLst>
          </p:cNvPr>
          <p:cNvSpPr/>
          <p:nvPr/>
        </p:nvSpPr>
        <p:spPr>
          <a:xfrm>
            <a:off x="502920" y="1298448"/>
            <a:ext cx="11155680" cy="320040"/>
          </a:xfrm>
          <a:prstGeom prst="rect">
            <a:avLst/>
          </a:prstGeom>
          <a:noFill/>
          <a:ln/>
        </p:spPr>
        <p:txBody>
          <a:bodyPr wrap="square" rtlCol="0" anchor="ctr"/>
          <a:lstStyle/>
          <a:p>
            <a:pPr marL="0" indent="0">
              <a:buNone/>
            </a:pPr>
            <a:r>
              <a:rPr lang="en-US" sz="1200" i="1">
                <a:solidFill>
                  <a:srgbClr val="6B7680"/>
                </a:solidFill>
                <a:latin typeface="Arial" pitchFamily="34" charset="0"/>
                <a:ea typeface="Arial" pitchFamily="34" charset="-122"/>
                <a:cs typeface="Arial" pitchFamily="34" charset="-120"/>
              </a:rPr>
              <a:t>Een sprint </a:t>
            </a:r>
            <a:r>
              <a:rPr lang="en-US" sz="1200" i="1" err="1">
                <a:solidFill>
                  <a:srgbClr val="6B7680"/>
                </a:solidFill>
                <a:latin typeface="Arial" pitchFamily="34" charset="0"/>
                <a:ea typeface="Arial" pitchFamily="34" charset="-122"/>
                <a:cs typeface="Arial" pitchFamily="34" charset="-120"/>
              </a:rPr>
              <a:t>duurt</a:t>
            </a:r>
            <a:r>
              <a:rPr lang="en-US" sz="1200" i="1">
                <a:solidFill>
                  <a:srgbClr val="6B7680"/>
                </a:solidFill>
                <a:latin typeface="Arial" pitchFamily="34" charset="0"/>
                <a:ea typeface="Arial" pitchFamily="34" charset="-122"/>
                <a:cs typeface="Arial" pitchFamily="34" charset="-120"/>
              </a:rPr>
              <a:t> 3 weken — dit is het vaste ritme daarbinnen.</a:t>
            </a:r>
            <a:endParaRPr lang="en-US" sz="1200"/>
          </a:p>
        </p:txBody>
      </p:sp>
      <p:sp>
        <p:nvSpPr>
          <p:cNvPr id="13" name="Shape 11">
            <a:extLst>
              <a:ext uri="{FF2B5EF4-FFF2-40B4-BE49-F238E27FC236}">
                <a16:creationId xmlns:a16="http://schemas.microsoft.com/office/drawing/2014/main" id="{1D204873-CA2D-F9FB-752D-91386E4855BE}"/>
              </a:ext>
            </a:extLst>
          </p:cNvPr>
          <p:cNvSpPr/>
          <p:nvPr/>
        </p:nvSpPr>
        <p:spPr>
          <a:xfrm>
            <a:off x="1528327" y="1765582"/>
            <a:ext cx="2031797" cy="365760"/>
          </a:xfrm>
          <a:prstGeom prst="roundRect">
            <a:avLst>
              <a:gd name="adj" fmla="val 15000"/>
            </a:avLst>
          </a:prstGeom>
          <a:solidFill>
            <a:srgbClr val="F5F8FA"/>
          </a:solidFill>
          <a:ln w="12700">
            <a:solidFill>
              <a:srgbClr val="003362"/>
            </a:solidFill>
            <a:prstDash val="dash"/>
          </a:ln>
        </p:spPr>
        <p:txBody>
          <a:bodyPr/>
          <a:lstStyle/>
          <a:p>
            <a:endParaRPr lang="nl-NL"/>
          </a:p>
        </p:txBody>
      </p:sp>
      <p:sp>
        <p:nvSpPr>
          <p:cNvPr id="14" name="Text 12">
            <a:extLst>
              <a:ext uri="{FF2B5EF4-FFF2-40B4-BE49-F238E27FC236}">
                <a16:creationId xmlns:a16="http://schemas.microsoft.com/office/drawing/2014/main" id="{937F7D79-7B48-B048-D247-B5F449DA4D29}"/>
              </a:ext>
            </a:extLst>
          </p:cNvPr>
          <p:cNvSpPr/>
          <p:nvPr/>
        </p:nvSpPr>
        <p:spPr>
          <a:xfrm>
            <a:off x="1574047" y="1765582"/>
            <a:ext cx="1940357" cy="365760"/>
          </a:xfrm>
          <a:prstGeom prst="rect">
            <a:avLst/>
          </a:prstGeom>
          <a:noFill/>
          <a:ln/>
        </p:spPr>
        <p:txBody>
          <a:bodyPr wrap="square" rtlCol="0" anchor="ctr"/>
          <a:lstStyle/>
          <a:p>
            <a:pPr marL="0" indent="0" algn="ctr">
              <a:buNone/>
            </a:pPr>
            <a:r>
              <a:rPr lang="en-US" sz="800" i="1">
                <a:solidFill>
                  <a:srgbClr val="6B7680"/>
                </a:solidFill>
                <a:latin typeface="Arial" pitchFamily="34" charset="0"/>
                <a:ea typeface="Arial" pitchFamily="34" charset="-122"/>
                <a:cs typeface="Arial" pitchFamily="34" charset="-120"/>
              </a:rPr>
              <a:t>loopt parallel, voor volgende sprint</a:t>
            </a:r>
            <a:endParaRPr lang="en-US" sz="800"/>
          </a:p>
        </p:txBody>
      </p:sp>
      <p:sp>
        <p:nvSpPr>
          <p:cNvPr id="15" name="Shape 13">
            <a:extLst>
              <a:ext uri="{FF2B5EF4-FFF2-40B4-BE49-F238E27FC236}">
                <a16:creationId xmlns:a16="http://schemas.microsoft.com/office/drawing/2014/main" id="{638F9203-69F2-64DF-518D-40A29889921A}"/>
              </a:ext>
            </a:extLst>
          </p:cNvPr>
          <p:cNvSpPr/>
          <p:nvPr/>
        </p:nvSpPr>
        <p:spPr>
          <a:xfrm>
            <a:off x="2315625" y="2039902"/>
            <a:ext cx="457200" cy="457200"/>
          </a:xfrm>
          <a:prstGeom prst="ellipse">
            <a:avLst/>
          </a:prstGeom>
          <a:solidFill>
            <a:srgbClr val="003362"/>
          </a:solidFill>
          <a:ln w="25400">
            <a:solidFill>
              <a:srgbClr val="FFFFFF"/>
            </a:solidFill>
            <a:prstDash val="solid"/>
          </a:ln>
        </p:spPr>
        <p:txBody>
          <a:bodyPr/>
          <a:lstStyle/>
          <a:p>
            <a:endParaRPr lang="nl-NL"/>
          </a:p>
        </p:txBody>
      </p:sp>
      <p:sp>
        <p:nvSpPr>
          <p:cNvPr id="16" name="Text 14">
            <a:extLst>
              <a:ext uri="{FF2B5EF4-FFF2-40B4-BE49-F238E27FC236}">
                <a16:creationId xmlns:a16="http://schemas.microsoft.com/office/drawing/2014/main" id="{AC4C404B-BCF3-A2FF-7C1A-07E82E45D72A}"/>
              </a:ext>
            </a:extLst>
          </p:cNvPr>
          <p:cNvSpPr/>
          <p:nvPr/>
        </p:nvSpPr>
        <p:spPr>
          <a:xfrm>
            <a:off x="2315625" y="2039902"/>
            <a:ext cx="457200" cy="457200"/>
          </a:xfrm>
          <a:prstGeom prst="rect">
            <a:avLst/>
          </a:prstGeom>
          <a:noFill/>
          <a:ln/>
        </p:spPr>
        <p:txBody>
          <a:bodyPr wrap="square" rtlCol="0" anchor="ctr"/>
          <a:lstStyle/>
          <a:p>
            <a:pPr marL="0" indent="0" algn="ctr">
              <a:buNone/>
            </a:pPr>
            <a:r>
              <a:rPr lang="en-US" sz="1600" b="1">
                <a:solidFill>
                  <a:srgbClr val="FFFFFF"/>
                </a:solidFill>
                <a:latin typeface="Helvetica" pitchFamily="34" charset="0"/>
                <a:ea typeface="Helvetica" pitchFamily="34" charset="-122"/>
                <a:cs typeface="Helvetica" pitchFamily="34" charset="-120"/>
              </a:rPr>
              <a:t>1</a:t>
            </a:r>
            <a:endParaRPr lang="en-US" sz="1600"/>
          </a:p>
        </p:txBody>
      </p:sp>
      <p:sp>
        <p:nvSpPr>
          <p:cNvPr id="17" name="Shape 15">
            <a:extLst>
              <a:ext uri="{FF2B5EF4-FFF2-40B4-BE49-F238E27FC236}">
                <a16:creationId xmlns:a16="http://schemas.microsoft.com/office/drawing/2014/main" id="{AE7A972B-13F6-46EE-42FF-3A3AB5A5A440}"/>
              </a:ext>
            </a:extLst>
          </p:cNvPr>
          <p:cNvSpPr/>
          <p:nvPr/>
        </p:nvSpPr>
        <p:spPr>
          <a:xfrm>
            <a:off x="1528327" y="2588542"/>
            <a:ext cx="2031797" cy="1645920"/>
          </a:xfrm>
          <a:prstGeom prst="roundRect">
            <a:avLst>
              <a:gd name="adj" fmla="val 4444"/>
            </a:avLst>
          </a:prstGeom>
          <a:solidFill>
            <a:srgbClr val="F5F8FA"/>
          </a:solidFill>
          <a:ln/>
          <a:effectLst>
            <a:outerShdw blurRad="63500" dist="25400" dir="5400000" algn="bl" rotWithShape="0">
              <a:srgbClr val="000000">
                <a:alpha val="12000"/>
              </a:srgbClr>
            </a:outerShdw>
          </a:effectLst>
        </p:spPr>
        <p:txBody>
          <a:bodyPr/>
          <a:lstStyle/>
          <a:p>
            <a:endParaRPr lang="nl-NL"/>
          </a:p>
        </p:txBody>
      </p:sp>
      <p:sp>
        <p:nvSpPr>
          <p:cNvPr id="18" name="Shape 16">
            <a:extLst>
              <a:ext uri="{FF2B5EF4-FFF2-40B4-BE49-F238E27FC236}">
                <a16:creationId xmlns:a16="http://schemas.microsoft.com/office/drawing/2014/main" id="{361B3E8F-4E01-89D9-07BA-3253C2ADBDCB}"/>
              </a:ext>
            </a:extLst>
          </p:cNvPr>
          <p:cNvSpPr/>
          <p:nvPr/>
        </p:nvSpPr>
        <p:spPr>
          <a:xfrm>
            <a:off x="1528327" y="2588542"/>
            <a:ext cx="2031797" cy="64008"/>
          </a:xfrm>
          <a:prstGeom prst="rect">
            <a:avLst/>
          </a:prstGeom>
          <a:solidFill>
            <a:srgbClr val="003362"/>
          </a:solidFill>
          <a:ln/>
        </p:spPr>
        <p:txBody>
          <a:bodyPr/>
          <a:lstStyle/>
          <a:p>
            <a:endParaRPr lang="nl-NL"/>
          </a:p>
        </p:txBody>
      </p:sp>
      <p:sp>
        <p:nvSpPr>
          <p:cNvPr id="19" name="Text 17">
            <a:extLst>
              <a:ext uri="{FF2B5EF4-FFF2-40B4-BE49-F238E27FC236}">
                <a16:creationId xmlns:a16="http://schemas.microsoft.com/office/drawing/2014/main" id="{3C769216-F244-8101-D7B7-54B46EB8F567}"/>
              </a:ext>
            </a:extLst>
          </p:cNvPr>
          <p:cNvSpPr/>
          <p:nvPr/>
        </p:nvSpPr>
        <p:spPr>
          <a:xfrm>
            <a:off x="1656343" y="2734846"/>
            <a:ext cx="1775765" cy="457200"/>
          </a:xfrm>
          <a:prstGeom prst="rect">
            <a:avLst/>
          </a:prstGeom>
          <a:noFill/>
          <a:ln/>
        </p:spPr>
        <p:txBody>
          <a:bodyPr wrap="square" rtlCol="0" anchor="t"/>
          <a:lstStyle/>
          <a:p>
            <a:pPr marL="0" indent="0">
              <a:lnSpc>
                <a:spcPts val="1500"/>
              </a:lnSpc>
              <a:buNone/>
            </a:pPr>
            <a:r>
              <a:rPr lang="en-US" sz="1300" b="1">
                <a:solidFill>
                  <a:srgbClr val="003362"/>
                </a:solidFill>
                <a:latin typeface="Arial" pitchFamily="34" charset="0"/>
                <a:ea typeface="Arial" pitchFamily="34" charset="-122"/>
                <a:cs typeface="Arial" pitchFamily="34" charset="-120"/>
              </a:rPr>
              <a:t>Refinement</a:t>
            </a:r>
            <a:endParaRPr lang="en-US" sz="1300"/>
          </a:p>
        </p:txBody>
      </p:sp>
      <p:sp>
        <p:nvSpPr>
          <p:cNvPr id="20" name="Text 18">
            <a:extLst>
              <a:ext uri="{FF2B5EF4-FFF2-40B4-BE49-F238E27FC236}">
                <a16:creationId xmlns:a16="http://schemas.microsoft.com/office/drawing/2014/main" id="{2E7B18F6-FC27-97C6-1D99-C314D0E8C8E3}"/>
              </a:ext>
            </a:extLst>
          </p:cNvPr>
          <p:cNvSpPr/>
          <p:nvPr/>
        </p:nvSpPr>
        <p:spPr>
          <a:xfrm>
            <a:off x="1656343" y="3210334"/>
            <a:ext cx="1775765" cy="914400"/>
          </a:xfrm>
          <a:prstGeom prst="rect">
            <a:avLst/>
          </a:prstGeom>
          <a:noFill/>
          <a:ln/>
        </p:spPr>
        <p:txBody>
          <a:bodyPr wrap="square" rtlCol="0" anchor="t"/>
          <a:lstStyle/>
          <a:p>
            <a:pPr marL="0" indent="0">
              <a:lnSpc>
                <a:spcPts val="1200"/>
              </a:lnSpc>
              <a:buNone/>
            </a:pPr>
            <a:r>
              <a:rPr lang="en-US" sz="950">
                <a:solidFill>
                  <a:srgbClr val="2B3033"/>
                </a:solidFill>
                <a:latin typeface="Arial" pitchFamily="34" charset="0"/>
                <a:ea typeface="Arial" pitchFamily="34" charset="-122"/>
                <a:cs typeface="Arial" pitchFamily="34" charset="-120"/>
              </a:rPr>
              <a:t>Individuele functionaliteiten worden in detail uitgewerkt en gereed gemaakt voor een volgende sprint.</a:t>
            </a:r>
            <a:endParaRPr lang="en-US" sz="950"/>
          </a:p>
        </p:txBody>
      </p:sp>
      <p:sp>
        <p:nvSpPr>
          <p:cNvPr id="21" name="Text 19">
            <a:extLst>
              <a:ext uri="{FF2B5EF4-FFF2-40B4-BE49-F238E27FC236}">
                <a16:creationId xmlns:a16="http://schemas.microsoft.com/office/drawing/2014/main" id="{D490B8B5-5771-CD27-265D-7929DA241505}"/>
              </a:ext>
            </a:extLst>
          </p:cNvPr>
          <p:cNvSpPr/>
          <p:nvPr/>
        </p:nvSpPr>
        <p:spPr>
          <a:xfrm>
            <a:off x="1528327" y="4399054"/>
            <a:ext cx="2031797" cy="182880"/>
          </a:xfrm>
          <a:prstGeom prst="rect">
            <a:avLst/>
          </a:prstGeom>
          <a:noFill/>
          <a:ln/>
        </p:spPr>
        <p:txBody>
          <a:bodyPr wrap="square" rtlCol="0" anchor="ctr"/>
          <a:lstStyle/>
          <a:p>
            <a:pPr marL="0" indent="0" algn="ctr">
              <a:buNone/>
            </a:pPr>
            <a:r>
              <a:rPr lang="en-US" sz="750" b="1" kern="0" spc="100">
                <a:solidFill>
                  <a:srgbClr val="6B7680"/>
                </a:solidFill>
                <a:latin typeface="Arial" pitchFamily="34" charset="0"/>
                <a:ea typeface="Arial" pitchFamily="34" charset="-122"/>
                <a:cs typeface="Arial" pitchFamily="34" charset="-120"/>
              </a:rPr>
              <a:t>WIE</a:t>
            </a:r>
            <a:endParaRPr lang="en-US" sz="750"/>
          </a:p>
        </p:txBody>
      </p:sp>
      <p:sp>
        <p:nvSpPr>
          <p:cNvPr id="22" name="Text 20">
            <a:extLst>
              <a:ext uri="{FF2B5EF4-FFF2-40B4-BE49-F238E27FC236}">
                <a16:creationId xmlns:a16="http://schemas.microsoft.com/office/drawing/2014/main" id="{E64289B5-ED3A-D2A1-A127-8E8397071B1F}"/>
              </a:ext>
            </a:extLst>
          </p:cNvPr>
          <p:cNvSpPr/>
          <p:nvPr/>
        </p:nvSpPr>
        <p:spPr>
          <a:xfrm>
            <a:off x="1574047" y="4581934"/>
            <a:ext cx="1940357" cy="502920"/>
          </a:xfrm>
          <a:prstGeom prst="rect">
            <a:avLst/>
          </a:prstGeom>
          <a:noFill/>
          <a:ln/>
        </p:spPr>
        <p:txBody>
          <a:bodyPr wrap="square" rtlCol="0" anchor="t"/>
          <a:lstStyle/>
          <a:p>
            <a:pPr marL="0" indent="0" algn="ctr">
              <a:lnSpc>
                <a:spcPts val="1100"/>
              </a:lnSpc>
              <a:buNone/>
            </a:pPr>
            <a:r>
              <a:rPr lang="en-US" sz="900" i="1">
                <a:solidFill>
                  <a:srgbClr val="003362"/>
                </a:solidFill>
                <a:latin typeface="Arial" pitchFamily="34" charset="0"/>
                <a:ea typeface="Arial" pitchFamily="34" charset="-122"/>
                <a:cs typeface="Arial" pitchFamily="34" charset="-120"/>
              </a:rPr>
              <a:t>Ritense + Subject Matter Experts</a:t>
            </a:r>
            <a:endParaRPr lang="en-US" sz="900"/>
          </a:p>
        </p:txBody>
      </p:sp>
      <p:sp>
        <p:nvSpPr>
          <p:cNvPr id="23" name="Shape 21">
            <a:extLst>
              <a:ext uri="{FF2B5EF4-FFF2-40B4-BE49-F238E27FC236}">
                <a16:creationId xmlns:a16="http://schemas.microsoft.com/office/drawing/2014/main" id="{A7935012-2310-2A63-D381-E93DC1FFA117}"/>
              </a:ext>
            </a:extLst>
          </p:cNvPr>
          <p:cNvSpPr/>
          <p:nvPr/>
        </p:nvSpPr>
        <p:spPr>
          <a:xfrm>
            <a:off x="3560124" y="3169186"/>
            <a:ext cx="256032" cy="164592"/>
          </a:xfrm>
          <a:prstGeom prst="rightArrow">
            <a:avLst/>
          </a:prstGeom>
          <a:solidFill>
            <a:srgbClr val="C7D2D6"/>
          </a:solidFill>
          <a:ln/>
        </p:spPr>
        <p:txBody>
          <a:bodyPr/>
          <a:lstStyle/>
          <a:p>
            <a:endParaRPr lang="nl-NL"/>
          </a:p>
        </p:txBody>
      </p:sp>
      <p:sp>
        <p:nvSpPr>
          <p:cNvPr id="24" name="Shape 22">
            <a:extLst>
              <a:ext uri="{FF2B5EF4-FFF2-40B4-BE49-F238E27FC236}">
                <a16:creationId xmlns:a16="http://schemas.microsoft.com/office/drawing/2014/main" id="{3741CB43-87ED-9954-9F02-E22BFB042E2C}"/>
              </a:ext>
            </a:extLst>
          </p:cNvPr>
          <p:cNvSpPr/>
          <p:nvPr/>
        </p:nvSpPr>
        <p:spPr>
          <a:xfrm>
            <a:off x="4603454" y="2039902"/>
            <a:ext cx="457200" cy="457200"/>
          </a:xfrm>
          <a:prstGeom prst="ellipse">
            <a:avLst/>
          </a:prstGeom>
          <a:solidFill>
            <a:srgbClr val="E76734"/>
          </a:solidFill>
          <a:ln w="25400">
            <a:solidFill>
              <a:srgbClr val="FFFFFF"/>
            </a:solidFill>
            <a:prstDash val="solid"/>
          </a:ln>
        </p:spPr>
        <p:txBody>
          <a:bodyPr/>
          <a:lstStyle/>
          <a:p>
            <a:endParaRPr lang="nl-NL"/>
          </a:p>
        </p:txBody>
      </p:sp>
      <p:sp>
        <p:nvSpPr>
          <p:cNvPr id="25" name="Text 23">
            <a:extLst>
              <a:ext uri="{FF2B5EF4-FFF2-40B4-BE49-F238E27FC236}">
                <a16:creationId xmlns:a16="http://schemas.microsoft.com/office/drawing/2014/main" id="{2B6D13A6-8527-C06B-6D91-FEEE6161E97A}"/>
              </a:ext>
            </a:extLst>
          </p:cNvPr>
          <p:cNvSpPr/>
          <p:nvPr/>
        </p:nvSpPr>
        <p:spPr>
          <a:xfrm>
            <a:off x="4603454" y="2039902"/>
            <a:ext cx="457200" cy="457200"/>
          </a:xfrm>
          <a:prstGeom prst="rect">
            <a:avLst/>
          </a:prstGeom>
          <a:noFill/>
          <a:ln/>
        </p:spPr>
        <p:txBody>
          <a:bodyPr wrap="square" rtlCol="0" anchor="ctr"/>
          <a:lstStyle/>
          <a:p>
            <a:pPr marL="0" indent="0" algn="ctr">
              <a:buNone/>
            </a:pPr>
            <a:r>
              <a:rPr lang="en-US" sz="1600" b="1">
                <a:solidFill>
                  <a:srgbClr val="FFFFFF"/>
                </a:solidFill>
                <a:latin typeface="Helvetica" pitchFamily="34" charset="0"/>
                <a:ea typeface="Helvetica" pitchFamily="34" charset="-122"/>
                <a:cs typeface="Helvetica" pitchFamily="34" charset="-120"/>
              </a:rPr>
              <a:t>2</a:t>
            </a:r>
            <a:endParaRPr lang="en-US" sz="1600"/>
          </a:p>
        </p:txBody>
      </p:sp>
      <p:sp>
        <p:nvSpPr>
          <p:cNvPr id="26" name="Shape 24">
            <a:extLst>
              <a:ext uri="{FF2B5EF4-FFF2-40B4-BE49-F238E27FC236}">
                <a16:creationId xmlns:a16="http://schemas.microsoft.com/office/drawing/2014/main" id="{197FFAE1-C1DD-5153-212F-F551AE47C894}"/>
              </a:ext>
            </a:extLst>
          </p:cNvPr>
          <p:cNvSpPr/>
          <p:nvPr/>
        </p:nvSpPr>
        <p:spPr>
          <a:xfrm>
            <a:off x="3816156" y="2588542"/>
            <a:ext cx="2031797" cy="1645920"/>
          </a:xfrm>
          <a:prstGeom prst="roundRect">
            <a:avLst>
              <a:gd name="adj" fmla="val 4444"/>
            </a:avLst>
          </a:prstGeom>
          <a:solidFill>
            <a:srgbClr val="F5F8FA"/>
          </a:solidFill>
          <a:ln/>
          <a:effectLst>
            <a:outerShdw blurRad="63500" dist="25400" dir="5400000" algn="bl" rotWithShape="0">
              <a:srgbClr val="000000">
                <a:alpha val="12000"/>
              </a:srgbClr>
            </a:outerShdw>
          </a:effectLst>
        </p:spPr>
        <p:txBody>
          <a:bodyPr/>
          <a:lstStyle/>
          <a:p>
            <a:endParaRPr lang="nl-NL"/>
          </a:p>
        </p:txBody>
      </p:sp>
      <p:sp>
        <p:nvSpPr>
          <p:cNvPr id="27" name="Shape 25">
            <a:extLst>
              <a:ext uri="{FF2B5EF4-FFF2-40B4-BE49-F238E27FC236}">
                <a16:creationId xmlns:a16="http://schemas.microsoft.com/office/drawing/2014/main" id="{0E0C2E45-7823-B12E-F27F-6A92D6AFF87E}"/>
              </a:ext>
            </a:extLst>
          </p:cNvPr>
          <p:cNvSpPr/>
          <p:nvPr/>
        </p:nvSpPr>
        <p:spPr>
          <a:xfrm>
            <a:off x="3816156" y="2588542"/>
            <a:ext cx="2031797" cy="64008"/>
          </a:xfrm>
          <a:prstGeom prst="rect">
            <a:avLst/>
          </a:prstGeom>
          <a:solidFill>
            <a:srgbClr val="E76734"/>
          </a:solidFill>
          <a:ln/>
        </p:spPr>
        <p:txBody>
          <a:bodyPr/>
          <a:lstStyle/>
          <a:p>
            <a:endParaRPr lang="nl-NL"/>
          </a:p>
        </p:txBody>
      </p:sp>
      <p:sp>
        <p:nvSpPr>
          <p:cNvPr id="28" name="Text 26">
            <a:extLst>
              <a:ext uri="{FF2B5EF4-FFF2-40B4-BE49-F238E27FC236}">
                <a16:creationId xmlns:a16="http://schemas.microsoft.com/office/drawing/2014/main" id="{2CE24382-6631-3D4C-6177-BE512366F8B3}"/>
              </a:ext>
            </a:extLst>
          </p:cNvPr>
          <p:cNvSpPr/>
          <p:nvPr/>
        </p:nvSpPr>
        <p:spPr>
          <a:xfrm>
            <a:off x="3944172" y="2734846"/>
            <a:ext cx="1775765" cy="457200"/>
          </a:xfrm>
          <a:prstGeom prst="rect">
            <a:avLst/>
          </a:prstGeom>
          <a:noFill/>
          <a:ln/>
        </p:spPr>
        <p:txBody>
          <a:bodyPr wrap="square" lIns="91440" tIns="45720" rIns="91440" bIns="45720" rtlCol="0" anchor="t"/>
          <a:lstStyle/>
          <a:p>
            <a:pPr>
              <a:lnSpc>
                <a:spcPts val="1500"/>
              </a:lnSpc>
            </a:pPr>
            <a:r>
              <a:rPr lang="en-US" sz="1300" b="1" err="1">
                <a:solidFill>
                  <a:srgbClr val="003362"/>
                </a:solidFill>
                <a:latin typeface="Arial"/>
                <a:ea typeface="Arial" pitchFamily="34" charset="-122"/>
                <a:cs typeface="Arial"/>
              </a:rPr>
              <a:t>Uitvoering</a:t>
            </a:r>
            <a:r>
              <a:rPr lang="en-US" sz="1300" b="1">
                <a:solidFill>
                  <a:srgbClr val="003362"/>
                </a:solidFill>
                <a:latin typeface="Arial"/>
                <a:ea typeface="Arial" pitchFamily="34" charset="-122"/>
                <a:cs typeface="Arial"/>
              </a:rPr>
              <a:t> / Testen</a:t>
            </a:r>
            <a:endParaRPr lang="en-US" sz="1300"/>
          </a:p>
        </p:txBody>
      </p:sp>
      <p:sp>
        <p:nvSpPr>
          <p:cNvPr id="29" name="Text 27">
            <a:extLst>
              <a:ext uri="{FF2B5EF4-FFF2-40B4-BE49-F238E27FC236}">
                <a16:creationId xmlns:a16="http://schemas.microsoft.com/office/drawing/2014/main" id="{A1185C08-862A-0C18-03ED-C4A0A245AAF7}"/>
              </a:ext>
            </a:extLst>
          </p:cNvPr>
          <p:cNvSpPr/>
          <p:nvPr/>
        </p:nvSpPr>
        <p:spPr>
          <a:xfrm>
            <a:off x="3944172" y="3210334"/>
            <a:ext cx="1775765" cy="914400"/>
          </a:xfrm>
          <a:prstGeom prst="rect">
            <a:avLst/>
          </a:prstGeom>
          <a:noFill/>
          <a:ln/>
        </p:spPr>
        <p:txBody>
          <a:bodyPr wrap="square" lIns="91440" tIns="45720" rIns="91440" bIns="45720" rtlCol="0" anchor="t"/>
          <a:lstStyle/>
          <a:p>
            <a:pPr marL="0" indent="0">
              <a:lnSpc>
                <a:spcPts val="1200"/>
              </a:lnSpc>
              <a:buNone/>
            </a:pPr>
            <a:r>
              <a:rPr lang="en-US" sz="950">
                <a:solidFill>
                  <a:srgbClr val="2B3033"/>
                </a:solidFill>
                <a:latin typeface="Arial" pitchFamily="34" charset="0"/>
                <a:ea typeface="Arial" pitchFamily="34" charset="-122"/>
                <a:cs typeface="Arial" pitchFamily="34" charset="-120"/>
              </a:rPr>
              <a:t>Het ontwikkelteam bouwt de stories uit de sprintbacklog.</a:t>
            </a:r>
          </a:p>
          <a:p>
            <a:pPr>
              <a:lnSpc>
                <a:spcPts val="1200"/>
              </a:lnSpc>
            </a:pPr>
            <a:r>
              <a:rPr lang="en-US" sz="950" err="1">
                <a:solidFill>
                  <a:srgbClr val="2B3033"/>
                </a:solidFill>
                <a:latin typeface="Arial"/>
                <a:cs typeface="Arial"/>
              </a:rPr>
              <a:t>Opgeleverde</a:t>
            </a:r>
            <a:r>
              <a:rPr lang="en-US" sz="950">
                <a:solidFill>
                  <a:srgbClr val="2B3033"/>
                </a:solidFill>
                <a:latin typeface="Arial"/>
                <a:cs typeface="Arial"/>
              </a:rPr>
              <a:t> stories </a:t>
            </a:r>
            <a:r>
              <a:rPr lang="en-US" sz="950" err="1">
                <a:solidFill>
                  <a:srgbClr val="2B3033"/>
                </a:solidFill>
                <a:latin typeface="Arial"/>
                <a:cs typeface="Arial"/>
              </a:rPr>
              <a:t>worden</a:t>
            </a:r>
            <a:r>
              <a:rPr lang="en-US" sz="950">
                <a:solidFill>
                  <a:srgbClr val="2B3033"/>
                </a:solidFill>
                <a:latin typeface="Arial"/>
                <a:cs typeface="Arial"/>
              </a:rPr>
              <a:t> </a:t>
            </a:r>
            <a:r>
              <a:rPr lang="en-US" sz="950" err="1">
                <a:solidFill>
                  <a:srgbClr val="2B3033"/>
                </a:solidFill>
                <a:latin typeface="Arial"/>
                <a:cs typeface="Arial"/>
              </a:rPr>
              <a:t>getest</a:t>
            </a:r>
            <a:r>
              <a:rPr lang="en-US" sz="950">
                <a:solidFill>
                  <a:srgbClr val="2B3033"/>
                </a:solidFill>
                <a:latin typeface="Arial"/>
                <a:cs typeface="Arial"/>
              </a:rPr>
              <a:t> door de business. </a:t>
            </a:r>
          </a:p>
        </p:txBody>
      </p:sp>
      <p:sp>
        <p:nvSpPr>
          <p:cNvPr id="30" name="Text 28">
            <a:extLst>
              <a:ext uri="{FF2B5EF4-FFF2-40B4-BE49-F238E27FC236}">
                <a16:creationId xmlns:a16="http://schemas.microsoft.com/office/drawing/2014/main" id="{67B28ECC-2DDA-4315-0877-1510BE603F51}"/>
              </a:ext>
            </a:extLst>
          </p:cNvPr>
          <p:cNvSpPr/>
          <p:nvPr/>
        </p:nvSpPr>
        <p:spPr>
          <a:xfrm>
            <a:off x="3816156" y="4399054"/>
            <a:ext cx="2031797" cy="182880"/>
          </a:xfrm>
          <a:prstGeom prst="rect">
            <a:avLst/>
          </a:prstGeom>
          <a:noFill/>
          <a:ln/>
        </p:spPr>
        <p:txBody>
          <a:bodyPr wrap="square" rtlCol="0" anchor="ctr"/>
          <a:lstStyle/>
          <a:p>
            <a:pPr marL="0" indent="0" algn="ctr">
              <a:buNone/>
            </a:pPr>
            <a:r>
              <a:rPr lang="en-US" sz="750" b="1" kern="0" spc="100">
                <a:solidFill>
                  <a:srgbClr val="6B7680"/>
                </a:solidFill>
                <a:latin typeface="Arial" pitchFamily="34" charset="0"/>
                <a:ea typeface="Arial" pitchFamily="34" charset="-122"/>
                <a:cs typeface="Arial" pitchFamily="34" charset="-120"/>
              </a:rPr>
              <a:t>WIE</a:t>
            </a:r>
            <a:endParaRPr lang="en-US" sz="750"/>
          </a:p>
        </p:txBody>
      </p:sp>
      <p:sp>
        <p:nvSpPr>
          <p:cNvPr id="31" name="Text 29">
            <a:extLst>
              <a:ext uri="{FF2B5EF4-FFF2-40B4-BE49-F238E27FC236}">
                <a16:creationId xmlns:a16="http://schemas.microsoft.com/office/drawing/2014/main" id="{4136C91E-19EF-9059-3741-35001EBF1E7D}"/>
              </a:ext>
            </a:extLst>
          </p:cNvPr>
          <p:cNvSpPr/>
          <p:nvPr/>
        </p:nvSpPr>
        <p:spPr>
          <a:xfrm>
            <a:off x="3861876" y="4581934"/>
            <a:ext cx="1940357" cy="502920"/>
          </a:xfrm>
          <a:prstGeom prst="rect">
            <a:avLst/>
          </a:prstGeom>
          <a:noFill/>
          <a:ln/>
        </p:spPr>
        <p:txBody>
          <a:bodyPr wrap="square" lIns="91440" tIns="45720" rIns="91440" bIns="45720" rtlCol="0" anchor="t"/>
          <a:lstStyle/>
          <a:p>
            <a:pPr algn="ctr"/>
            <a:r>
              <a:rPr lang="en-US" sz="900" err="1">
                <a:solidFill>
                  <a:srgbClr val="E76734"/>
                </a:solidFill>
                <a:ea typeface="+mn-lt"/>
                <a:cs typeface="+mn-lt"/>
              </a:rPr>
              <a:t>Ritense</a:t>
            </a:r>
            <a:r>
              <a:rPr lang="en-US" sz="900">
                <a:solidFill>
                  <a:srgbClr val="E76734"/>
                </a:solidFill>
                <a:ea typeface="+mn-lt"/>
                <a:cs typeface="+mn-lt"/>
              </a:rPr>
              <a:t> → Business</a:t>
            </a:r>
            <a:endParaRPr lang="nl-NL"/>
          </a:p>
          <a:p>
            <a:pPr algn="ctr">
              <a:lnSpc>
                <a:spcPts val="1100"/>
              </a:lnSpc>
            </a:pPr>
            <a:r>
              <a:rPr lang="en-US" sz="900">
                <a:solidFill>
                  <a:srgbClr val="E76734"/>
                </a:solidFill>
                <a:ea typeface="+mn-lt"/>
                <a:cs typeface="+mn-lt"/>
              </a:rPr>
              <a:t>(PO/SME/</a:t>
            </a:r>
            <a:r>
              <a:rPr lang="en-US" sz="900" err="1">
                <a:solidFill>
                  <a:srgbClr val="E76734"/>
                </a:solidFill>
                <a:ea typeface="+mn-lt"/>
                <a:cs typeface="+mn-lt"/>
              </a:rPr>
              <a:t>eindgebruikers</a:t>
            </a:r>
            <a:r>
              <a:rPr lang="en-US" sz="900">
                <a:solidFill>
                  <a:srgbClr val="E76734"/>
                </a:solidFill>
                <a:ea typeface="+mn-lt"/>
                <a:cs typeface="+mn-lt"/>
              </a:rPr>
              <a:t>) </a:t>
            </a:r>
            <a:endParaRPr lang="en-US"/>
          </a:p>
        </p:txBody>
      </p:sp>
      <p:sp>
        <p:nvSpPr>
          <p:cNvPr id="32" name="Shape 30">
            <a:extLst>
              <a:ext uri="{FF2B5EF4-FFF2-40B4-BE49-F238E27FC236}">
                <a16:creationId xmlns:a16="http://schemas.microsoft.com/office/drawing/2014/main" id="{1BD9863B-0814-91E8-0154-EEB79E239AC1}"/>
              </a:ext>
            </a:extLst>
          </p:cNvPr>
          <p:cNvSpPr/>
          <p:nvPr/>
        </p:nvSpPr>
        <p:spPr>
          <a:xfrm>
            <a:off x="5847953" y="3169186"/>
            <a:ext cx="256032" cy="164592"/>
          </a:xfrm>
          <a:prstGeom prst="rightArrow">
            <a:avLst/>
          </a:prstGeom>
          <a:solidFill>
            <a:srgbClr val="C7D2D6"/>
          </a:solidFill>
          <a:ln/>
        </p:spPr>
        <p:txBody>
          <a:bodyPr/>
          <a:lstStyle/>
          <a:p>
            <a:endParaRPr lang="nl-NL"/>
          </a:p>
        </p:txBody>
      </p:sp>
      <p:sp>
        <p:nvSpPr>
          <p:cNvPr id="33" name="Shape 31">
            <a:extLst>
              <a:ext uri="{FF2B5EF4-FFF2-40B4-BE49-F238E27FC236}">
                <a16:creationId xmlns:a16="http://schemas.microsoft.com/office/drawing/2014/main" id="{4B1CF5B3-A8B8-618F-4EA0-4A28AB82BB6C}"/>
              </a:ext>
            </a:extLst>
          </p:cNvPr>
          <p:cNvSpPr/>
          <p:nvPr/>
        </p:nvSpPr>
        <p:spPr>
          <a:xfrm>
            <a:off x="6891283" y="2039902"/>
            <a:ext cx="457200" cy="457200"/>
          </a:xfrm>
          <a:prstGeom prst="ellipse">
            <a:avLst/>
          </a:prstGeom>
          <a:solidFill>
            <a:srgbClr val="89CDF2"/>
          </a:solidFill>
          <a:ln w="25400">
            <a:solidFill>
              <a:srgbClr val="FFFFFF"/>
            </a:solidFill>
            <a:prstDash val="solid"/>
          </a:ln>
        </p:spPr>
        <p:txBody>
          <a:bodyPr/>
          <a:lstStyle/>
          <a:p>
            <a:endParaRPr lang="nl-NL"/>
          </a:p>
        </p:txBody>
      </p:sp>
      <p:sp>
        <p:nvSpPr>
          <p:cNvPr id="34" name="Text 32">
            <a:extLst>
              <a:ext uri="{FF2B5EF4-FFF2-40B4-BE49-F238E27FC236}">
                <a16:creationId xmlns:a16="http://schemas.microsoft.com/office/drawing/2014/main" id="{FC651402-F506-09CA-4758-9EBD03CFC67E}"/>
              </a:ext>
            </a:extLst>
          </p:cNvPr>
          <p:cNvSpPr/>
          <p:nvPr/>
        </p:nvSpPr>
        <p:spPr>
          <a:xfrm>
            <a:off x="6891283" y="2039902"/>
            <a:ext cx="457200" cy="457200"/>
          </a:xfrm>
          <a:prstGeom prst="rect">
            <a:avLst/>
          </a:prstGeom>
          <a:noFill/>
          <a:ln/>
        </p:spPr>
        <p:txBody>
          <a:bodyPr wrap="square" rtlCol="0" anchor="ctr"/>
          <a:lstStyle/>
          <a:p>
            <a:pPr marL="0" indent="0" algn="ctr">
              <a:buNone/>
            </a:pPr>
            <a:r>
              <a:rPr lang="en-US" sz="1600" b="1">
                <a:solidFill>
                  <a:srgbClr val="FFFFFF"/>
                </a:solidFill>
                <a:latin typeface="Helvetica" pitchFamily="34" charset="0"/>
                <a:ea typeface="Helvetica" pitchFamily="34" charset="-122"/>
                <a:cs typeface="Helvetica" pitchFamily="34" charset="-120"/>
              </a:rPr>
              <a:t>3</a:t>
            </a:r>
            <a:endParaRPr lang="en-US" sz="1600"/>
          </a:p>
        </p:txBody>
      </p:sp>
      <p:sp>
        <p:nvSpPr>
          <p:cNvPr id="35" name="Shape 33">
            <a:extLst>
              <a:ext uri="{FF2B5EF4-FFF2-40B4-BE49-F238E27FC236}">
                <a16:creationId xmlns:a16="http://schemas.microsoft.com/office/drawing/2014/main" id="{FB494288-186E-CEAC-D631-F89880FF80F2}"/>
              </a:ext>
            </a:extLst>
          </p:cNvPr>
          <p:cNvSpPr/>
          <p:nvPr/>
        </p:nvSpPr>
        <p:spPr>
          <a:xfrm>
            <a:off x="6103985" y="2588542"/>
            <a:ext cx="2031797" cy="1645920"/>
          </a:xfrm>
          <a:prstGeom prst="roundRect">
            <a:avLst>
              <a:gd name="adj" fmla="val 4444"/>
            </a:avLst>
          </a:prstGeom>
          <a:solidFill>
            <a:srgbClr val="F5F8FA"/>
          </a:solidFill>
          <a:ln/>
          <a:effectLst>
            <a:outerShdw blurRad="63500" dist="25400" dir="5400000" algn="bl" rotWithShape="0">
              <a:srgbClr val="000000">
                <a:alpha val="12000"/>
              </a:srgbClr>
            </a:outerShdw>
          </a:effectLst>
        </p:spPr>
        <p:txBody>
          <a:bodyPr/>
          <a:lstStyle/>
          <a:p>
            <a:endParaRPr lang="nl-NL"/>
          </a:p>
        </p:txBody>
      </p:sp>
      <p:sp>
        <p:nvSpPr>
          <p:cNvPr id="36" name="Shape 34">
            <a:extLst>
              <a:ext uri="{FF2B5EF4-FFF2-40B4-BE49-F238E27FC236}">
                <a16:creationId xmlns:a16="http://schemas.microsoft.com/office/drawing/2014/main" id="{93664AF7-A9B4-76DF-06FB-D2F02F1DE7B2}"/>
              </a:ext>
            </a:extLst>
          </p:cNvPr>
          <p:cNvSpPr/>
          <p:nvPr/>
        </p:nvSpPr>
        <p:spPr>
          <a:xfrm>
            <a:off x="6103985" y="2588542"/>
            <a:ext cx="2031797" cy="64008"/>
          </a:xfrm>
          <a:prstGeom prst="rect">
            <a:avLst/>
          </a:prstGeom>
          <a:solidFill>
            <a:srgbClr val="89CDF2"/>
          </a:solidFill>
          <a:ln/>
        </p:spPr>
        <p:txBody>
          <a:bodyPr/>
          <a:lstStyle/>
          <a:p>
            <a:endParaRPr lang="nl-NL"/>
          </a:p>
        </p:txBody>
      </p:sp>
      <p:sp>
        <p:nvSpPr>
          <p:cNvPr id="37" name="Text 35">
            <a:extLst>
              <a:ext uri="{FF2B5EF4-FFF2-40B4-BE49-F238E27FC236}">
                <a16:creationId xmlns:a16="http://schemas.microsoft.com/office/drawing/2014/main" id="{52DCA5B9-9C22-1650-6C50-801ED155D85E}"/>
              </a:ext>
            </a:extLst>
          </p:cNvPr>
          <p:cNvSpPr/>
          <p:nvPr/>
        </p:nvSpPr>
        <p:spPr>
          <a:xfrm>
            <a:off x="6232001" y="2734846"/>
            <a:ext cx="1775765" cy="457200"/>
          </a:xfrm>
          <a:prstGeom prst="rect">
            <a:avLst/>
          </a:prstGeom>
          <a:noFill/>
          <a:ln/>
        </p:spPr>
        <p:txBody>
          <a:bodyPr wrap="square" rtlCol="0" anchor="t"/>
          <a:lstStyle/>
          <a:p>
            <a:pPr marL="0" indent="0">
              <a:lnSpc>
                <a:spcPts val="1500"/>
              </a:lnSpc>
              <a:buNone/>
            </a:pPr>
            <a:r>
              <a:rPr lang="en-US" sz="1300" b="1">
                <a:solidFill>
                  <a:srgbClr val="003362"/>
                </a:solidFill>
                <a:latin typeface="Arial" pitchFamily="34" charset="0"/>
                <a:ea typeface="Arial" pitchFamily="34" charset="-122"/>
                <a:cs typeface="Arial" pitchFamily="34" charset="-120"/>
              </a:rPr>
              <a:t>Wekelijkse check-ins</a:t>
            </a:r>
            <a:endParaRPr lang="en-US" sz="1300"/>
          </a:p>
        </p:txBody>
      </p:sp>
      <p:sp>
        <p:nvSpPr>
          <p:cNvPr id="38" name="Text 36">
            <a:extLst>
              <a:ext uri="{FF2B5EF4-FFF2-40B4-BE49-F238E27FC236}">
                <a16:creationId xmlns:a16="http://schemas.microsoft.com/office/drawing/2014/main" id="{F68A602F-C831-F39C-D393-B438CF1E8406}"/>
              </a:ext>
            </a:extLst>
          </p:cNvPr>
          <p:cNvSpPr/>
          <p:nvPr/>
        </p:nvSpPr>
        <p:spPr>
          <a:xfrm>
            <a:off x="6232001" y="3210334"/>
            <a:ext cx="1775765" cy="914400"/>
          </a:xfrm>
          <a:prstGeom prst="rect">
            <a:avLst/>
          </a:prstGeom>
          <a:noFill/>
          <a:ln/>
        </p:spPr>
        <p:txBody>
          <a:bodyPr wrap="square" rtlCol="0" anchor="t"/>
          <a:lstStyle/>
          <a:p>
            <a:pPr marL="0" indent="0">
              <a:lnSpc>
                <a:spcPts val="1200"/>
              </a:lnSpc>
              <a:buNone/>
            </a:pPr>
            <a:r>
              <a:rPr lang="en-US" sz="950">
                <a:solidFill>
                  <a:srgbClr val="2B3033"/>
                </a:solidFill>
                <a:latin typeface="Arial" pitchFamily="34" charset="0"/>
                <a:ea typeface="Arial" pitchFamily="34" charset="-122"/>
                <a:cs typeface="Arial" pitchFamily="34" charset="-120"/>
              </a:rPr>
              <a:t>Korte afstemming over voortgang, blokkades en scope — twee keer per sprint.</a:t>
            </a:r>
            <a:endParaRPr lang="en-US" sz="950"/>
          </a:p>
        </p:txBody>
      </p:sp>
      <p:sp>
        <p:nvSpPr>
          <p:cNvPr id="39" name="Text 37">
            <a:extLst>
              <a:ext uri="{FF2B5EF4-FFF2-40B4-BE49-F238E27FC236}">
                <a16:creationId xmlns:a16="http://schemas.microsoft.com/office/drawing/2014/main" id="{8283B407-302F-197E-D41E-41282BA8C76D}"/>
              </a:ext>
            </a:extLst>
          </p:cNvPr>
          <p:cNvSpPr/>
          <p:nvPr/>
        </p:nvSpPr>
        <p:spPr>
          <a:xfrm>
            <a:off x="6103985" y="4399054"/>
            <a:ext cx="2031797" cy="182880"/>
          </a:xfrm>
          <a:prstGeom prst="rect">
            <a:avLst/>
          </a:prstGeom>
          <a:noFill/>
          <a:ln/>
        </p:spPr>
        <p:txBody>
          <a:bodyPr wrap="square" rtlCol="0" anchor="ctr"/>
          <a:lstStyle/>
          <a:p>
            <a:pPr marL="0" indent="0" algn="ctr">
              <a:buNone/>
            </a:pPr>
            <a:r>
              <a:rPr lang="en-US" sz="750" b="1" kern="0" spc="100">
                <a:solidFill>
                  <a:srgbClr val="6B7680"/>
                </a:solidFill>
                <a:latin typeface="Arial" pitchFamily="34" charset="0"/>
                <a:ea typeface="Arial" pitchFamily="34" charset="-122"/>
                <a:cs typeface="Arial" pitchFamily="34" charset="-120"/>
              </a:rPr>
              <a:t>WIE</a:t>
            </a:r>
            <a:endParaRPr lang="en-US" sz="750"/>
          </a:p>
        </p:txBody>
      </p:sp>
      <p:sp>
        <p:nvSpPr>
          <p:cNvPr id="40" name="Text 38">
            <a:extLst>
              <a:ext uri="{FF2B5EF4-FFF2-40B4-BE49-F238E27FC236}">
                <a16:creationId xmlns:a16="http://schemas.microsoft.com/office/drawing/2014/main" id="{535E95AA-9257-465D-BB2B-EB38F55D03ED}"/>
              </a:ext>
            </a:extLst>
          </p:cNvPr>
          <p:cNvSpPr/>
          <p:nvPr/>
        </p:nvSpPr>
        <p:spPr>
          <a:xfrm>
            <a:off x="6149705" y="4581934"/>
            <a:ext cx="1940357" cy="502920"/>
          </a:xfrm>
          <a:prstGeom prst="rect">
            <a:avLst/>
          </a:prstGeom>
          <a:noFill/>
          <a:ln/>
        </p:spPr>
        <p:txBody>
          <a:bodyPr wrap="square" rtlCol="0" anchor="t"/>
          <a:lstStyle/>
          <a:p>
            <a:pPr marL="0" indent="0" algn="ctr">
              <a:lnSpc>
                <a:spcPts val="1100"/>
              </a:lnSpc>
              <a:buNone/>
            </a:pPr>
            <a:r>
              <a:rPr lang="en-US" sz="900" i="1">
                <a:solidFill>
                  <a:srgbClr val="89CDF2"/>
                </a:solidFill>
                <a:latin typeface="Arial" pitchFamily="34" charset="0"/>
                <a:ea typeface="Arial" pitchFamily="34" charset="-122"/>
                <a:cs typeface="Arial" pitchFamily="34" charset="-120"/>
              </a:rPr>
              <a:t>Project owner + Ritense</a:t>
            </a:r>
            <a:endParaRPr lang="en-US" sz="900"/>
          </a:p>
        </p:txBody>
      </p:sp>
      <p:sp>
        <p:nvSpPr>
          <p:cNvPr id="41" name="Shape 39">
            <a:extLst>
              <a:ext uri="{FF2B5EF4-FFF2-40B4-BE49-F238E27FC236}">
                <a16:creationId xmlns:a16="http://schemas.microsoft.com/office/drawing/2014/main" id="{3BAA601A-06FE-E2D0-09F2-8B724DD5B24F}"/>
              </a:ext>
            </a:extLst>
          </p:cNvPr>
          <p:cNvSpPr/>
          <p:nvPr/>
        </p:nvSpPr>
        <p:spPr>
          <a:xfrm>
            <a:off x="8135781" y="3169186"/>
            <a:ext cx="256032" cy="164592"/>
          </a:xfrm>
          <a:prstGeom prst="rightArrow">
            <a:avLst/>
          </a:prstGeom>
          <a:solidFill>
            <a:srgbClr val="C7D2D6"/>
          </a:solidFill>
          <a:ln/>
        </p:spPr>
        <p:txBody>
          <a:bodyPr/>
          <a:lstStyle/>
          <a:p>
            <a:endParaRPr lang="nl-NL"/>
          </a:p>
        </p:txBody>
      </p:sp>
      <p:sp>
        <p:nvSpPr>
          <p:cNvPr id="42" name="Shape 40">
            <a:extLst>
              <a:ext uri="{FF2B5EF4-FFF2-40B4-BE49-F238E27FC236}">
                <a16:creationId xmlns:a16="http://schemas.microsoft.com/office/drawing/2014/main" id="{49702772-8010-40BA-E907-F996DD5D08FE}"/>
              </a:ext>
            </a:extLst>
          </p:cNvPr>
          <p:cNvSpPr/>
          <p:nvPr/>
        </p:nvSpPr>
        <p:spPr>
          <a:xfrm>
            <a:off x="9179112" y="2039902"/>
            <a:ext cx="457200" cy="457200"/>
          </a:xfrm>
          <a:prstGeom prst="ellipse">
            <a:avLst/>
          </a:prstGeom>
          <a:solidFill>
            <a:srgbClr val="003362"/>
          </a:solidFill>
          <a:ln w="25400">
            <a:solidFill>
              <a:srgbClr val="FFFFFF"/>
            </a:solidFill>
            <a:prstDash val="solid"/>
          </a:ln>
        </p:spPr>
        <p:txBody>
          <a:bodyPr/>
          <a:lstStyle/>
          <a:p>
            <a:endParaRPr lang="nl-NL"/>
          </a:p>
        </p:txBody>
      </p:sp>
      <p:sp>
        <p:nvSpPr>
          <p:cNvPr id="43" name="Text 41">
            <a:extLst>
              <a:ext uri="{FF2B5EF4-FFF2-40B4-BE49-F238E27FC236}">
                <a16:creationId xmlns:a16="http://schemas.microsoft.com/office/drawing/2014/main" id="{1275929A-B346-F1FF-465C-B3C7E5CBB331}"/>
              </a:ext>
            </a:extLst>
          </p:cNvPr>
          <p:cNvSpPr/>
          <p:nvPr/>
        </p:nvSpPr>
        <p:spPr>
          <a:xfrm>
            <a:off x="9179112" y="2039902"/>
            <a:ext cx="457200" cy="457200"/>
          </a:xfrm>
          <a:prstGeom prst="rect">
            <a:avLst/>
          </a:prstGeom>
          <a:noFill/>
          <a:ln/>
        </p:spPr>
        <p:txBody>
          <a:bodyPr wrap="square" rtlCol="0" anchor="ctr"/>
          <a:lstStyle/>
          <a:p>
            <a:pPr marL="0" indent="0" algn="ctr">
              <a:buNone/>
            </a:pPr>
            <a:r>
              <a:rPr lang="en-US" sz="1600" b="1">
                <a:solidFill>
                  <a:srgbClr val="FFFFFF"/>
                </a:solidFill>
                <a:latin typeface="Helvetica" pitchFamily="34" charset="0"/>
                <a:ea typeface="Helvetica" pitchFamily="34" charset="-122"/>
                <a:cs typeface="Helvetica" pitchFamily="34" charset="-120"/>
              </a:rPr>
              <a:t>4</a:t>
            </a:r>
            <a:endParaRPr lang="en-US" sz="1600"/>
          </a:p>
        </p:txBody>
      </p:sp>
      <p:sp>
        <p:nvSpPr>
          <p:cNvPr id="44" name="Shape 42">
            <a:extLst>
              <a:ext uri="{FF2B5EF4-FFF2-40B4-BE49-F238E27FC236}">
                <a16:creationId xmlns:a16="http://schemas.microsoft.com/office/drawing/2014/main" id="{7E9657C9-8EFF-A480-4569-1E12EED5DE78}"/>
              </a:ext>
            </a:extLst>
          </p:cNvPr>
          <p:cNvSpPr/>
          <p:nvPr/>
        </p:nvSpPr>
        <p:spPr>
          <a:xfrm>
            <a:off x="8391813" y="2588542"/>
            <a:ext cx="2031797" cy="1645920"/>
          </a:xfrm>
          <a:prstGeom prst="roundRect">
            <a:avLst>
              <a:gd name="adj" fmla="val 4444"/>
            </a:avLst>
          </a:prstGeom>
          <a:solidFill>
            <a:srgbClr val="F5F8FA"/>
          </a:solidFill>
          <a:ln/>
          <a:effectLst>
            <a:outerShdw blurRad="63500" dist="25400" dir="5400000" algn="bl" rotWithShape="0">
              <a:srgbClr val="000000">
                <a:alpha val="12000"/>
              </a:srgbClr>
            </a:outerShdw>
          </a:effectLst>
        </p:spPr>
        <p:txBody>
          <a:bodyPr/>
          <a:lstStyle/>
          <a:p>
            <a:endParaRPr lang="nl-NL"/>
          </a:p>
        </p:txBody>
      </p:sp>
      <p:sp>
        <p:nvSpPr>
          <p:cNvPr id="45" name="Shape 43">
            <a:extLst>
              <a:ext uri="{FF2B5EF4-FFF2-40B4-BE49-F238E27FC236}">
                <a16:creationId xmlns:a16="http://schemas.microsoft.com/office/drawing/2014/main" id="{00267391-CEC6-37C5-EFC9-E9977251BA14}"/>
              </a:ext>
            </a:extLst>
          </p:cNvPr>
          <p:cNvSpPr/>
          <p:nvPr/>
        </p:nvSpPr>
        <p:spPr>
          <a:xfrm>
            <a:off x="8391813" y="2588542"/>
            <a:ext cx="2031797" cy="64008"/>
          </a:xfrm>
          <a:prstGeom prst="rect">
            <a:avLst/>
          </a:prstGeom>
          <a:solidFill>
            <a:srgbClr val="003362"/>
          </a:solidFill>
          <a:ln/>
        </p:spPr>
        <p:txBody>
          <a:bodyPr/>
          <a:lstStyle/>
          <a:p>
            <a:endParaRPr lang="nl-NL"/>
          </a:p>
        </p:txBody>
      </p:sp>
      <p:sp>
        <p:nvSpPr>
          <p:cNvPr id="46" name="Text 44">
            <a:extLst>
              <a:ext uri="{FF2B5EF4-FFF2-40B4-BE49-F238E27FC236}">
                <a16:creationId xmlns:a16="http://schemas.microsoft.com/office/drawing/2014/main" id="{00AE5D7E-A0B3-BB4C-7770-D1B2CB5C13BA}"/>
              </a:ext>
            </a:extLst>
          </p:cNvPr>
          <p:cNvSpPr/>
          <p:nvPr/>
        </p:nvSpPr>
        <p:spPr>
          <a:xfrm>
            <a:off x="8519829" y="2734846"/>
            <a:ext cx="1775765" cy="457200"/>
          </a:xfrm>
          <a:prstGeom prst="rect">
            <a:avLst/>
          </a:prstGeom>
          <a:noFill/>
          <a:ln/>
        </p:spPr>
        <p:txBody>
          <a:bodyPr wrap="square" rtlCol="0" anchor="t"/>
          <a:lstStyle/>
          <a:p>
            <a:pPr marL="0" indent="0">
              <a:lnSpc>
                <a:spcPts val="1500"/>
              </a:lnSpc>
              <a:buNone/>
            </a:pPr>
            <a:r>
              <a:rPr lang="en-US" sz="1300" b="1">
                <a:solidFill>
                  <a:srgbClr val="003362"/>
                </a:solidFill>
                <a:latin typeface="Arial" pitchFamily="34" charset="0"/>
                <a:ea typeface="Arial" pitchFamily="34" charset="-122"/>
                <a:cs typeface="Arial" pitchFamily="34" charset="-120"/>
              </a:rPr>
              <a:t>Sprint review</a:t>
            </a:r>
            <a:endParaRPr lang="en-US" sz="1300"/>
          </a:p>
        </p:txBody>
      </p:sp>
      <p:sp>
        <p:nvSpPr>
          <p:cNvPr id="47" name="Text 45">
            <a:extLst>
              <a:ext uri="{FF2B5EF4-FFF2-40B4-BE49-F238E27FC236}">
                <a16:creationId xmlns:a16="http://schemas.microsoft.com/office/drawing/2014/main" id="{4F25377D-F884-AFAF-36EB-F67EBB989204}"/>
              </a:ext>
            </a:extLst>
          </p:cNvPr>
          <p:cNvSpPr/>
          <p:nvPr/>
        </p:nvSpPr>
        <p:spPr>
          <a:xfrm>
            <a:off x="8519829" y="3210334"/>
            <a:ext cx="1775765" cy="914400"/>
          </a:xfrm>
          <a:prstGeom prst="rect">
            <a:avLst/>
          </a:prstGeom>
          <a:noFill/>
          <a:ln/>
        </p:spPr>
        <p:txBody>
          <a:bodyPr wrap="square" rtlCol="0" anchor="t"/>
          <a:lstStyle/>
          <a:p>
            <a:pPr marL="0" indent="0">
              <a:lnSpc>
                <a:spcPts val="1200"/>
              </a:lnSpc>
              <a:buNone/>
            </a:pPr>
            <a:r>
              <a:rPr lang="en-US" sz="950">
                <a:solidFill>
                  <a:srgbClr val="2B3033"/>
                </a:solidFill>
                <a:latin typeface="Arial" pitchFamily="34" charset="0"/>
                <a:ea typeface="Arial" pitchFamily="34" charset="-122"/>
                <a:cs typeface="Arial" pitchFamily="34" charset="-120"/>
              </a:rPr>
              <a:t>Opgeleverde functionaliteit wordt gedemonstreerd aan project owner en stakeholders.</a:t>
            </a:r>
            <a:endParaRPr lang="en-US" sz="950"/>
          </a:p>
        </p:txBody>
      </p:sp>
      <p:sp>
        <p:nvSpPr>
          <p:cNvPr id="48" name="Text 46">
            <a:extLst>
              <a:ext uri="{FF2B5EF4-FFF2-40B4-BE49-F238E27FC236}">
                <a16:creationId xmlns:a16="http://schemas.microsoft.com/office/drawing/2014/main" id="{0E79EDD8-9714-65F8-D77B-D626DFE4D3BA}"/>
              </a:ext>
            </a:extLst>
          </p:cNvPr>
          <p:cNvSpPr/>
          <p:nvPr/>
        </p:nvSpPr>
        <p:spPr>
          <a:xfrm>
            <a:off x="8391813" y="4399054"/>
            <a:ext cx="2031797" cy="182880"/>
          </a:xfrm>
          <a:prstGeom prst="rect">
            <a:avLst/>
          </a:prstGeom>
          <a:noFill/>
          <a:ln/>
        </p:spPr>
        <p:txBody>
          <a:bodyPr wrap="square" rtlCol="0" anchor="ctr"/>
          <a:lstStyle/>
          <a:p>
            <a:pPr marL="0" indent="0" algn="ctr">
              <a:buNone/>
            </a:pPr>
            <a:r>
              <a:rPr lang="en-US" sz="750" b="1" kern="0" spc="100">
                <a:solidFill>
                  <a:srgbClr val="6B7680"/>
                </a:solidFill>
                <a:latin typeface="Arial" pitchFamily="34" charset="0"/>
                <a:ea typeface="Arial" pitchFamily="34" charset="-122"/>
                <a:cs typeface="Arial" pitchFamily="34" charset="-120"/>
              </a:rPr>
              <a:t>WIE</a:t>
            </a:r>
            <a:endParaRPr lang="en-US" sz="750"/>
          </a:p>
        </p:txBody>
      </p:sp>
      <p:sp>
        <p:nvSpPr>
          <p:cNvPr id="49" name="Text 47">
            <a:extLst>
              <a:ext uri="{FF2B5EF4-FFF2-40B4-BE49-F238E27FC236}">
                <a16:creationId xmlns:a16="http://schemas.microsoft.com/office/drawing/2014/main" id="{E574916C-E1F6-C854-D8C8-E9F74AA10F0D}"/>
              </a:ext>
            </a:extLst>
          </p:cNvPr>
          <p:cNvSpPr/>
          <p:nvPr/>
        </p:nvSpPr>
        <p:spPr>
          <a:xfrm>
            <a:off x="8437533" y="4581934"/>
            <a:ext cx="1940357" cy="502920"/>
          </a:xfrm>
          <a:prstGeom prst="rect">
            <a:avLst/>
          </a:prstGeom>
          <a:noFill/>
          <a:ln/>
        </p:spPr>
        <p:txBody>
          <a:bodyPr wrap="square" rtlCol="0" anchor="t"/>
          <a:lstStyle/>
          <a:p>
            <a:pPr marL="0" indent="0" algn="ctr">
              <a:lnSpc>
                <a:spcPts val="1100"/>
              </a:lnSpc>
              <a:buNone/>
            </a:pPr>
            <a:r>
              <a:rPr lang="en-US" sz="900" i="1">
                <a:solidFill>
                  <a:srgbClr val="003362"/>
                </a:solidFill>
                <a:latin typeface="Arial" pitchFamily="34" charset="0"/>
                <a:ea typeface="Arial" pitchFamily="34" charset="-122"/>
                <a:cs typeface="Arial" pitchFamily="34" charset="-120"/>
              </a:rPr>
              <a:t>Project owner, SME’s, Ritense</a:t>
            </a:r>
            <a:endParaRPr lang="en-US" sz="900"/>
          </a:p>
        </p:txBody>
      </p:sp>
      <p:sp>
        <p:nvSpPr>
          <p:cNvPr id="59" name="Shape 57">
            <a:extLst>
              <a:ext uri="{FF2B5EF4-FFF2-40B4-BE49-F238E27FC236}">
                <a16:creationId xmlns:a16="http://schemas.microsoft.com/office/drawing/2014/main" id="{BD46D93D-6F74-C343-E2BD-C50E3262835E}"/>
              </a:ext>
            </a:extLst>
          </p:cNvPr>
          <p:cNvSpPr/>
          <p:nvPr/>
        </p:nvSpPr>
        <p:spPr>
          <a:xfrm>
            <a:off x="502920" y="5166360"/>
            <a:ext cx="11183112" cy="438912"/>
          </a:xfrm>
          <a:prstGeom prst="roundRect">
            <a:avLst>
              <a:gd name="adj" fmla="val 12500"/>
            </a:avLst>
          </a:prstGeom>
          <a:solidFill>
            <a:srgbClr val="003362"/>
          </a:solidFill>
          <a:ln/>
        </p:spPr>
        <p:txBody>
          <a:bodyPr/>
          <a:lstStyle/>
          <a:p>
            <a:endParaRPr lang="nl-NL"/>
          </a:p>
        </p:txBody>
      </p:sp>
      <p:sp>
        <p:nvSpPr>
          <p:cNvPr id="60" name="Text 58">
            <a:extLst>
              <a:ext uri="{FF2B5EF4-FFF2-40B4-BE49-F238E27FC236}">
                <a16:creationId xmlns:a16="http://schemas.microsoft.com/office/drawing/2014/main" id="{18CB928C-6E26-CCDA-B940-04D158806AE4}"/>
              </a:ext>
            </a:extLst>
          </p:cNvPr>
          <p:cNvSpPr/>
          <p:nvPr/>
        </p:nvSpPr>
        <p:spPr>
          <a:xfrm>
            <a:off x="713232" y="5166360"/>
            <a:ext cx="10789920" cy="438912"/>
          </a:xfrm>
          <a:prstGeom prst="rect">
            <a:avLst/>
          </a:prstGeom>
          <a:noFill/>
          <a:ln/>
        </p:spPr>
        <p:txBody>
          <a:bodyPr wrap="square" rtlCol="0" anchor="ctr"/>
          <a:lstStyle/>
          <a:p>
            <a:pPr marL="0" indent="0">
              <a:buNone/>
            </a:pPr>
            <a:r>
              <a:rPr lang="en-US" sz="1050" i="1">
                <a:solidFill>
                  <a:srgbClr val="CFE3EF"/>
                </a:solidFill>
                <a:latin typeface="Arial" pitchFamily="34" charset="0"/>
                <a:ea typeface="Arial" pitchFamily="34" charset="-122"/>
                <a:cs typeface="Arial" pitchFamily="34" charset="-120"/>
              </a:rPr>
              <a:t>Dit ritme herhaalt zich elke sprint, van start implementatie tot en met de doorontwikkeling na de MVP.</a:t>
            </a:r>
            <a:endParaRPr lang="en-US" sz="1050"/>
          </a:p>
        </p:txBody>
      </p:sp>
      <p:sp>
        <p:nvSpPr>
          <p:cNvPr id="51" name="Folded Corner 2">
            <a:extLst>
              <a:ext uri="{FF2B5EF4-FFF2-40B4-BE49-F238E27FC236}">
                <a16:creationId xmlns:a16="http://schemas.microsoft.com/office/drawing/2014/main" id="{153F3605-BB80-A1E3-C45E-CF21F3CC0B2D}"/>
              </a:ext>
            </a:extLst>
          </p:cNvPr>
          <p:cNvSpPr/>
          <p:nvPr/>
        </p:nvSpPr>
        <p:spPr>
          <a:xfrm rot="430128">
            <a:off x="10298610" y="361246"/>
            <a:ext cx="1320581" cy="1239655"/>
          </a:xfrm>
          <a:prstGeom prst="foldedCorner">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nl-NL">
                <a:latin typeface="Helvetica Light" panose="020B0403020202020204"/>
              </a:rPr>
              <a:t>Kies deze of vorige</a:t>
            </a:r>
            <a:endParaRPr lang="nl-NL"/>
          </a:p>
        </p:txBody>
      </p:sp>
    </p:spTree>
    <p:extLst>
      <p:ext uri="{BB962C8B-B14F-4D97-AF65-F5344CB8AC3E}">
        <p14:creationId xmlns:p14="http://schemas.microsoft.com/office/powerpoint/2010/main" val="17373525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274320"/>
            <a:ext cx="960120" cy="960120"/>
          </a:xfrm>
          <a:prstGeom prst="diamond">
            <a:avLst/>
          </a:prstGeom>
          <a:ln w="63500">
            <a:solidFill>
              <a:srgbClr val="89CDF2"/>
            </a:solidFill>
            <a:prstDash val="solid"/>
          </a:ln>
        </p:spPr>
        <p:txBody>
          <a:bodyPr/>
          <a:lstStyle/>
          <a:p>
            <a:endParaRPr lang="nl-NL"/>
          </a:p>
        </p:txBody>
      </p:sp>
      <p:sp>
        <p:nvSpPr>
          <p:cNvPr id="3" name="Text 1"/>
          <p:cNvSpPr/>
          <p:nvPr/>
        </p:nvSpPr>
        <p:spPr>
          <a:xfrm>
            <a:off x="502920" y="292608"/>
            <a:ext cx="9144000" cy="292608"/>
          </a:xfrm>
          <a:prstGeom prst="rect">
            <a:avLst/>
          </a:prstGeom>
          <a:noFill/>
          <a:ln/>
        </p:spPr>
        <p:txBody>
          <a:bodyPr wrap="square" rtlCol="0" anchor="ctr"/>
          <a:lstStyle/>
          <a:p>
            <a:pPr marL="0" indent="0">
              <a:buNone/>
            </a:pPr>
            <a:r>
              <a:rPr lang="en-US" sz="1100" b="1" kern="0" spc="150">
                <a:solidFill>
                  <a:srgbClr val="E76734"/>
                </a:solidFill>
                <a:latin typeface="Arial" pitchFamily="34" charset="0"/>
                <a:ea typeface="Arial" pitchFamily="34" charset="-122"/>
                <a:cs typeface="Arial" pitchFamily="34" charset="-120"/>
              </a:rPr>
              <a:t>WERKWIJZE</a:t>
            </a:r>
            <a:endParaRPr lang="en-US" sz="1100"/>
          </a:p>
        </p:txBody>
      </p:sp>
      <p:sp>
        <p:nvSpPr>
          <p:cNvPr id="4" name="Text 2"/>
          <p:cNvSpPr/>
          <p:nvPr/>
        </p:nvSpPr>
        <p:spPr>
          <a:xfrm>
            <a:off x="502920" y="566928"/>
            <a:ext cx="10515600" cy="640080"/>
          </a:xfrm>
          <a:prstGeom prst="rect">
            <a:avLst/>
          </a:prstGeom>
          <a:noFill/>
          <a:ln/>
        </p:spPr>
        <p:txBody>
          <a:bodyPr wrap="square" lIns="91440" tIns="45720" rIns="91440" bIns="45720" rtlCol="0" anchor="ctr"/>
          <a:lstStyle/>
          <a:p>
            <a:pPr marL="0" indent="0">
              <a:buNone/>
            </a:pPr>
            <a:r>
              <a:rPr lang="en-US" sz="2600" b="1">
                <a:solidFill>
                  <a:srgbClr val="003362"/>
                </a:solidFill>
                <a:latin typeface="Helvetica"/>
                <a:ea typeface="Helvetica" pitchFamily="34" charset="-122"/>
                <a:cs typeface="Helvetica"/>
              </a:rPr>
              <a:t>Verwachte </a:t>
            </a:r>
            <a:r>
              <a:rPr lang="en-US" sz="2600" b="1" err="1">
                <a:solidFill>
                  <a:srgbClr val="003362"/>
                </a:solidFill>
                <a:latin typeface="Helvetica"/>
                <a:ea typeface="Helvetica" pitchFamily="34" charset="-122"/>
                <a:cs typeface="Helvetica"/>
              </a:rPr>
              <a:t>betrokkenheid</a:t>
            </a:r>
            <a:r>
              <a:rPr lang="en-US" sz="2600" b="1">
                <a:solidFill>
                  <a:srgbClr val="003362"/>
                </a:solidFill>
                <a:latin typeface="Helvetica"/>
                <a:ea typeface="Helvetica" pitchFamily="34" charset="-122"/>
                <a:cs typeface="Helvetica"/>
              </a:rPr>
              <a:t> van {</a:t>
            </a:r>
            <a:r>
              <a:rPr lang="en-US" sz="2600" b="1" err="1">
                <a:solidFill>
                  <a:srgbClr val="003362"/>
                </a:solidFill>
                <a:latin typeface="Helvetica"/>
                <a:ea typeface="Helvetica" pitchFamily="34" charset="-122"/>
                <a:cs typeface="Helvetica"/>
              </a:rPr>
              <a:t>klantnaam</a:t>
            </a:r>
            <a:r>
              <a:rPr lang="en-US" sz="2600" b="1">
                <a:solidFill>
                  <a:srgbClr val="003362"/>
                </a:solidFill>
                <a:latin typeface="Helvetica"/>
                <a:ea typeface="Helvetica" pitchFamily="34" charset="-122"/>
                <a:cs typeface="Helvetica"/>
              </a:rPr>
              <a:t>}</a:t>
            </a:r>
            <a:endParaRPr lang="en-US" sz="2600"/>
          </a:p>
        </p:txBody>
      </p:sp>
      <p:sp>
        <p:nvSpPr>
          <p:cNvPr id="5" name="Shape 3"/>
          <p:cNvSpPr/>
          <p:nvPr/>
        </p:nvSpPr>
        <p:spPr>
          <a:xfrm>
            <a:off x="0" y="6748272"/>
            <a:ext cx="12188952" cy="109728"/>
          </a:xfrm>
          <a:prstGeom prst="rect">
            <a:avLst/>
          </a:prstGeom>
          <a:solidFill>
            <a:srgbClr val="003362"/>
          </a:solidFill>
          <a:ln/>
        </p:spPr>
        <p:txBody>
          <a:bodyPr/>
          <a:lstStyle/>
          <a:p>
            <a:endParaRPr lang="nl-NL"/>
          </a:p>
        </p:txBody>
      </p:sp>
      <p:sp>
        <p:nvSpPr>
          <p:cNvPr id="11" name="Text 9"/>
          <p:cNvSpPr/>
          <p:nvPr/>
        </p:nvSpPr>
        <p:spPr>
          <a:xfrm>
            <a:off x="457200" y="6355080"/>
            <a:ext cx="5486400" cy="320040"/>
          </a:xfrm>
          <a:prstGeom prst="rect">
            <a:avLst/>
          </a:prstGeom>
          <a:noFill/>
          <a:ln/>
        </p:spPr>
        <p:txBody>
          <a:bodyPr wrap="square" rtlCol="0" anchor="ctr"/>
          <a:lstStyle/>
          <a:p>
            <a:pPr marL="0" indent="0">
              <a:buNone/>
            </a:pPr>
            <a:r>
              <a:rPr lang="en-US" sz="950" i="1">
                <a:solidFill>
                  <a:srgbClr val="6B7680"/>
                </a:solidFill>
                <a:latin typeface="Arial" pitchFamily="34" charset="0"/>
                <a:ea typeface="Arial" pitchFamily="34" charset="-122"/>
                <a:cs typeface="Arial" pitchFamily="34" charset="-120"/>
              </a:rPr>
              <a:t>Werkwijze — verwachtingen</a:t>
            </a:r>
            <a:endParaRPr lang="en-US" sz="950"/>
          </a:p>
        </p:txBody>
      </p:sp>
      <p:sp>
        <p:nvSpPr>
          <p:cNvPr id="12" name="Text 10"/>
          <p:cNvSpPr/>
          <p:nvPr/>
        </p:nvSpPr>
        <p:spPr>
          <a:xfrm>
            <a:off x="502920" y="1298448"/>
            <a:ext cx="11155680" cy="365760"/>
          </a:xfrm>
          <a:prstGeom prst="rect">
            <a:avLst/>
          </a:prstGeom>
          <a:noFill/>
          <a:ln/>
        </p:spPr>
        <p:txBody>
          <a:bodyPr wrap="square" lIns="91440" tIns="45720" rIns="91440" bIns="45720" rtlCol="0" anchor="ctr"/>
          <a:lstStyle/>
          <a:p>
            <a:pPr marL="0" indent="0">
              <a:lnSpc>
                <a:spcPts val="1500"/>
              </a:lnSpc>
              <a:buNone/>
            </a:pPr>
            <a:r>
              <a:rPr lang="en-US" sz="1200" i="1">
                <a:solidFill>
                  <a:srgbClr val="6B7680"/>
                </a:solidFill>
                <a:latin typeface="Arial"/>
                <a:ea typeface="Arial" pitchFamily="34" charset="-122"/>
                <a:cs typeface="Arial"/>
              </a:rPr>
              <a:t>Agile </a:t>
            </a:r>
            <a:r>
              <a:rPr lang="en-US" sz="1200" i="1" err="1">
                <a:solidFill>
                  <a:srgbClr val="6B7680"/>
                </a:solidFill>
                <a:latin typeface="Arial"/>
                <a:ea typeface="Arial" pitchFamily="34" charset="-122"/>
                <a:cs typeface="Arial"/>
              </a:rPr>
              <a:t>ontwikkeling</a:t>
            </a:r>
            <a:r>
              <a:rPr lang="en-US" sz="1200" i="1">
                <a:solidFill>
                  <a:srgbClr val="6B7680"/>
                </a:solidFill>
                <a:latin typeface="Arial"/>
                <a:ea typeface="Arial" pitchFamily="34" charset="-122"/>
                <a:cs typeface="Arial"/>
              </a:rPr>
              <a:t> </a:t>
            </a:r>
            <a:r>
              <a:rPr lang="en-US" sz="1200" i="1" err="1">
                <a:solidFill>
                  <a:srgbClr val="6B7680"/>
                </a:solidFill>
                <a:latin typeface="Arial"/>
                <a:ea typeface="Arial" pitchFamily="34" charset="-122"/>
                <a:cs typeface="Arial"/>
              </a:rPr>
              <a:t>werkt</a:t>
            </a:r>
            <a:r>
              <a:rPr lang="en-US" sz="1200" i="1">
                <a:solidFill>
                  <a:srgbClr val="6B7680"/>
                </a:solidFill>
                <a:latin typeface="Arial"/>
                <a:ea typeface="Arial" pitchFamily="34" charset="-122"/>
                <a:cs typeface="Arial"/>
              </a:rPr>
              <a:t> het best met </a:t>
            </a:r>
            <a:r>
              <a:rPr lang="en-US" sz="1200" i="1" err="1">
                <a:solidFill>
                  <a:srgbClr val="6B7680"/>
                </a:solidFill>
                <a:latin typeface="Arial"/>
                <a:ea typeface="Arial" pitchFamily="34" charset="-122"/>
                <a:cs typeface="Arial"/>
              </a:rPr>
              <a:t>korte</a:t>
            </a:r>
            <a:r>
              <a:rPr lang="en-US" sz="1200" i="1">
                <a:solidFill>
                  <a:srgbClr val="6B7680"/>
                </a:solidFill>
                <a:latin typeface="Arial"/>
                <a:ea typeface="Arial" pitchFamily="34" charset="-122"/>
                <a:cs typeface="Arial"/>
              </a:rPr>
              <a:t> </a:t>
            </a:r>
            <a:r>
              <a:rPr lang="en-US" sz="1200" i="1" err="1">
                <a:solidFill>
                  <a:srgbClr val="6B7680"/>
                </a:solidFill>
                <a:latin typeface="Arial"/>
                <a:ea typeface="Arial" pitchFamily="34" charset="-122"/>
                <a:cs typeface="Arial"/>
              </a:rPr>
              <a:t>lijnen</a:t>
            </a:r>
            <a:r>
              <a:rPr lang="en-US" sz="1200" i="1">
                <a:solidFill>
                  <a:srgbClr val="6B7680"/>
                </a:solidFill>
                <a:latin typeface="Arial"/>
                <a:ea typeface="Arial" pitchFamily="34" charset="-122"/>
                <a:cs typeface="Arial"/>
              </a:rPr>
              <a:t> </a:t>
            </a:r>
            <a:r>
              <a:rPr lang="en-US" sz="1200" i="1" err="1">
                <a:solidFill>
                  <a:srgbClr val="6B7680"/>
                </a:solidFill>
                <a:latin typeface="Arial"/>
                <a:ea typeface="Arial" pitchFamily="34" charset="-122"/>
                <a:cs typeface="Arial"/>
              </a:rPr>
              <a:t>naar</a:t>
            </a:r>
            <a:r>
              <a:rPr lang="en-US" sz="1200" i="1">
                <a:solidFill>
                  <a:srgbClr val="6B7680"/>
                </a:solidFill>
                <a:latin typeface="Arial"/>
                <a:ea typeface="Arial" pitchFamily="34" charset="-122"/>
                <a:cs typeface="Arial"/>
              </a:rPr>
              <a:t> de </a:t>
            </a:r>
            <a:r>
              <a:rPr lang="en-US" sz="1200" i="1" err="1">
                <a:solidFill>
                  <a:srgbClr val="6B7680"/>
                </a:solidFill>
                <a:latin typeface="Arial"/>
                <a:ea typeface="Arial" pitchFamily="34" charset="-122"/>
                <a:cs typeface="Arial"/>
              </a:rPr>
              <a:t>organisatie</a:t>
            </a:r>
            <a:r>
              <a:rPr lang="en-US" sz="1200" i="1">
                <a:solidFill>
                  <a:srgbClr val="6B7680"/>
                </a:solidFill>
                <a:latin typeface="Arial"/>
                <a:ea typeface="Arial" pitchFamily="34" charset="-122"/>
                <a:cs typeface="Arial"/>
              </a:rPr>
              <a:t> — </a:t>
            </a:r>
            <a:r>
              <a:rPr lang="en-US" sz="1200" i="1" err="1">
                <a:solidFill>
                  <a:srgbClr val="6B7680"/>
                </a:solidFill>
                <a:latin typeface="Arial"/>
                <a:ea typeface="Arial" pitchFamily="34" charset="-122"/>
                <a:cs typeface="Arial"/>
              </a:rPr>
              <a:t>dit</a:t>
            </a:r>
            <a:r>
              <a:rPr lang="en-US" sz="1200" i="1">
                <a:solidFill>
                  <a:srgbClr val="6B7680"/>
                </a:solidFill>
                <a:latin typeface="Arial"/>
                <a:ea typeface="Arial" pitchFamily="34" charset="-122"/>
                <a:cs typeface="Arial"/>
              </a:rPr>
              <a:t> is de </a:t>
            </a:r>
            <a:r>
              <a:rPr lang="en-US" sz="1200" i="1" err="1">
                <a:solidFill>
                  <a:srgbClr val="6B7680"/>
                </a:solidFill>
                <a:latin typeface="Arial"/>
                <a:ea typeface="Arial" pitchFamily="34" charset="-122"/>
                <a:cs typeface="Arial"/>
              </a:rPr>
              <a:t>inzet</a:t>
            </a:r>
            <a:r>
              <a:rPr lang="en-US" sz="1200" i="1">
                <a:solidFill>
                  <a:srgbClr val="6B7680"/>
                </a:solidFill>
                <a:latin typeface="Arial"/>
                <a:ea typeface="Arial" pitchFamily="34" charset="-122"/>
                <a:cs typeface="Arial"/>
              </a:rPr>
              <a:t> die we per sprint (3 </a:t>
            </a:r>
            <a:r>
              <a:rPr lang="en-US" sz="1200" i="1" err="1">
                <a:solidFill>
                  <a:srgbClr val="6B7680"/>
                </a:solidFill>
                <a:latin typeface="Arial"/>
                <a:ea typeface="Arial" pitchFamily="34" charset="-122"/>
                <a:cs typeface="Arial"/>
              </a:rPr>
              <a:t>weken</a:t>
            </a:r>
            <a:r>
              <a:rPr lang="en-US" sz="1200" i="1">
                <a:solidFill>
                  <a:srgbClr val="6B7680"/>
                </a:solidFill>
                <a:latin typeface="Arial"/>
                <a:ea typeface="Arial" pitchFamily="34" charset="-122"/>
                <a:cs typeface="Arial"/>
              </a:rPr>
              <a:t>) </a:t>
            </a:r>
            <a:r>
              <a:rPr lang="en-US" sz="1200" i="1" err="1">
                <a:solidFill>
                  <a:srgbClr val="6B7680"/>
                </a:solidFill>
                <a:latin typeface="Arial"/>
                <a:ea typeface="Arial" pitchFamily="34" charset="-122"/>
                <a:cs typeface="Arial"/>
              </a:rPr>
              <a:t>verwachten</a:t>
            </a:r>
            <a:r>
              <a:rPr lang="en-US" sz="1200" i="1">
                <a:solidFill>
                  <a:srgbClr val="6B7680"/>
                </a:solidFill>
                <a:latin typeface="Arial"/>
                <a:ea typeface="Arial" pitchFamily="34" charset="-122"/>
                <a:cs typeface="Arial"/>
              </a:rPr>
              <a:t>.</a:t>
            </a:r>
            <a:endParaRPr lang="en-US" sz="1200">
              <a:latin typeface="Arial"/>
              <a:cs typeface="Arial"/>
            </a:endParaRPr>
          </a:p>
        </p:txBody>
      </p:sp>
      <p:sp>
        <p:nvSpPr>
          <p:cNvPr id="13" name="Shape 11"/>
          <p:cNvSpPr/>
          <p:nvPr/>
        </p:nvSpPr>
        <p:spPr>
          <a:xfrm>
            <a:off x="502920" y="1828800"/>
            <a:ext cx="11183112" cy="868680"/>
          </a:xfrm>
          <a:prstGeom prst="roundRect">
            <a:avLst>
              <a:gd name="adj" fmla="val 7368"/>
            </a:avLst>
          </a:prstGeom>
          <a:solidFill>
            <a:srgbClr val="F5F8FA"/>
          </a:solidFill>
          <a:ln/>
        </p:spPr>
        <p:txBody>
          <a:bodyPr/>
          <a:lstStyle/>
          <a:p>
            <a:endParaRPr lang="nl-NL"/>
          </a:p>
        </p:txBody>
      </p:sp>
      <p:sp>
        <p:nvSpPr>
          <p:cNvPr id="14" name="Shape 12"/>
          <p:cNvSpPr/>
          <p:nvPr/>
        </p:nvSpPr>
        <p:spPr>
          <a:xfrm>
            <a:off x="502920" y="1828800"/>
            <a:ext cx="82296" cy="868680"/>
          </a:xfrm>
          <a:prstGeom prst="rect">
            <a:avLst/>
          </a:prstGeom>
          <a:solidFill>
            <a:srgbClr val="003362"/>
          </a:solidFill>
          <a:ln/>
        </p:spPr>
        <p:txBody>
          <a:bodyPr/>
          <a:lstStyle/>
          <a:p>
            <a:endParaRPr lang="nl-NL"/>
          </a:p>
        </p:txBody>
      </p:sp>
      <p:sp>
        <p:nvSpPr>
          <p:cNvPr id="15" name="Text 13"/>
          <p:cNvSpPr/>
          <p:nvPr/>
        </p:nvSpPr>
        <p:spPr>
          <a:xfrm>
            <a:off x="685800" y="1828800"/>
            <a:ext cx="2286000" cy="868680"/>
          </a:xfrm>
          <a:prstGeom prst="rect">
            <a:avLst/>
          </a:prstGeom>
          <a:noFill/>
          <a:ln/>
        </p:spPr>
        <p:txBody>
          <a:bodyPr wrap="square" rtlCol="0" anchor="ctr"/>
          <a:lstStyle/>
          <a:p>
            <a:pPr marL="0" indent="0">
              <a:lnSpc>
                <a:spcPts val="1700"/>
              </a:lnSpc>
              <a:buNone/>
            </a:pPr>
            <a:r>
              <a:rPr lang="en-US" sz="1450" b="1">
                <a:solidFill>
                  <a:srgbClr val="003362"/>
                </a:solidFill>
                <a:latin typeface="Arial" pitchFamily="34" charset="0"/>
                <a:ea typeface="Arial" pitchFamily="34" charset="-122"/>
                <a:cs typeface="Arial" pitchFamily="34" charset="-120"/>
              </a:rPr>
              <a:t>Interne project owner</a:t>
            </a:r>
            <a:endParaRPr lang="en-US" sz="1450"/>
          </a:p>
        </p:txBody>
      </p:sp>
      <p:sp>
        <p:nvSpPr>
          <p:cNvPr id="16" name="Text 14"/>
          <p:cNvSpPr/>
          <p:nvPr/>
        </p:nvSpPr>
        <p:spPr>
          <a:xfrm>
            <a:off x="3154680" y="1956816"/>
            <a:ext cx="5989320" cy="612648"/>
          </a:xfrm>
          <a:prstGeom prst="rect">
            <a:avLst/>
          </a:prstGeom>
          <a:noFill/>
          <a:ln/>
        </p:spPr>
        <p:txBody>
          <a:bodyPr wrap="square" rtlCol="0" anchor="ctr"/>
          <a:lstStyle/>
          <a:p>
            <a:pPr marL="0" indent="0">
              <a:lnSpc>
                <a:spcPts val="1600"/>
              </a:lnSpc>
              <a:buNone/>
            </a:pPr>
            <a:r>
              <a:rPr lang="en-US" sz="1150">
                <a:solidFill>
                  <a:srgbClr val="2B3033"/>
                </a:solidFill>
                <a:latin typeface="Arial" pitchFamily="34" charset="0"/>
                <a:ea typeface="Arial" pitchFamily="34" charset="-122"/>
                <a:cs typeface="Arial" pitchFamily="34" charset="-120"/>
              </a:rPr>
              <a:t>•  Prioriteren van de backlog</a:t>
            </a:r>
            <a:endParaRPr lang="en-US" sz="1150"/>
          </a:p>
          <a:p>
            <a:pPr marL="0" indent="0">
              <a:lnSpc>
                <a:spcPts val="1600"/>
              </a:lnSpc>
              <a:buNone/>
            </a:pPr>
            <a:r>
              <a:rPr lang="en-US" sz="1150">
                <a:solidFill>
                  <a:srgbClr val="2B3033"/>
                </a:solidFill>
                <a:latin typeface="Arial" pitchFamily="34" charset="0"/>
                <a:ea typeface="Arial" pitchFamily="34" charset="-122"/>
                <a:cs typeface="Arial" pitchFamily="34" charset="-120"/>
              </a:rPr>
              <a:t>•  Aansluiten/aansturen van betrokken interne afdelingen</a:t>
            </a:r>
            <a:endParaRPr lang="en-US" sz="1150"/>
          </a:p>
          <a:p>
            <a:pPr marL="0" indent="0">
              <a:lnSpc>
                <a:spcPts val="1600"/>
              </a:lnSpc>
              <a:buNone/>
            </a:pPr>
            <a:r>
              <a:rPr lang="en-US" sz="1150">
                <a:solidFill>
                  <a:srgbClr val="2B3033"/>
                </a:solidFill>
                <a:latin typeface="Arial" pitchFamily="34" charset="0"/>
                <a:ea typeface="Arial" pitchFamily="34" charset="-122"/>
                <a:cs typeface="Arial" pitchFamily="34" charset="-120"/>
              </a:rPr>
              <a:t>•  Organiseren en faciliteren van acceptatietesten</a:t>
            </a:r>
            <a:endParaRPr lang="en-US" sz="1150"/>
          </a:p>
        </p:txBody>
      </p:sp>
      <p:sp>
        <p:nvSpPr>
          <p:cNvPr id="17" name="Shape 15"/>
          <p:cNvSpPr/>
          <p:nvPr/>
        </p:nvSpPr>
        <p:spPr>
          <a:xfrm>
            <a:off x="9820656" y="1938528"/>
            <a:ext cx="1371600" cy="329184"/>
          </a:xfrm>
          <a:prstGeom prst="roundRect">
            <a:avLst>
              <a:gd name="adj" fmla="val 50000"/>
            </a:avLst>
          </a:prstGeom>
          <a:solidFill>
            <a:srgbClr val="D98E04"/>
          </a:solidFill>
          <a:ln/>
        </p:spPr>
        <p:txBody>
          <a:bodyPr/>
          <a:lstStyle/>
          <a:p>
            <a:endParaRPr lang="nl-NL"/>
          </a:p>
        </p:txBody>
      </p:sp>
      <p:sp>
        <p:nvSpPr>
          <p:cNvPr id="18" name="Text 16"/>
          <p:cNvSpPr/>
          <p:nvPr/>
        </p:nvSpPr>
        <p:spPr>
          <a:xfrm>
            <a:off x="9820656" y="1938528"/>
            <a:ext cx="1371600" cy="329184"/>
          </a:xfrm>
          <a:prstGeom prst="rect">
            <a:avLst/>
          </a:prstGeom>
          <a:noFill/>
          <a:ln/>
        </p:spPr>
        <p:txBody>
          <a:bodyPr wrap="square" lIns="91440" tIns="45720" rIns="91440" bIns="45720" rtlCol="0" anchor="ctr"/>
          <a:lstStyle/>
          <a:p>
            <a:pPr marL="0" indent="0" algn="ctr">
              <a:buNone/>
            </a:pPr>
            <a:r>
              <a:rPr lang="en-US" sz="1100" b="1" err="1">
                <a:solidFill>
                  <a:srgbClr val="FFFFFF"/>
                </a:solidFill>
                <a:latin typeface="Arial"/>
                <a:cs typeface="Arial"/>
              </a:rPr>
              <a:t>Gemiddeld</a:t>
            </a:r>
            <a:endParaRPr lang="en-US" sz="1100" err="1"/>
          </a:p>
        </p:txBody>
      </p:sp>
      <p:sp>
        <p:nvSpPr>
          <p:cNvPr id="19" name="Text 17"/>
          <p:cNvSpPr/>
          <p:nvPr/>
        </p:nvSpPr>
        <p:spPr>
          <a:xfrm>
            <a:off x="9326880" y="2322576"/>
            <a:ext cx="2359152" cy="292608"/>
          </a:xfrm>
          <a:prstGeom prst="rect">
            <a:avLst/>
          </a:prstGeom>
          <a:noFill/>
          <a:ln/>
        </p:spPr>
        <p:txBody>
          <a:bodyPr wrap="square" lIns="91440" tIns="45720" rIns="91440" bIns="45720" rtlCol="0" anchor="ctr"/>
          <a:lstStyle/>
          <a:p>
            <a:pPr algn="ctr"/>
            <a:r>
              <a:rPr lang="en-US" sz="1050" i="1">
                <a:solidFill>
                  <a:srgbClr val="6B7680"/>
                </a:solidFill>
                <a:latin typeface="Arial"/>
                <a:ea typeface="Arial" pitchFamily="34" charset="-122"/>
                <a:cs typeface="Arial"/>
              </a:rPr>
              <a:t>± 2–4 </a:t>
            </a:r>
            <a:r>
              <a:rPr lang="en-US" sz="1050" i="1" err="1">
                <a:solidFill>
                  <a:srgbClr val="6B7680"/>
                </a:solidFill>
                <a:latin typeface="Arial"/>
                <a:ea typeface="Arial" pitchFamily="34" charset="-122"/>
                <a:cs typeface="Arial"/>
              </a:rPr>
              <a:t>uur</a:t>
            </a:r>
            <a:r>
              <a:rPr lang="en-US" sz="1050" i="1">
                <a:solidFill>
                  <a:srgbClr val="6B7680"/>
                </a:solidFill>
                <a:latin typeface="Arial"/>
                <a:ea typeface="Arial" pitchFamily="34" charset="-122"/>
                <a:cs typeface="Arial"/>
              </a:rPr>
              <a:t> / sprint</a:t>
            </a:r>
            <a:endParaRPr lang="en-US" sz="1050">
              <a:latin typeface="Arial"/>
              <a:cs typeface="Arial"/>
            </a:endParaRPr>
          </a:p>
        </p:txBody>
      </p:sp>
      <p:sp>
        <p:nvSpPr>
          <p:cNvPr id="20" name="Shape 18"/>
          <p:cNvSpPr/>
          <p:nvPr/>
        </p:nvSpPr>
        <p:spPr>
          <a:xfrm>
            <a:off x="502920" y="2807208"/>
            <a:ext cx="11183112" cy="868680"/>
          </a:xfrm>
          <a:prstGeom prst="roundRect">
            <a:avLst>
              <a:gd name="adj" fmla="val 7368"/>
            </a:avLst>
          </a:prstGeom>
          <a:solidFill>
            <a:srgbClr val="F5F8FA"/>
          </a:solidFill>
          <a:ln/>
        </p:spPr>
        <p:txBody>
          <a:bodyPr/>
          <a:lstStyle/>
          <a:p>
            <a:endParaRPr lang="nl-NL"/>
          </a:p>
        </p:txBody>
      </p:sp>
      <p:sp>
        <p:nvSpPr>
          <p:cNvPr id="21" name="Shape 19"/>
          <p:cNvSpPr/>
          <p:nvPr/>
        </p:nvSpPr>
        <p:spPr>
          <a:xfrm>
            <a:off x="502920" y="2807208"/>
            <a:ext cx="82296" cy="868680"/>
          </a:xfrm>
          <a:prstGeom prst="rect">
            <a:avLst/>
          </a:prstGeom>
          <a:solidFill>
            <a:srgbClr val="E76734"/>
          </a:solidFill>
          <a:ln/>
        </p:spPr>
        <p:txBody>
          <a:bodyPr/>
          <a:lstStyle/>
          <a:p>
            <a:endParaRPr lang="nl-NL"/>
          </a:p>
        </p:txBody>
      </p:sp>
      <p:sp>
        <p:nvSpPr>
          <p:cNvPr id="22" name="Text 20"/>
          <p:cNvSpPr/>
          <p:nvPr/>
        </p:nvSpPr>
        <p:spPr>
          <a:xfrm>
            <a:off x="685800" y="2807208"/>
            <a:ext cx="2286000" cy="868680"/>
          </a:xfrm>
          <a:prstGeom prst="rect">
            <a:avLst/>
          </a:prstGeom>
          <a:noFill/>
          <a:ln/>
        </p:spPr>
        <p:txBody>
          <a:bodyPr wrap="square" rtlCol="0" anchor="ctr"/>
          <a:lstStyle/>
          <a:p>
            <a:pPr marL="0" indent="0">
              <a:lnSpc>
                <a:spcPts val="1700"/>
              </a:lnSpc>
              <a:buNone/>
            </a:pPr>
            <a:r>
              <a:rPr lang="en-US" sz="1450" b="1">
                <a:solidFill>
                  <a:srgbClr val="003362"/>
                </a:solidFill>
                <a:latin typeface="Arial" pitchFamily="34" charset="0"/>
                <a:ea typeface="Arial" pitchFamily="34" charset="-122"/>
                <a:cs typeface="Arial" pitchFamily="34" charset="-120"/>
              </a:rPr>
              <a:t>Subject Matter Experts</a:t>
            </a:r>
            <a:endParaRPr lang="en-US" sz="1450"/>
          </a:p>
        </p:txBody>
      </p:sp>
      <p:sp>
        <p:nvSpPr>
          <p:cNvPr id="23" name="Text 21"/>
          <p:cNvSpPr/>
          <p:nvPr/>
        </p:nvSpPr>
        <p:spPr>
          <a:xfrm>
            <a:off x="3107643" y="3085743"/>
            <a:ext cx="5989320" cy="612648"/>
          </a:xfrm>
          <a:prstGeom prst="rect">
            <a:avLst/>
          </a:prstGeom>
          <a:noFill/>
          <a:ln/>
        </p:spPr>
        <p:txBody>
          <a:bodyPr wrap="square" lIns="91440" tIns="45720" rIns="91440" bIns="45720" rtlCol="0" anchor="ctr"/>
          <a:lstStyle/>
          <a:p>
            <a:pPr marL="0" indent="0">
              <a:lnSpc>
                <a:spcPts val="1600"/>
              </a:lnSpc>
              <a:buNone/>
            </a:pPr>
            <a:r>
              <a:rPr lang="en-US" sz="1150" dirty="0">
                <a:solidFill>
                  <a:srgbClr val="2B3033"/>
                </a:solidFill>
                <a:latin typeface="Arial"/>
                <a:ea typeface="Arial" pitchFamily="34" charset="-122"/>
                <a:cs typeface="Arial"/>
              </a:rPr>
              <a:t>•  </a:t>
            </a:r>
            <a:r>
              <a:rPr lang="en-US" sz="1150" dirty="0" err="1">
                <a:solidFill>
                  <a:srgbClr val="2B3033"/>
                </a:solidFill>
                <a:latin typeface="Arial"/>
                <a:ea typeface="Arial" pitchFamily="34" charset="-122"/>
                <a:cs typeface="Arial"/>
              </a:rPr>
              <a:t>Leveren</a:t>
            </a:r>
            <a:r>
              <a:rPr lang="en-US" sz="1150" dirty="0">
                <a:solidFill>
                  <a:srgbClr val="2B3033"/>
                </a:solidFill>
                <a:latin typeface="Arial"/>
                <a:ea typeface="Arial" pitchFamily="34" charset="-122"/>
                <a:cs typeface="Arial"/>
              </a:rPr>
              <a:t> van </a:t>
            </a:r>
            <a:r>
              <a:rPr lang="en-US" sz="1150" dirty="0" err="1">
                <a:solidFill>
                  <a:srgbClr val="2B3033"/>
                </a:solidFill>
                <a:latin typeface="Arial"/>
                <a:ea typeface="Arial" pitchFamily="34" charset="-122"/>
                <a:cs typeface="Arial"/>
              </a:rPr>
              <a:t>inhoudelijke</a:t>
            </a:r>
            <a:r>
              <a:rPr lang="en-US" sz="1150" dirty="0">
                <a:solidFill>
                  <a:srgbClr val="2B3033"/>
                </a:solidFill>
                <a:latin typeface="Arial"/>
                <a:ea typeface="Arial" pitchFamily="34" charset="-122"/>
                <a:cs typeface="Arial"/>
              </a:rPr>
              <a:t> (detail)</a:t>
            </a:r>
            <a:r>
              <a:rPr lang="en-US" sz="1150" dirty="0" err="1">
                <a:solidFill>
                  <a:srgbClr val="2B3033"/>
                </a:solidFill>
                <a:latin typeface="Arial"/>
                <a:ea typeface="Arial" pitchFamily="34" charset="-122"/>
                <a:cs typeface="Arial"/>
              </a:rPr>
              <a:t>informatie</a:t>
            </a:r>
            <a:endParaRPr lang="en-US" sz="1150" dirty="0" err="1">
              <a:latin typeface="Arial"/>
              <a:cs typeface="Arial"/>
            </a:endParaRPr>
          </a:p>
          <a:p>
            <a:pPr marL="0" indent="0">
              <a:lnSpc>
                <a:spcPts val="1600"/>
              </a:lnSpc>
              <a:buNone/>
            </a:pPr>
            <a:r>
              <a:rPr lang="en-US" sz="1150" dirty="0">
                <a:solidFill>
                  <a:srgbClr val="2B3033"/>
                </a:solidFill>
                <a:latin typeface="Arial"/>
                <a:ea typeface="Arial" pitchFamily="34" charset="-122"/>
                <a:cs typeface="Arial"/>
              </a:rPr>
              <a:t>•  </a:t>
            </a:r>
            <a:r>
              <a:rPr lang="en-US" sz="1150" dirty="0" err="1">
                <a:solidFill>
                  <a:srgbClr val="2B3033"/>
                </a:solidFill>
                <a:latin typeface="Arial"/>
                <a:ea typeface="Arial" pitchFamily="34" charset="-122"/>
                <a:cs typeface="Arial"/>
              </a:rPr>
              <a:t>Uitvoeren</a:t>
            </a:r>
            <a:r>
              <a:rPr lang="en-US" sz="1150" dirty="0">
                <a:solidFill>
                  <a:srgbClr val="2B3033"/>
                </a:solidFill>
                <a:latin typeface="Arial"/>
                <a:ea typeface="Arial" pitchFamily="34" charset="-122"/>
                <a:cs typeface="Arial"/>
              </a:rPr>
              <a:t> van </a:t>
            </a:r>
            <a:r>
              <a:rPr lang="en-US" sz="1150" dirty="0" err="1">
                <a:solidFill>
                  <a:srgbClr val="2B3033"/>
                </a:solidFill>
                <a:latin typeface="Arial"/>
                <a:ea typeface="Arial" pitchFamily="34" charset="-122"/>
                <a:cs typeface="Arial"/>
              </a:rPr>
              <a:t>acceptatietesten</a:t>
            </a:r>
            <a:endParaRPr lang="en-US" sz="1150" dirty="0">
              <a:solidFill>
                <a:srgbClr val="2B3033"/>
              </a:solidFill>
              <a:latin typeface="Arial"/>
              <a:ea typeface="Arial" pitchFamily="34" charset="-122"/>
              <a:cs typeface="Arial"/>
            </a:endParaRPr>
          </a:p>
          <a:p>
            <a:r>
              <a:rPr lang="en-US" sz="1150" dirty="0">
                <a:solidFill>
                  <a:srgbClr val="2B3033"/>
                </a:solidFill>
                <a:latin typeface="Arial"/>
                <a:ea typeface="Arial" pitchFamily="34" charset="-122"/>
                <a:cs typeface="Arial"/>
              </a:rPr>
              <a:t>•  </a:t>
            </a:r>
            <a:r>
              <a:rPr lang="en-US" sz="1150" dirty="0" err="1">
                <a:solidFill>
                  <a:srgbClr val="2B3033"/>
                </a:solidFill>
                <a:latin typeface="Arial"/>
                <a:ea typeface="Arial" pitchFamily="34" charset="-122"/>
                <a:cs typeface="Arial"/>
              </a:rPr>
              <a:t>Opleiden</a:t>
            </a:r>
            <a:r>
              <a:rPr lang="en-US" sz="1150" dirty="0">
                <a:solidFill>
                  <a:srgbClr val="2B3033"/>
                </a:solidFill>
                <a:latin typeface="Arial"/>
                <a:ea typeface="Arial" pitchFamily="34" charset="-122"/>
                <a:cs typeface="Arial"/>
              </a:rPr>
              <a:t> </a:t>
            </a:r>
            <a:r>
              <a:rPr lang="en-US" sz="1150" dirty="0" err="1">
                <a:solidFill>
                  <a:srgbClr val="2B3033"/>
                </a:solidFill>
                <a:latin typeface="Arial"/>
                <a:ea typeface="Arial" pitchFamily="34" charset="-122"/>
                <a:cs typeface="Arial"/>
              </a:rPr>
              <a:t>eindgebruikers</a:t>
            </a:r>
          </a:p>
          <a:p>
            <a:pPr>
              <a:lnSpc>
                <a:spcPts val="1600"/>
              </a:lnSpc>
            </a:pPr>
            <a:endParaRPr lang="en-US" sz="1150" dirty="0">
              <a:solidFill>
                <a:srgbClr val="2B3033"/>
              </a:solidFill>
              <a:latin typeface="Arial"/>
              <a:ea typeface="Arial" pitchFamily="34" charset="-122"/>
              <a:cs typeface="Arial"/>
            </a:endParaRPr>
          </a:p>
        </p:txBody>
      </p:sp>
      <p:sp>
        <p:nvSpPr>
          <p:cNvPr id="24" name="Shape 22"/>
          <p:cNvSpPr/>
          <p:nvPr/>
        </p:nvSpPr>
        <p:spPr>
          <a:xfrm>
            <a:off x="9820656" y="2916936"/>
            <a:ext cx="1371600" cy="329184"/>
          </a:xfrm>
          <a:prstGeom prst="roundRect">
            <a:avLst>
              <a:gd name="adj" fmla="val 50000"/>
            </a:avLst>
          </a:prstGeom>
          <a:solidFill>
            <a:srgbClr val="EA8282"/>
          </a:solidFill>
          <a:ln/>
        </p:spPr>
        <p:txBody>
          <a:bodyPr/>
          <a:lstStyle/>
          <a:p>
            <a:endParaRPr lang="nl-NL"/>
          </a:p>
        </p:txBody>
      </p:sp>
      <p:sp>
        <p:nvSpPr>
          <p:cNvPr id="25" name="Text 23"/>
          <p:cNvSpPr/>
          <p:nvPr/>
        </p:nvSpPr>
        <p:spPr>
          <a:xfrm>
            <a:off x="9820656" y="2916936"/>
            <a:ext cx="1371600" cy="329184"/>
          </a:xfrm>
          <a:prstGeom prst="rect">
            <a:avLst/>
          </a:prstGeom>
          <a:noFill/>
          <a:ln/>
        </p:spPr>
        <p:txBody>
          <a:bodyPr wrap="square" lIns="91440" tIns="45720" rIns="91440" bIns="45720" rtlCol="0" anchor="ctr"/>
          <a:lstStyle/>
          <a:p>
            <a:pPr marL="0" indent="0" algn="ctr">
              <a:buNone/>
            </a:pPr>
            <a:r>
              <a:rPr lang="en-US" sz="1100" b="1">
                <a:solidFill>
                  <a:srgbClr val="FFFFFF"/>
                </a:solidFill>
                <a:latin typeface="Arial"/>
                <a:cs typeface="Arial"/>
              </a:rPr>
              <a:t>Hoog</a:t>
            </a:r>
            <a:endParaRPr lang="en-US" sz="1100"/>
          </a:p>
        </p:txBody>
      </p:sp>
      <p:sp>
        <p:nvSpPr>
          <p:cNvPr id="26" name="Text 24"/>
          <p:cNvSpPr/>
          <p:nvPr/>
        </p:nvSpPr>
        <p:spPr>
          <a:xfrm>
            <a:off x="9326880" y="3300984"/>
            <a:ext cx="2359152" cy="292608"/>
          </a:xfrm>
          <a:prstGeom prst="rect">
            <a:avLst/>
          </a:prstGeom>
          <a:noFill/>
          <a:ln/>
        </p:spPr>
        <p:txBody>
          <a:bodyPr wrap="square" lIns="91440" tIns="45720" rIns="91440" bIns="45720" rtlCol="0" anchor="ctr"/>
          <a:lstStyle/>
          <a:p>
            <a:pPr algn="ctr"/>
            <a:r>
              <a:rPr lang="en-US" sz="1050" i="1">
                <a:solidFill>
                  <a:srgbClr val="6B7680"/>
                </a:solidFill>
                <a:latin typeface="Arial"/>
                <a:ea typeface="Arial" pitchFamily="34" charset="-122"/>
                <a:cs typeface="Arial"/>
              </a:rPr>
              <a:t>± 4–8 </a:t>
            </a:r>
            <a:r>
              <a:rPr lang="en-US" sz="1050" i="1" err="1">
                <a:solidFill>
                  <a:srgbClr val="6B7680"/>
                </a:solidFill>
                <a:latin typeface="Arial"/>
                <a:ea typeface="Arial" pitchFamily="34" charset="-122"/>
                <a:cs typeface="Arial"/>
              </a:rPr>
              <a:t>uur</a:t>
            </a:r>
            <a:r>
              <a:rPr lang="en-US" sz="1050" i="1">
                <a:solidFill>
                  <a:srgbClr val="6B7680"/>
                </a:solidFill>
                <a:latin typeface="Arial"/>
                <a:ea typeface="Arial" pitchFamily="34" charset="-122"/>
                <a:cs typeface="Arial"/>
              </a:rPr>
              <a:t> / sprint</a:t>
            </a:r>
            <a:endParaRPr lang="en-US" sz="1050">
              <a:latin typeface="Arial"/>
              <a:cs typeface="Arial"/>
            </a:endParaRPr>
          </a:p>
        </p:txBody>
      </p:sp>
      <p:sp>
        <p:nvSpPr>
          <p:cNvPr id="27" name="Shape 25"/>
          <p:cNvSpPr/>
          <p:nvPr/>
        </p:nvSpPr>
        <p:spPr>
          <a:xfrm>
            <a:off x="502920" y="3785616"/>
            <a:ext cx="11183112" cy="868680"/>
          </a:xfrm>
          <a:prstGeom prst="roundRect">
            <a:avLst>
              <a:gd name="adj" fmla="val 7368"/>
            </a:avLst>
          </a:prstGeom>
          <a:solidFill>
            <a:srgbClr val="F5F8FA"/>
          </a:solidFill>
          <a:ln/>
        </p:spPr>
        <p:txBody>
          <a:bodyPr/>
          <a:lstStyle/>
          <a:p>
            <a:endParaRPr lang="nl-NL"/>
          </a:p>
        </p:txBody>
      </p:sp>
      <p:sp>
        <p:nvSpPr>
          <p:cNvPr id="28" name="Shape 26"/>
          <p:cNvSpPr/>
          <p:nvPr/>
        </p:nvSpPr>
        <p:spPr>
          <a:xfrm>
            <a:off x="502920" y="3785616"/>
            <a:ext cx="82296" cy="868680"/>
          </a:xfrm>
          <a:prstGeom prst="rect">
            <a:avLst/>
          </a:prstGeom>
          <a:solidFill>
            <a:srgbClr val="89CDF2"/>
          </a:solidFill>
          <a:ln/>
        </p:spPr>
        <p:txBody>
          <a:bodyPr/>
          <a:lstStyle/>
          <a:p>
            <a:endParaRPr lang="nl-NL"/>
          </a:p>
        </p:txBody>
      </p:sp>
      <p:sp>
        <p:nvSpPr>
          <p:cNvPr id="29" name="Text 27"/>
          <p:cNvSpPr/>
          <p:nvPr/>
        </p:nvSpPr>
        <p:spPr>
          <a:xfrm>
            <a:off x="685800" y="3785616"/>
            <a:ext cx="2286000" cy="868680"/>
          </a:xfrm>
          <a:prstGeom prst="rect">
            <a:avLst/>
          </a:prstGeom>
          <a:noFill/>
          <a:ln/>
        </p:spPr>
        <p:txBody>
          <a:bodyPr wrap="square" rtlCol="0" anchor="ctr"/>
          <a:lstStyle/>
          <a:p>
            <a:pPr marL="0" indent="0">
              <a:lnSpc>
                <a:spcPts val="1700"/>
              </a:lnSpc>
              <a:buNone/>
            </a:pPr>
            <a:r>
              <a:rPr lang="en-US" sz="1450" b="1">
                <a:solidFill>
                  <a:srgbClr val="003362"/>
                </a:solidFill>
                <a:latin typeface="Arial" pitchFamily="34" charset="0"/>
                <a:ea typeface="Arial" pitchFamily="34" charset="-122"/>
                <a:cs typeface="Arial" pitchFamily="34" charset="-120"/>
              </a:rPr>
              <a:t>Eindgebruikers</a:t>
            </a:r>
            <a:endParaRPr lang="en-US" sz="1450"/>
          </a:p>
        </p:txBody>
      </p:sp>
      <p:sp>
        <p:nvSpPr>
          <p:cNvPr id="30" name="Text 28"/>
          <p:cNvSpPr/>
          <p:nvPr/>
        </p:nvSpPr>
        <p:spPr>
          <a:xfrm>
            <a:off x="3154680" y="3913632"/>
            <a:ext cx="5989320" cy="612648"/>
          </a:xfrm>
          <a:prstGeom prst="rect">
            <a:avLst/>
          </a:prstGeom>
          <a:noFill/>
          <a:ln/>
        </p:spPr>
        <p:txBody>
          <a:bodyPr wrap="square" rtlCol="0" anchor="ctr"/>
          <a:lstStyle/>
          <a:p>
            <a:pPr marL="0" indent="0">
              <a:lnSpc>
                <a:spcPts val="1600"/>
              </a:lnSpc>
              <a:buNone/>
            </a:pPr>
            <a:r>
              <a:rPr lang="en-US" sz="1150">
                <a:solidFill>
                  <a:srgbClr val="2B3033"/>
                </a:solidFill>
                <a:latin typeface="Arial" pitchFamily="34" charset="0"/>
                <a:ea typeface="Arial" pitchFamily="34" charset="-122"/>
                <a:cs typeface="Arial" pitchFamily="34" charset="-120"/>
              </a:rPr>
              <a:t>•  Leveren van inhoudelijke (detail)informatie</a:t>
            </a:r>
            <a:endParaRPr lang="en-US" sz="1150"/>
          </a:p>
          <a:p>
            <a:pPr marL="0" indent="0">
              <a:lnSpc>
                <a:spcPts val="1600"/>
              </a:lnSpc>
              <a:buNone/>
            </a:pPr>
            <a:r>
              <a:rPr lang="en-US" sz="1150">
                <a:solidFill>
                  <a:srgbClr val="2B3033"/>
                </a:solidFill>
                <a:latin typeface="Arial" pitchFamily="34" charset="0"/>
                <a:ea typeface="Arial" pitchFamily="34" charset="-122"/>
                <a:cs typeface="Arial" pitchFamily="34" charset="-120"/>
              </a:rPr>
              <a:t>•  Uitvoeren van acceptatietesten</a:t>
            </a:r>
            <a:endParaRPr lang="en-US" sz="1150"/>
          </a:p>
        </p:txBody>
      </p:sp>
      <p:sp>
        <p:nvSpPr>
          <p:cNvPr id="31" name="Shape 29"/>
          <p:cNvSpPr/>
          <p:nvPr/>
        </p:nvSpPr>
        <p:spPr>
          <a:xfrm>
            <a:off x="9820656" y="3895344"/>
            <a:ext cx="1371600" cy="329184"/>
          </a:xfrm>
          <a:prstGeom prst="roundRect">
            <a:avLst>
              <a:gd name="adj" fmla="val 50000"/>
            </a:avLst>
          </a:prstGeom>
          <a:solidFill>
            <a:srgbClr val="00A876"/>
          </a:solidFill>
          <a:ln/>
        </p:spPr>
        <p:txBody>
          <a:bodyPr/>
          <a:lstStyle/>
          <a:p>
            <a:endParaRPr lang="nl-NL"/>
          </a:p>
        </p:txBody>
      </p:sp>
      <p:sp>
        <p:nvSpPr>
          <p:cNvPr id="32" name="Text 30"/>
          <p:cNvSpPr/>
          <p:nvPr/>
        </p:nvSpPr>
        <p:spPr>
          <a:xfrm>
            <a:off x="9820656" y="3895344"/>
            <a:ext cx="1371600" cy="329184"/>
          </a:xfrm>
          <a:prstGeom prst="rect">
            <a:avLst/>
          </a:prstGeom>
          <a:noFill/>
          <a:ln/>
        </p:spPr>
        <p:txBody>
          <a:bodyPr wrap="square" rtlCol="0" anchor="ctr"/>
          <a:lstStyle/>
          <a:p>
            <a:pPr marL="0" indent="0" algn="ctr">
              <a:buNone/>
            </a:pPr>
            <a:r>
              <a:rPr lang="en-US" sz="1100" b="1">
                <a:solidFill>
                  <a:srgbClr val="FFFFFF"/>
                </a:solidFill>
                <a:latin typeface="Arial" pitchFamily="34" charset="0"/>
                <a:ea typeface="Arial" pitchFamily="34" charset="-122"/>
                <a:cs typeface="Arial" pitchFamily="34" charset="-120"/>
              </a:rPr>
              <a:t>Laag–Gemiddeld</a:t>
            </a:r>
            <a:endParaRPr lang="en-US" sz="1100"/>
          </a:p>
        </p:txBody>
      </p:sp>
      <p:sp>
        <p:nvSpPr>
          <p:cNvPr id="33" name="Text 31"/>
          <p:cNvSpPr/>
          <p:nvPr/>
        </p:nvSpPr>
        <p:spPr>
          <a:xfrm>
            <a:off x="9326880" y="4279392"/>
            <a:ext cx="2359152" cy="292608"/>
          </a:xfrm>
          <a:prstGeom prst="rect">
            <a:avLst/>
          </a:prstGeom>
          <a:noFill/>
          <a:ln/>
        </p:spPr>
        <p:txBody>
          <a:bodyPr wrap="square" rtlCol="0" anchor="ctr"/>
          <a:lstStyle/>
          <a:p>
            <a:pPr marL="0" indent="0" algn="ctr">
              <a:buNone/>
            </a:pPr>
            <a:r>
              <a:rPr lang="en-US" sz="1050" i="1">
                <a:solidFill>
                  <a:srgbClr val="6B7680"/>
                </a:solidFill>
                <a:latin typeface="Arial" pitchFamily="34" charset="0"/>
                <a:ea typeface="Arial" pitchFamily="34" charset="-122"/>
                <a:cs typeface="Arial" pitchFamily="34" charset="-120"/>
              </a:rPr>
              <a:t>± 1–3 uur / sprint</a:t>
            </a:r>
            <a:endParaRPr lang="en-US" sz="1050"/>
          </a:p>
        </p:txBody>
      </p:sp>
      <p:sp>
        <p:nvSpPr>
          <p:cNvPr id="34" name="Shape 32"/>
          <p:cNvSpPr/>
          <p:nvPr/>
        </p:nvSpPr>
        <p:spPr>
          <a:xfrm>
            <a:off x="502920" y="4764024"/>
            <a:ext cx="11183112" cy="868680"/>
          </a:xfrm>
          <a:prstGeom prst="roundRect">
            <a:avLst>
              <a:gd name="adj" fmla="val 7368"/>
            </a:avLst>
          </a:prstGeom>
          <a:solidFill>
            <a:srgbClr val="F5F8FA"/>
          </a:solidFill>
          <a:ln/>
        </p:spPr>
        <p:txBody>
          <a:bodyPr/>
          <a:lstStyle/>
          <a:p>
            <a:endParaRPr lang="nl-NL"/>
          </a:p>
        </p:txBody>
      </p:sp>
      <p:sp>
        <p:nvSpPr>
          <p:cNvPr id="35" name="Shape 33"/>
          <p:cNvSpPr/>
          <p:nvPr/>
        </p:nvSpPr>
        <p:spPr>
          <a:xfrm>
            <a:off x="502920" y="4764024"/>
            <a:ext cx="82296" cy="868680"/>
          </a:xfrm>
          <a:prstGeom prst="rect">
            <a:avLst/>
          </a:prstGeom>
          <a:solidFill>
            <a:srgbClr val="4A5559"/>
          </a:solidFill>
          <a:ln/>
        </p:spPr>
        <p:txBody>
          <a:bodyPr/>
          <a:lstStyle/>
          <a:p>
            <a:endParaRPr lang="nl-NL"/>
          </a:p>
        </p:txBody>
      </p:sp>
      <p:sp>
        <p:nvSpPr>
          <p:cNvPr id="36" name="Text 34"/>
          <p:cNvSpPr/>
          <p:nvPr/>
        </p:nvSpPr>
        <p:spPr>
          <a:xfrm>
            <a:off x="685800" y="4764024"/>
            <a:ext cx="2286000" cy="868680"/>
          </a:xfrm>
          <a:prstGeom prst="rect">
            <a:avLst/>
          </a:prstGeom>
          <a:noFill/>
          <a:ln/>
        </p:spPr>
        <p:txBody>
          <a:bodyPr wrap="square" rtlCol="0" anchor="ctr"/>
          <a:lstStyle/>
          <a:p>
            <a:pPr marL="0" indent="0">
              <a:lnSpc>
                <a:spcPts val="1700"/>
              </a:lnSpc>
              <a:buNone/>
            </a:pPr>
            <a:r>
              <a:rPr lang="en-US" sz="1450" b="1">
                <a:solidFill>
                  <a:srgbClr val="003362"/>
                </a:solidFill>
                <a:latin typeface="Arial" pitchFamily="34" charset="0"/>
                <a:ea typeface="Arial" pitchFamily="34" charset="-122"/>
                <a:cs typeface="Arial" pitchFamily="34" charset="-120"/>
              </a:rPr>
              <a:t>Functioneel beheerder</a:t>
            </a:r>
            <a:endParaRPr lang="en-US" sz="1450"/>
          </a:p>
        </p:txBody>
      </p:sp>
      <p:sp>
        <p:nvSpPr>
          <p:cNvPr id="37" name="Text 35"/>
          <p:cNvSpPr/>
          <p:nvPr/>
        </p:nvSpPr>
        <p:spPr>
          <a:xfrm>
            <a:off x="3154680" y="4892040"/>
            <a:ext cx="5989320" cy="612648"/>
          </a:xfrm>
          <a:prstGeom prst="rect">
            <a:avLst/>
          </a:prstGeom>
          <a:noFill/>
          <a:ln/>
        </p:spPr>
        <p:txBody>
          <a:bodyPr wrap="square" rtlCol="0" anchor="ctr"/>
          <a:lstStyle/>
          <a:p>
            <a:pPr marL="0" indent="0">
              <a:lnSpc>
                <a:spcPts val="1600"/>
              </a:lnSpc>
              <a:buNone/>
            </a:pPr>
            <a:r>
              <a:rPr lang="en-US" sz="1150">
                <a:solidFill>
                  <a:srgbClr val="2B3033"/>
                </a:solidFill>
                <a:latin typeface="Arial" pitchFamily="34" charset="0"/>
                <a:ea typeface="Arial" pitchFamily="34" charset="-122"/>
                <a:cs typeface="Arial" pitchFamily="34" charset="-120"/>
              </a:rPr>
              <a:t>•  Configureren van e-mail- en documentsjablonen</a:t>
            </a:r>
            <a:endParaRPr lang="en-US" sz="1150"/>
          </a:p>
          <a:p>
            <a:pPr marL="0" indent="0">
              <a:lnSpc>
                <a:spcPts val="1600"/>
              </a:lnSpc>
              <a:buNone/>
            </a:pPr>
            <a:r>
              <a:rPr lang="en-US" sz="1150">
                <a:solidFill>
                  <a:srgbClr val="2B3033"/>
                </a:solidFill>
                <a:latin typeface="Arial" pitchFamily="34" charset="0"/>
                <a:ea typeface="Arial" pitchFamily="34" charset="-122"/>
                <a:cs typeface="Arial" pitchFamily="34" charset="-120"/>
              </a:rPr>
              <a:t>•  Uitvoeren van acceptatietesten</a:t>
            </a:r>
            <a:endParaRPr lang="en-US" sz="1150"/>
          </a:p>
        </p:txBody>
      </p:sp>
      <p:sp>
        <p:nvSpPr>
          <p:cNvPr id="38" name="Shape 36"/>
          <p:cNvSpPr/>
          <p:nvPr/>
        </p:nvSpPr>
        <p:spPr>
          <a:xfrm>
            <a:off x="9820656" y="4873752"/>
            <a:ext cx="1371600" cy="329184"/>
          </a:xfrm>
          <a:prstGeom prst="roundRect">
            <a:avLst>
              <a:gd name="adj" fmla="val 50000"/>
            </a:avLst>
          </a:prstGeom>
          <a:solidFill>
            <a:srgbClr val="D98E04"/>
          </a:solidFill>
          <a:ln/>
        </p:spPr>
        <p:txBody>
          <a:bodyPr/>
          <a:lstStyle/>
          <a:p>
            <a:endParaRPr lang="nl-NL"/>
          </a:p>
        </p:txBody>
      </p:sp>
      <p:sp>
        <p:nvSpPr>
          <p:cNvPr id="39" name="Text 37"/>
          <p:cNvSpPr/>
          <p:nvPr/>
        </p:nvSpPr>
        <p:spPr>
          <a:xfrm>
            <a:off x="9820656" y="4873752"/>
            <a:ext cx="1371600" cy="329184"/>
          </a:xfrm>
          <a:prstGeom prst="rect">
            <a:avLst/>
          </a:prstGeom>
          <a:noFill/>
          <a:ln/>
        </p:spPr>
        <p:txBody>
          <a:bodyPr wrap="square" rtlCol="0" anchor="ctr"/>
          <a:lstStyle/>
          <a:p>
            <a:pPr marL="0" indent="0" algn="ctr">
              <a:buNone/>
            </a:pPr>
            <a:r>
              <a:rPr lang="en-US" sz="1100" b="1">
                <a:solidFill>
                  <a:srgbClr val="FFFFFF"/>
                </a:solidFill>
                <a:latin typeface="Arial" pitchFamily="34" charset="0"/>
                <a:ea typeface="Arial" pitchFamily="34" charset="-122"/>
                <a:cs typeface="Arial" pitchFamily="34" charset="-120"/>
              </a:rPr>
              <a:t>Gemiddeld</a:t>
            </a:r>
            <a:endParaRPr lang="en-US" sz="1100"/>
          </a:p>
        </p:txBody>
      </p:sp>
      <p:sp>
        <p:nvSpPr>
          <p:cNvPr id="40" name="Text 38"/>
          <p:cNvSpPr/>
          <p:nvPr/>
        </p:nvSpPr>
        <p:spPr>
          <a:xfrm>
            <a:off x="9326880" y="5257800"/>
            <a:ext cx="2359152" cy="292608"/>
          </a:xfrm>
          <a:prstGeom prst="rect">
            <a:avLst/>
          </a:prstGeom>
          <a:noFill/>
          <a:ln/>
        </p:spPr>
        <p:txBody>
          <a:bodyPr wrap="square" rtlCol="0" anchor="ctr"/>
          <a:lstStyle/>
          <a:p>
            <a:pPr marL="0" indent="0" algn="ctr">
              <a:buNone/>
            </a:pPr>
            <a:r>
              <a:rPr lang="en-US" sz="1050" i="1">
                <a:solidFill>
                  <a:srgbClr val="6B7680"/>
                </a:solidFill>
                <a:latin typeface="Arial" pitchFamily="34" charset="0"/>
                <a:ea typeface="Arial" pitchFamily="34" charset="-122"/>
                <a:cs typeface="Arial" pitchFamily="34" charset="-120"/>
              </a:rPr>
              <a:t>± 2–4 uur / sprint</a:t>
            </a:r>
            <a:endParaRPr lang="en-US" sz="1050"/>
          </a:p>
        </p:txBody>
      </p:sp>
      <p:sp>
        <p:nvSpPr>
          <p:cNvPr id="41" name="Shape 39"/>
          <p:cNvSpPr/>
          <p:nvPr/>
        </p:nvSpPr>
        <p:spPr>
          <a:xfrm>
            <a:off x="502920" y="5797296"/>
            <a:ext cx="11183112" cy="411480"/>
          </a:xfrm>
          <a:prstGeom prst="roundRect">
            <a:avLst>
              <a:gd name="adj" fmla="val 13333"/>
            </a:avLst>
          </a:prstGeom>
          <a:solidFill>
            <a:srgbClr val="003362"/>
          </a:solidFill>
          <a:ln/>
        </p:spPr>
        <p:txBody>
          <a:bodyPr/>
          <a:lstStyle/>
          <a:p>
            <a:endParaRPr lang="nl-NL"/>
          </a:p>
        </p:txBody>
      </p:sp>
      <p:sp>
        <p:nvSpPr>
          <p:cNvPr id="42" name="Text 40"/>
          <p:cNvSpPr/>
          <p:nvPr/>
        </p:nvSpPr>
        <p:spPr>
          <a:xfrm>
            <a:off x="713232" y="5797296"/>
            <a:ext cx="10789920" cy="411480"/>
          </a:xfrm>
          <a:prstGeom prst="rect">
            <a:avLst/>
          </a:prstGeom>
          <a:noFill/>
          <a:ln/>
        </p:spPr>
        <p:txBody>
          <a:bodyPr wrap="square" lIns="91440" tIns="45720" rIns="91440" bIns="45720" rtlCol="0" anchor="ctr"/>
          <a:lstStyle/>
          <a:p>
            <a:pPr marL="0" indent="0">
              <a:buNone/>
            </a:pPr>
            <a:r>
              <a:rPr lang="en-US" sz="1000" i="1" err="1">
                <a:solidFill>
                  <a:srgbClr val="CFE3EF"/>
                </a:solidFill>
                <a:latin typeface="Arial"/>
                <a:ea typeface="Arial" pitchFamily="34" charset="-122"/>
                <a:cs typeface="Arial"/>
              </a:rPr>
              <a:t>Indicatief</a:t>
            </a:r>
            <a:r>
              <a:rPr lang="en-US" sz="1000" i="1">
                <a:solidFill>
                  <a:srgbClr val="CFE3EF"/>
                </a:solidFill>
                <a:latin typeface="Arial"/>
                <a:ea typeface="Arial" pitchFamily="34" charset="-122"/>
                <a:cs typeface="Arial"/>
              </a:rPr>
              <a:t> per sprint van 3 </a:t>
            </a:r>
            <a:r>
              <a:rPr lang="en-US" sz="1000" i="1" err="1">
                <a:solidFill>
                  <a:srgbClr val="CFE3EF"/>
                </a:solidFill>
                <a:latin typeface="Arial"/>
                <a:ea typeface="Arial" pitchFamily="34" charset="-122"/>
                <a:cs typeface="Arial"/>
              </a:rPr>
              <a:t>weken</a:t>
            </a:r>
            <a:r>
              <a:rPr lang="en-US" sz="1000" i="1">
                <a:solidFill>
                  <a:srgbClr val="CFE3EF"/>
                </a:solidFill>
                <a:latin typeface="Arial"/>
                <a:ea typeface="Arial" pitchFamily="34" charset="-122"/>
                <a:cs typeface="Arial"/>
              </a:rPr>
              <a:t> — de </a:t>
            </a:r>
            <a:r>
              <a:rPr lang="en-US" sz="1000" i="1" err="1">
                <a:solidFill>
                  <a:srgbClr val="CFE3EF"/>
                </a:solidFill>
                <a:latin typeface="Arial"/>
                <a:ea typeface="Arial" pitchFamily="34" charset="-122"/>
                <a:cs typeface="Arial"/>
              </a:rPr>
              <a:t>daadwerkelijke</a:t>
            </a:r>
            <a:r>
              <a:rPr lang="en-US" sz="1000" i="1">
                <a:solidFill>
                  <a:srgbClr val="CFE3EF"/>
                </a:solidFill>
                <a:latin typeface="Arial"/>
                <a:ea typeface="Arial" pitchFamily="34" charset="-122"/>
                <a:cs typeface="Arial"/>
              </a:rPr>
              <a:t> </a:t>
            </a:r>
            <a:r>
              <a:rPr lang="en-US" sz="1000" i="1" err="1">
                <a:solidFill>
                  <a:srgbClr val="CFE3EF"/>
                </a:solidFill>
                <a:latin typeface="Arial"/>
                <a:ea typeface="Arial" pitchFamily="34" charset="-122"/>
                <a:cs typeface="Arial"/>
              </a:rPr>
              <a:t>inzet</a:t>
            </a:r>
            <a:r>
              <a:rPr lang="en-US" sz="1000" i="1">
                <a:solidFill>
                  <a:srgbClr val="CFE3EF"/>
                </a:solidFill>
                <a:latin typeface="Arial"/>
                <a:ea typeface="Arial" pitchFamily="34" charset="-122"/>
                <a:cs typeface="Arial"/>
              </a:rPr>
              <a:t> </a:t>
            </a:r>
            <a:r>
              <a:rPr lang="en-US" sz="1000" i="1" err="1">
                <a:solidFill>
                  <a:srgbClr val="CFE3EF"/>
                </a:solidFill>
                <a:latin typeface="Arial"/>
                <a:ea typeface="Arial" pitchFamily="34" charset="-122"/>
                <a:cs typeface="Arial"/>
              </a:rPr>
              <a:t>hangt</a:t>
            </a:r>
            <a:r>
              <a:rPr lang="en-US" sz="1000" i="1">
                <a:solidFill>
                  <a:srgbClr val="CFE3EF"/>
                </a:solidFill>
                <a:latin typeface="Arial"/>
                <a:ea typeface="Arial" pitchFamily="34" charset="-122"/>
                <a:cs typeface="Arial"/>
              </a:rPr>
              <a:t> </a:t>
            </a:r>
            <a:r>
              <a:rPr lang="en-US" sz="1000" i="1" err="1">
                <a:solidFill>
                  <a:srgbClr val="CFE3EF"/>
                </a:solidFill>
                <a:latin typeface="Arial"/>
                <a:ea typeface="Arial" pitchFamily="34" charset="-122"/>
                <a:cs typeface="Arial"/>
              </a:rPr>
              <a:t>af</a:t>
            </a:r>
            <a:r>
              <a:rPr lang="en-US" sz="1000" i="1">
                <a:solidFill>
                  <a:srgbClr val="CFE3EF"/>
                </a:solidFill>
                <a:latin typeface="Arial"/>
                <a:ea typeface="Arial" pitchFamily="34" charset="-122"/>
                <a:cs typeface="Arial"/>
              </a:rPr>
              <a:t> van </a:t>
            </a:r>
            <a:r>
              <a:rPr lang="en-US" sz="1000" i="1" err="1">
                <a:solidFill>
                  <a:srgbClr val="CFE3EF"/>
                </a:solidFill>
                <a:latin typeface="Arial"/>
                <a:ea typeface="Arial" pitchFamily="34" charset="-122"/>
                <a:cs typeface="Arial"/>
              </a:rPr>
              <a:t>complexiteit</a:t>
            </a:r>
            <a:r>
              <a:rPr lang="en-US" sz="1000" i="1">
                <a:solidFill>
                  <a:srgbClr val="CFE3EF"/>
                </a:solidFill>
                <a:latin typeface="Arial"/>
                <a:ea typeface="Arial" pitchFamily="34" charset="-122"/>
                <a:cs typeface="Arial"/>
              </a:rPr>
              <a:t> </a:t>
            </a:r>
            <a:r>
              <a:rPr lang="en-US" sz="1000" i="1" err="1">
                <a:solidFill>
                  <a:srgbClr val="CFE3EF"/>
                </a:solidFill>
                <a:latin typeface="Arial"/>
                <a:ea typeface="Arial" pitchFamily="34" charset="-122"/>
                <a:cs typeface="Arial"/>
              </a:rPr>
              <a:t>en</a:t>
            </a:r>
            <a:r>
              <a:rPr lang="en-US" sz="1000" i="1">
                <a:solidFill>
                  <a:srgbClr val="CFE3EF"/>
                </a:solidFill>
                <a:latin typeface="Arial"/>
                <a:ea typeface="Arial" pitchFamily="34" charset="-122"/>
                <a:cs typeface="Arial"/>
              </a:rPr>
              <a:t> het </a:t>
            </a:r>
            <a:r>
              <a:rPr lang="en-US" sz="1000" i="1" err="1">
                <a:solidFill>
                  <a:srgbClr val="CFE3EF"/>
                </a:solidFill>
                <a:latin typeface="Arial"/>
                <a:ea typeface="Arial" pitchFamily="34" charset="-122"/>
                <a:cs typeface="Arial"/>
              </a:rPr>
              <a:t>aantal</a:t>
            </a:r>
            <a:r>
              <a:rPr lang="en-US" sz="1000" i="1">
                <a:solidFill>
                  <a:srgbClr val="CFE3EF"/>
                </a:solidFill>
                <a:latin typeface="Arial"/>
                <a:ea typeface="Arial" pitchFamily="34" charset="-122"/>
                <a:cs typeface="Arial"/>
              </a:rPr>
              <a:t> </a:t>
            </a:r>
            <a:r>
              <a:rPr lang="en-US" sz="1000" i="1" err="1">
                <a:solidFill>
                  <a:srgbClr val="CFE3EF"/>
                </a:solidFill>
                <a:latin typeface="Arial"/>
                <a:ea typeface="Arial" pitchFamily="34" charset="-122"/>
                <a:cs typeface="Arial"/>
              </a:rPr>
              <a:t>parallelle</a:t>
            </a:r>
            <a:r>
              <a:rPr lang="en-US" sz="1000" i="1">
                <a:solidFill>
                  <a:srgbClr val="CFE3EF"/>
                </a:solidFill>
                <a:latin typeface="Arial"/>
                <a:ea typeface="Arial" pitchFamily="34" charset="-122"/>
                <a:cs typeface="Arial"/>
              </a:rPr>
              <a:t> sprints, </a:t>
            </a:r>
            <a:r>
              <a:rPr lang="en-US" sz="1000" i="1" err="1">
                <a:solidFill>
                  <a:srgbClr val="CFE3EF"/>
                </a:solidFill>
                <a:latin typeface="Arial"/>
                <a:ea typeface="Arial" pitchFamily="34" charset="-122"/>
                <a:cs typeface="Arial"/>
              </a:rPr>
              <a:t>en</a:t>
            </a:r>
            <a:r>
              <a:rPr lang="en-US" sz="1000" i="1">
                <a:solidFill>
                  <a:srgbClr val="CFE3EF"/>
                </a:solidFill>
                <a:latin typeface="Arial"/>
                <a:ea typeface="Arial" pitchFamily="34" charset="-122"/>
                <a:cs typeface="Arial"/>
              </a:rPr>
              <a:t> </a:t>
            </a:r>
            <a:r>
              <a:rPr lang="en-US" sz="1000" i="1" err="1">
                <a:solidFill>
                  <a:srgbClr val="CFE3EF"/>
                </a:solidFill>
                <a:latin typeface="Arial"/>
                <a:ea typeface="Arial" pitchFamily="34" charset="-122"/>
                <a:cs typeface="Arial"/>
              </a:rPr>
              <a:t>stemmen</a:t>
            </a:r>
            <a:r>
              <a:rPr lang="en-US" sz="1000" i="1">
                <a:solidFill>
                  <a:srgbClr val="CFE3EF"/>
                </a:solidFill>
                <a:latin typeface="Arial"/>
                <a:ea typeface="Arial" pitchFamily="34" charset="-122"/>
                <a:cs typeface="Arial"/>
              </a:rPr>
              <a:t> we </a:t>
            </a:r>
            <a:r>
              <a:rPr lang="en-US" sz="1000" i="1" err="1">
                <a:solidFill>
                  <a:srgbClr val="CFE3EF"/>
                </a:solidFill>
                <a:latin typeface="Arial"/>
                <a:ea typeface="Arial" pitchFamily="34" charset="-122"/>
                <a:cs typeface="Arial"/>
              </a:rPr>
              <a:t>af</a:t>
            </a:r>
            <a:r>
              <a:rPr lang="en-US" sz="1000" i="1">
                <a:solidFill>
                  <a:srgbClr val="CFE3EF"/>
                </a:solidFill>
                <a:latin typeface="Arial"/>
                <a:ea typeface="Arial" pitchFamily="34" charset="-122"/>
                <a:cs typeface="Arial"/>
              </a:rPr>
              <a:t> </a:t>
            </a:r>
            <a:r>
              <a:rPr lang="en-US" sz="1000" i="1" err="1">
                <a:solidFill>
                  <a:srgbClr val="CFE3EF"/>
                </a:solidFill>
                <a:latin typeface="Arial"/>
                <a:ea typeface="Arial" pitchFamily="34" charset="-122"/>
                <a:cs typeface="Arial"/>
              </a:rPr>
              <a:t>bij</a:t>
            </a:r>
            <a:r>
              <a:rPr lang="en-US" sz="1000" i="1">
                <a:solidFill>
                  <a:srgbClr val="CFE3EF"/>
                </a:solidFill>
                <a:latin typeface="Arial"/>
                <a:ea typeface="Arial" pitchFamily="34" charset="-122"/>
                <a:cs typeface="Arial"/>
              </a:rPr>
              <a:t> start van de </a:t>
            </a:r>
            <a:r>
              <a:rPr lang="en-US" sz="1000" i="1" err="1">
                <a:solidFill>
                  <a:srgbClr val="CFE3EF"/>
                </a:solidFill>
                <a:latin typeface="Arial"/>
                <a:ea typeface="Arial" pitchFamily="34" charset="-122"/>
                <a:cs typeface="Arial"/>
              </a:rPr>
              <a:t>implementatie</a:t>
            </a:r>
            <a:r>
              <a:rPr lang="en-US" sz="1000" i="1">
                <a:solidFill>
                  <a:srgbClr val="CFE3EF"/>
                </a:solidFill>
                <a:latin typeface="Arial"/>
                <a:ea typeface="Arial" pitchFamily="34" charset="-122"/>
                <a:cs typeface="Arial"/>
              </a:rPr>
              <a:t>.</a:t>
            </a:r>
            <a:endParaRPr lang="en-US" sz="1000">
              <a:latin typeface="Arial"/>
              <a:cs typeface="Arial"/>
            </a:endParaRPr>
          </a:p>
        </p:txBody>
      </p:sp>
      <p:sp>
        <p:nvSpPr>
          <p:cNvPr id="44" name="Shape 5">
            <a:extLst>
              <a:ext uri="{FF2B5EF4-FFF2-40B4-BE49-F238E27FC236}">
                <a16:creationId xmlns:a16="http://schemas.microsoft.com/office/drawing/2014/main" id="{DBD2DF5C-6673-170E-57AD-08B55A2133FD}"/>
              </a:ext>
            </a:extLst>
          </p:cNvPr>
          <p:cNvSpPr/>
          <p:nvPr/>
        </p:nvSpPr>
        <p:spPr>
          <a:xfrm>
            <a:off x="9921240" y="292608"/>
            <a:ext cx="1325880" cy="329184"/>
          </a:xfrm>
          <a:prstGeom prst="roundRect">
            <a:avLst>
              <a:gd name="adj" fmla="val 50000"/>
            </a:avLst>
          </a:prstGeom>
          <a:solidFill>
            <a:srgbClr val="E76734"/>
          </a:solidFill>
          <a:ln/>
        </p:spPr>
      </p:sp>
      <p:sp>
        <p:nvSpPr>
          <p:cNvPr id="46" name="Text 6">
            <a:extLst>
              <a:ext uri="{FF2B5EF4-FFF2-40B4-BE49-F238E27FC236}">
                <a16:creationId xmlns:a16="http://schemas.microsoft.com/office/drawing/2014/main" id="{750F4A48-2813-208A-002E-A7DA579BFC39}"/>
              </a:ext>
            </a:extLst>
          </p:cNvPr>
          <p:cNvSpPr/>
          <p:nvPr/>
        </p:nvSpPr>
        <p:spPr>
          <a:xfrm>
            <a:off x="9915489" y="286857"/>
            <a:ext cx="1325880" cy="329184"/>
          </a:xfrm>
          <a:prstGeom prst="rect">
            <a:avLst/>
          </a:prstGeom>
          <a:noFill/>
          <a:ln/>
        </p:spPr>
        <p:txBody>
          <a:bodyPr wrap="square" rtlCol="0" anchor="ctr"/>
          <a:lstStyle/>
          <a:p>
            <a:pPr marL="0" indent="0" algn="ctr">
              <a:buNone/>
            </a:pPr>
            <a:r>
              <a:rPr lang="en-US" sz="1000" b="1" kern="0" spc="50" dirty="0">
                <a:solidFill>
                  <a:srgbClr val="FFFFFF"/>
                </a:solidFill>
                <a:latin typeface="Arial" pitchFamily="34" charset="0"/>
                <a:ea typeface="Arial" pitchFamily="34" charset="-122"/>
                <a:cs typeface="Arial" pitchFamily="34" charset="-120"/>
              </a:rPr>
              <a:t>VOORBEELD</a:t>
            </a:r>
            <a:endParaRPr lang="en-US" sz="1000" dirty="0"/>
          </a:p>
        </p:txBody>
      </p:sp>
    </p:spTree>
    <p:extLst>
      <p:ext uri="{BB962C8B-B14F-4D97-AF65-F5344CB8AC3E}">
        <p14:creationId xmlns:p14="http://schemas.microsoft.com/office/powerpoint/2010/main" val="21945821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1">
    <p:bg>
      <p:bgPr>
        <a:solidFill>
          <a:srgbClr val="003362"/>
        </a:solidFill>
        <a:effectLst/>
      </p:bgPr>
    </p:bg>
    <p:spTree>
      <p:nvGrpSpPr>
        <p:cNvPr id="1" name=""/>
        <p:cNvGrpSpPr/>
        <p:nvPr/>
      </p:nvGrpSpPr>
      <p:grpSpPr>
        <a:xfrm>
          <a:off x="0" y="0"/>
          <a:ext cx="0" cy="0"/>
          <a:chOff x="0" y="0"/>
          <a:chExt cx="0" cy="0"/>
        </a:xfrm>
      </p:grpSpPr>
      <p:sp>
        <p:nvSpPr>
          <p:cNvPr id="2" name="Shape 0"/>
          <p:cNvSpPr/>
          <p:nvPr/>
        </p:nvSpPr>
        <p:spPr>
          <a:xfrm>
            <a:off x="9692640" y="2377440"/>
            <a:ext cx="3108960" cy="3108960"/>
          </a:xfrm>
          <a:prstGeom prst="diamond">
            <a:avLst/>
          </a:prstGeom>
          <a:ln w="38100">
            <a:solidFill>
              <a:srgbClr val="1F5488"/>
            </a:solidFill>
            <a:prstDash val="solid"/>
          </a:ln>
        </p:spPr>
        <p:txBody>
          <a:bodyPr/>
          <a:lstStyle/>
          <a:p>
            <a:endParaRPr lang="nl-NL"/>
          </a:p>
        </p:txBody>
      </p:sp>
      <p:sp>
        <p:nvSpPr>
          <p:cNvPr id="3" name="Text 1"/>
          <p:cNvSpPr/>
          <p:nvPr/>
        </p:nvSpPr>
        <p:spPr>
          <a:xfrm>
            <a:off x="822960" y="685800"/>
            <a:ext cx="7315200" cy="320040"/>
          </a:xfrm>
          <a:prstGeom prst="rect">
            <a:avLst/>
          </a:prstGeom>
          <a:noFill/>
          <a:ln/>
        </p:spPr>
        <p:txBody>
          <a:bodyPr wrap="square" rtlCol="0" anchor="ctr"/>
          <a:lstStyle/>
          <a:p>
            <a:pPr marL="0" indent="0">
              <a:buNone/>
            </a:pPr>
            <a:r>
              <a:rPr lang="en-US" sz="1200" b="1" kern="0" spc="200" dirty="0">
                <a:solidFill>
                  <a:srgbClr val="E76734"/>
                </a:solidFill>
                <a:latin typeface="Arial" pitchFamily="34" charset="0"/>
                <a:ea typeface="Arial" pitchFamily="34" charset="-122"/>
                <a:cs typeface="Arial" pitchFamily="34" charset="-120"/>
              </a:rPr>
              <a:t>HOOFDSTUK 04 VAN 04</a:t>
            </a:r>
            <a:endParaRPr lang="en-US" sz="1200" dirty="0"/>
          </a:p>
        </p:txBody>
      </p:sp>
      <p:sp>
        <p:nvSpPr>
          <p:cNvPr id="4" name="Text 2"/>
          <p:cNvSpPr/>
          <p:nvPr/>
        </p:nvSpPr>
        <p:spPr>
          <a:xfrm>
            <a:off x="822960" y="1417320"/>
            <a:ext cx="2743200" cy="1371600"/>
          </a:xfrm>
          <a:prstGeom prst="rect">
            <a:avLst/>
          </a:prstGeom>
          <a:noFill/>
          <a:ln/>
        </p:spPr>
        <p:txBody>
          <a:bodyPr wrap="square" rtlCol="0" anchor="ctr"/>
          <a:lstStyle/>
          <a:p>
            <a:pPr marL="0" indent="0">
              <a:buNone/>
            </a:pPr>
            <a:r>
              <a:rPr lang="en-US" sz="6600" b="1">
                <a:solidFill>
                  <a:srgbClr val="2E6592"/>
                </a:solidFill>
                <a:latin typeface="Helvetica" pitchFamily="34" charset="0"/>
                <a:ea typeface="Helvetica" pitchFamily="34" charset="-122"/>
                <a:cs typeface="Helvetica" pitchFamily="34" charset="-120"/>
              </a:rPr>
              <a:t>04</a:t>
            </a:r>
            <a:endParaRPr lang="en-US" sz="6600"/>
          </a:p>
        </p:txBody>
      </p:sp>
      <p:sp>
        <p:nvSpPr>
          <p:cNvPr id="5" name="Text 3"/>
          <p:cNvSpPr/>
          <p:nvPr/>
        </p:nvSpPr>
        <p:spPr>
          <a:xfrm>
            <a:off x="822960" y="2514600"/>
            <a:ext cx="9144000" cy="914400"/>
          </a:xfrm>
          <a:prstGeom prst="rect">
            <a:avLst/>
          </a:prstGeom>
          <a:noFill/>
          <a:ln/>
        </p:spPr>
        <p:txBody>
          <a:bodyPr wrap="square" rtlCol="0" anchor="ctr"/>
          <a:lstStyle/>
          <a:p>
            <a:pPr marL="0" indent="0">
              <a:buNone/>
            </a:pPr>
            <a:r>
              <a:rPr lang="en-US" sz="3200" b="1" dirty="0" err="1">
                <a:solidFill>
                  <a:srgbClr val="FFFFFF"/>
                </a:solidFill>
                <a:latin typeface="Helvetica" pitchFamily="34" charset="0"/>
                <a:ea typeface="Helvetica" pitchFamily="34" charset="-122"/>
                <a:cs typeface="Helvetica" pitchFamily="34" charset="-120"/>
              </a:rPr>
              <a:t>Vervolgstappen</a:t>
            </a:r>
            <a:endParaRPr lang="en-US" sz="3200" dirty="0" err="1"/>
          </a:p>
        </p:txBody>
      </p:sp>
      <p:sp>
        <p:nvSpPr>
          <p:cNvPr id="6" name="Shape 4"/>
          <p:cNvSpPr/>
          <p:nvPr/>
        </p:nvSpPr>
        <p:spPr>
          <a:xfrm>
            <a:off x="822960" y="3310128"/>
            <a:ext cx="1463040" cy="41148"/>
          </a:xfrm>
          <a:prstGeom prst="rect">
            <a:avLst/>
          </a:prstGeom>
          <a:solidFill>
            <a:srgbClr val="E76734"/>
          </a:solidFill>
          <a:ln/>
        </p:spPr>
        <p:txBody>
          <a:bodyPr/>
          <a:lstStyle/>
          <a:p>
            <a:endParaRPr lang="nl-NL"/>
          </a:p>
        </p:txBody>
      </p:sp>
      <p:sp>
        <p:nvSpPr>
          <p:cNvPr id="7" name="Text 5"/>
          <p:cNvSpPr/>
          <p:nvPr/>
        </p:nvSpPr>
        <p:spPr>
          <a:xfrm>
            <a:off x="822960" y="3474720"/>
            <a:ext cx="8503920" cy="640080"/>
          </a:xfrm>
          <a:prstGeom prst="rect">
            <a:avLst/>
          </a:prstGeom>
          <a:noFill/>
          <a:ln/>
        </p:spPr>
        <p:txBody>
          <a:bodyPr wrap="square" rtlCol="0" anchor="ctr"/>
          <a:lstStyle/>
          <a:p>
            <a:pPr marL="0" indent="0">
              <a:lnSpc>
                <a:spcPts val="1800"/>
              </a:lnSpc>
              <a:buNone/>
            </a:pPr>
            <a:r>
              <a:rPr lang="en-US" sz="1400" i="1" dirty="0">
                <a:solidFill>
                  <a:srgbClr val="89CDF2"/>
                </a:solidFill>
                <a:latin typeface="Arial" pitchFamily="34" charset="0"/>
                <a:ea typeface="Arial" pitchFamily="34" charset="-122"/>
                <a:cs typeface="Arial" pitchFamily="34" charset="-120"/>
              </a:rPr>
              <a:t>Wat er </a:t>
            </a:r>
            <a:r>
              <a:rPr lang="en-US" sz="1400" i="1" dirty="0" err="1">
                <a:solidFill>
                  <a:srgbClr val="89CDF2"/>
                </a:solidFill>
                <a:latin typeface="Arial" pitchFamily="34" charset="0"/>
                <a:ea typeface="Arial" pitchFamily="34" charset="-122"/>
                <a:cs typeface="Arial" pitchFamily="34" charset="-120"/>
              </a:rPr>
              <a:t>na</a:t>
            </a:r>
            <a:r>
              <a:rPr lang="en-US" sz="1400" i="1" dirty="0">
                <a:solidFill>
                  <a:srgbClr val="89CDF2"/>
                </a:solidFill>
                <a:latin typeface="Arial" pitchFamily="34" charset="0"/>
                <a:ea typeface="Arial" pitchFamily="34" charset="-122"/>
                <a:cs typeface="Arial" pitchFamily="34" charset="-120"/>
              </a:rPr>
              <a:t> </a:t>
            </a:r>
            <a:r>
              <a:rPr lang="en-US" sz="1400" i="1" dirty="0" err="1">
                <a:solidFill>
                  <a:srgbClr val="89CDF2"/>
                </a:solidFill>
                <a:latin typeface="Arial" pitchFamily="34" charset="0"/>
                <a:ea typeface="Arial" pitchFamily="34" charset="-122"/>
                <a:cs typeface="Arial" pitchFamily="34" charset="-120"/>
              </a:rPr>
              <a:t>vandaag</a:t>
            </a:r>
            <a:r>
              <a:rPr lang="en-US" sz="1400" i="1" dirty="0">
                <a:solidFill>
                  <a:srgbClr val="89CDF2"/>
                </a:solidFill>
                <a:latin typeface="Arial" pitchFamily="34" charset="0"/>
                <a:ea typeface="Arial" pitchFamily="34" charset="-122"/>
                <a:cs typeface="Arial" pitchFamily="34" charset="-120"/>
              </a:rPr>
              <a:t> </a:t>
            </a:r>
            <a:r>
              <a:rPr lang="en-US" sz="1400" i="1" dirty="0" err="1">
                <a:solidFill>
                  <a:srgbClr val="89CDF2"/>
                </a:solidFill>
                <a:latin typeface="Arial" pitchFamily="34" charset="0"/>
                <a:ea typeface="Arial" pitchFamily="34" charset="-122"/>
                <a:cs typeface="Arial" pitchFamily="34" charset="-120"/>
              </a:rPr>
              <a:t>volgt</a:t>
            </a:r>
            <a:r>
              <a:rPr lang="en-US" sz="1400" i="1" dirty="0">
                <a:solidFill>
                  <a:srgbClr val="89CDF2"/>
                </a:solidFill>
                <a:latin typeface="Arial" pitchFamily="34" charset="0"/>
                <a:ea typeface="Arial" pitchFamily="34" charset="-122"/>
                <a:cs typeface="Arial" pitchFamily="34" charset="-120"/>
              </a:rPr>
              <a:t>, </a:t>
            </a:r>
            <a:r>
              <a:rPr lang="en-US" sz="1400" i="1" dirty="0" err="1">
                <a:solidFill>
                  <a:srgbClr val="89CDF2"/>
                </a:solidFill>
                <a:latin typeface="Arial" pitchFamily="34" charset="0"/>
                <a:ea typeface="Arial" pitchFamily="34" charset="-122"/>
                <a:cs typeface="Arial" pitchFamily="34" charset="-120"/>
              </a:rPr>
              <a:t>en</a:t>
            </a:r>
            <a:r>
              <a:rPr lang="en-US" sz="1400" i="1" dirty="0">
                <a:solidFill>
                  <a:srgbClr val="89CDF2"/>
                </a:solidFill>
                <a:latin typeface="Arial" pitchFamily="34" charset="0"/>
                <a:ea typeface="Arial" pitchFamily="34" charset="-122"/>
                <a:cs typeface="Arial" pitchFamily="34" charset="-120"/>
              </a:rPr>
              <a:t> </a:t>
            </a:r>
            <a:r>
              <a:rPr lang="en-US" sz="1400" i="1" dirty="0" err="1">
                <a:solidFill>
                  <a:srgbClr val="89CDF2"/>
                </a:solidFill>
                <a:latin typeface="Arial" pitchFamily="34" charset="0"/>
                <a:ea typeface="Arial" pitchFamily="34" charset="-122"/>
                <a:cs typeface="Arial" pitchFamily="34" charset="-120"/>
              </a:rPr>
              <a:t>wie</a:t>
            </a:r>
            <a:r>
              <a:rPr lang="en-US" sz="1400" i="1" dirty="0">
                <a:solidFill>
                  <a:srgbClr val="89CDF2"/>
                </a:solidFill>
                <a:latin typeface="Arial" pitchFamily="34" charset="0"/>
                <a:ea typeface="Arial" pitchFamily="34" charset="-122"/>
                <a:cs typeface="Arial" pitchFamily="34" charset="-120"/>
              </a:rPr>
              <a:t> </a:t>
            </a:r>
            <a:r>
              <a:rPr lang="en-US" sz="1400" i="1" dirty="0" err="1">
                <a:solidFill>
                  <a:srgbClr val="89CDF2"/>
                </a:solidFill>
                <a:latin typeface="Arial" pitchFamily="34" charset="0"/>
                <a:ea typeface="Arial" pitchFamily="34" charset="-122"/>
                <a:cs typeface="Arial" pitchFamily="34" charset="-120"/>
              </a:rPr>
              <a:t>daarbij</a:t>
            </a:r>
            <a:r>
              <a:rPr lang="en-US" sz="1400" i="1" dirty="0">
                <a:solidFill>
                  <a:srgbClr val="89CDF2"/>
                </a:solidFill>
                <a:latin typeface="Arial" pitchFamily="34" charset="0"/>
                <a:ea typeface="Arial" pitchFamily="34" charset="-122"/>
                <a:cs typeface="Arial" pitchFamily="34" charset="-120"/>
              </a:rPr>
              <a:t> </a:t>
            </a:r>
            <a:r>
              <a:rPr lang="en-US" sz="1400" i="1" dirty="0" err="1">
                <a:solidFill>
                  <a:srgbClr val="89CDF2"/>
                </a:solidFill>
                <a:latin typeface="Arial" pitchFamily="34" charset="0"/>
                <a:ea typeface="Arial" pitchFamily="34" charset="-122"/>
                <a:cs typeface="Arial" pitchFamily="34" charset="-120"/>
              </a:rPr>
              <a:t>aan</a:t>
            </a:r>
            <a:r>
              <a:rPr lang="en-US" sz="1400" i="1" dirty="0">
                <a:solidFill>
                  <a:srgbClr val="89CDF2"/>
                </a:solidFill>
                <a:latin typeface="Arial" pitchFamily="34" charset="0"/>
                <a:ea typeface="Arial" pitchFamily="34" charset="-122"/>
                <a:cs typeface="Arial" pitchFamily="34" charset="-120"/>
              </a:rPr>
              <a:t> </a:t>
            </a:r>
            <a:r>
              <a:rPr lang="en-US" sz="1400" i="1" dirty="0" err="1">
                <a:solidFill>
                  <a:srgbClr val="89CDF2"/>
                </a:solidFill>
                <a:latin typeface="Arial" pitchFamily="34" charset="0"/>
                <a:ea typeface="Arial" pitchFamily="34" charset="-122"/>
                <a:cs typeface="Arial" pitchFamily="34" charset="-120"/>
              </a:rPr>
              <a:t>zet</a:t>
            </a:r>
            <a:r>
              <a:rPr lang="en-US" sz="1400" i="1" dirty="0">
                <a:solidFill>
                  <a:srgbClr val="89CDF2"/>
                </a:solidFill>
                <a:latin typeface="Arial" pitchFamily="34" charset="0"/>
                <a:ea typeface="Arial" pitchFamily="34" charset="-122"/>
                <a:cs typeface="Arial" pitchFamily="34" charset="-120"/>
              </a:rPr>
              <a:t> is.</a:t>
            </a:r>
            <a:endParaRPr lang="en-US" sz="1400" dirty="0"/>
          </a:p>
        </p:txBody>
      </p:sp>
      <p:sp>
        <p:nvSpPr>
          <p:cNvPr id="8" name="Shape 6"/>
          <p:cNvSpPr/>
          <p:nvPr/>
        </p:nvSpPr>
        <p:spPr>
          <a:xfrm>
            <a:off x="950976" y="5687568"/>
            <a:ext cx="2500884" cy="0"/>
          </a:xfrm>
          <a:prstGeom prst="line">
            <a:avLst/>
          </a:prstGeom>
          <a:noFill/>
          <a:ln w="19050">
            <a:solidFill>
              <a:srgbClr val="5C88AC"/>
            </a:solidFill>
            <a:prstDash val="solid"/>
          </a:ln>
        </p:spPr>
        <p:txBody>
          <a:bodyPr/>
          <a:lstStyle/>
          <a:p>
            <a:endParaRPr lang="nl-NL"/>
          </a:p>
        </p:txBody>
      </p:sp>
      <p:sp>
        <p:nvSpPr>
          <p:cNvPr id="9" name="Shape 7"/>
          <p:cNvSpPr/>
          <p:nvPr/>
        </p:nvSpPr>
        <p:spPr>
          <a:xfrm>
            <a:off x="822960" y="5623560"/>
            <a:ext cx="128016" cy="128016"/>
          </a:xfrm>
          <a:prstGeom prst="ellipse">
            <a:avLst/>
          </a:prstGeom>
          <a:solidFill>
            <a:srgbClr val="5C88AC"/>
          </a:solidFill>
          <a:ln/>
        </p:spPr>
        <p:txBody>
          <a:bodyPr/>
          <a:lstStyle/>
          <a:p>
            <a:endParaRPr lang="nl-NL"/>
          </a:p>
        </p:txBody>
      </p:sp>
      <p:sp>
        <p:nvSpPr>
          <p:cNvPr id="10" name="Text 8"/>
          <p:cNvSpPr/>
          <p:nvPr/>
        </p:nvSpPr>
        <p:spPr>
          <a:xfrm>
            <a:off x="320040" y="5824728"/>
            <a:ext cx="2628900" cy="320040"/>
          </a:xfrm>
          <a:prstGeom prst="rect">
            <a:avLst/>
          </a:prstGeom>
          <a:noFill/>
          <a:ln/>
        </p:spPr>
        <p:txBody>
          <a:bodyPr wrap="square" rtlCol="0" anchor="ctr"/>
          <a:lstStyle/>
          <a:p>
            <a:pPr marL="0" indent="0" algn="l">
              <a:buNone/>
            </a:pPr>
            <a:r>
              <a:rPr lang="en-US" sz="950" dirty="0" err="1">
                <a:solidFill>
                  <a:srgbClr val="6E93B5"/>
                </a:solidFill>
                <a:latin typeface="Arial" pitchFamily="34" charset="0"/>
                <a:ea typeface="Arial" pitchFamily="34" charset="-122"/>
                <a:cs typeface="Arial" pitchFamily="34" charset="-120"/>
              </a:rPr>
              <a:t>Introductie</a:t>
            </a:r>
            <a:endParaRPr lang="en-US" sz="950" dirty="0" err="1"/>
          </a:p>
        </p:txBody>
      </p:sp>
      <p:sp>
        <p:nvSpPr>
          <p:cNvPr id="11" name="Shape 9"/>
          <p:cNvSpPr/>
          <p:nvPr/>
        </p:nvSpPr>
        <p:spPr>
          <a:xfrm>
            <a:off x="3579876" y="5687568"/>
            <a:ext cx="2500884" cy="0"/>
          </a:xfrm>
          <a:prstGeom prst="line">
            <a:avLst/>
          </a:prstGeom>
          <a:noFill/>
          <a:ln w="19050">
            <a:solidFill>
              <a:srgbClr val="5C88AC"/>
            </a:solidFill>
            <a:prstDash val="solid"/>
          </a:ln>
        </p:spPr>
        <p:txBody>
          <a:bodyPr/>
          <a:lstStyle/>
          <a:p>
            <a:endParaRPr lang="nl-NL"/>
          </a:p>
        </p:txBody>
      </p:sp>
      <p:sp>
        <p:nvSpPr>
          <p:cNvPr id="12" name="Shape 10"/>
          <p:cNvSpPr/>
          <p:nvPr/>
        </p:nvSpPr>
        <p:spPr>
          <a:xfrm>
            <a:off x="3451860" y="5623560"/>
            <a:ext cx="128016" cy="128016"/>
          </a:xfrm>
          <a:prstGeom prst="ellipse">
            <a:avLst/>
          </a:prstGeom>
          <a:solidFill>
            <a:srgbClr val="5C88AC"/>
          </a:solidFill>
          <a:ln/>
        </p:spPr>
        <p:txBody>
          <a:bodyPr/>
          <a:lstStyle/>
          <a:p>
            <a:endParaRPr lang="nl-NL"/>
          </a:p>
        </p:txBody>
      </p:sp>
      <p:sp>
        <p:nvSpPr>
          <p:cNvPr id="13" name="Text 11"/>
          <p:cNvSpPr/>
          <p:nvPr/>
        </p:nvSpPr>
        <p:spPr>
          <a:xfrm>
            <a:off x="2948940" y="5824728"/>
            <a:ext cx="2628900" cy="320040"/>
          </a:xfrm>
          <a:prstGeom prst="rect">
            <a:avLst/>
          </a:prstGeom>
          <a:noFill/>
          <a:ln/>
        </p:spPr>
        <p:txBody>
          <a:bodyPr wrap="square" rtlCol="0" anchor="ctr"/>
          <a:lstStyle/>
          <a:p>
            <a:pPr marL="0" indent="0" algn="l">
              <a:buNone/>
            </a:pPr>
            <a:r>
              <a:rPr lang="en-US" sz="950" dirty="0">
                <a:solidFill>
                  <a:srgbClr val="6E93B5"/>
                </a:solidFill>
                <a:latin typeface="Arial" pitchFamily="34" charset="0"/>
                <a:ea typeface="Arial" pitchFamily="34" charset="-122"/>
                <a:cs typeface="Arial" pitchFamily="34" charset="-120"/>
              </a:rPr>
              <a:t>Context &amp; </a:t>
            </a:r>
            <a:r>
              <a:rPr lang="en-US" sz="950" dirty="0" err="1">
                <a:solidFill>
                  <a:srgbClr val="6E93B5"/>
                </a:solidFill>
                <a:latin typeface="Arial" pitchFamily="34" charset="0"/>
                <a:ea typeface="Arial" pitchFamily="34" charset="-122"/>
                <a:cs typeface="Arial" pitchFamily="34" charset="-120"/>
              </a:rPr>
              <a:t>Doelen</a:t>
            </a:r>
            <a:endParaRPr lang="en-US" sz="950" dirty="0" err="1"/>
          </a:p>
        </p:txBody>
      </p:sp>
      <p:sp>
        <p:nvSpPr>
          <p:cNvPr id="14" name="Shape 12"/>
          <p:cNvSpPr/>
          <p:nvPr/>
        </p:nvSpPr>
        <p:spPr>
          <a:xfrm>
            <a:off x="6208776" y="5687568"/>
            <a:ext cx="2500884" cy="0"/>
          </a:xfrm>
          <a:prstGeom prst="line">
            <a:avLst/>
          </a:prstGeom>
          <a:noFill/>
          <a:ln w="19050">
            <a:solidFill>
              <a:srgbClr val="5C88AC"/>
            </a:solidFill>
            <a:prstDash val="solid"/>
          </a:ln>
        </p:spPr>
        <p:txBody>
          <a:bodyPr/>
          <a:lstStyle/>
          <a:p>
            <a:endParaRPr lang="nl-NL"/>
          </a:p>
        </p:txBody>
      </p:sp>
      <p:sp>
        <p:nvSpPr>
          <p:cNvPr id="15" name="Shape 13"/>
          <p:cNvSpPr/>
          <p:nvPr/>
        </p:nvSpPr>
        <p:spPr>
          <a:xfrm>
            <a:off x="6080760" y="5623560"/>
            <a:ext cx="128016" cy="128016"/>
          </a:xfrm>
          <a:prstGeom prst="ellipse">
            <a:avLst/>
          </a:prstGeom>
          <a:solidFill>
            <a:srgbClr val="5C88AC"/>
          </a:solidFill>
          <a:ln/>
        </p:spPr>
        <p:txBody>
          <a:bodyPr/>
          <a:lstStyle/>
          <a:p>
            <a:endParaRPr lang="nl-NL"/>
          </a:p>
        </p:txBody>
      </p:sp>
      <p:sp>
        <p:nvSpPr>
          <p:cNvPr id="16" name="Text 14"/>
          <p:cNvSpPr/>
          <p:nvPr/>
        </p:nvSpPr>
        <p:spPr>
          <a:xfrm>
            <a:off x="5577840" y="5824728"/>
            <a:ext cx="2628900" cy="320040"/>
          </a:xfrm>
          <a:prstGeom prst="rect">
            <a:avLst/>
          </a:prstGeom>
          <a:noFill/>
          <a:ln/>
        </p:spPr>
        <p:txBody>
          <a:bodyPr wrap="square" rtlCol="0" anchor="ctr"/>
          <a:lstStyle/>
          <a:p>
            <a:pPr marL="0" indent="0" algn="l">
              <a:buNone/>
            </a:pPr>
            <a:r>
              <a:rPr lang="en-US" sz="950" dirty="0" err="1">
                <a:solidFill>
                  <a:srgbClr val="6E93B5"/>
                </a:solidFill>
                <a:latin typeface="Arial" pitchFamily="34" charset="0"/>
                <a:ea typeface="Arial" pitchFamily="34" charset="-122"/>
                <a:cs typeface="Arial" pitchFamily="34" charset="-120"/>
              </a:rPr>
              <a:t>Werkwijze</a:t>
            </a:r>
            <a:endParaRPr lang="en-US" sz="950" dirty="0" err="1"/>
          </a:p>
        </p:txBody>
      </p:sp>
      <p:sp>
        <p:nvSpPr>
          <p:cNvPr id="17" name="Shape 15"/>
          <p:cNvSpPr/>
          <p:nvPr/>
        </p:nvSpPr>
        <p:spPr>
          <a:xfrm>
            <a:off x="8709660" y="5623560"/>
            <a:ext cx="128016" cy="128016"/>
          </a:xfrm>
          <a:prstGeom prst="ellipse">
            <a:avLst/>
          </a:prstGeom>
          <a:solidFill>
            <a:srgbClr val="E76734"/>
          </a:solidFill>
          <a:ln w="19050">
            <a:solidFill>
              <a:srgbClr val="FFFFFF"/>
            </a:solidFill>
            <a:prstDash val="solid"/>
          </a:ln>
        </p:spPr>
        <p:txBody>
          <a:bodyPr/>
          <a:lstStyle/>
          <a:p>
            <a:endParaRPr lang="nl-NL"/>
          </a:p>
        </p:txBody>
      </p:sp>
      <p:sp>
        <p:nvSpPr>
          <p:cNvPr id="18" name="Text 16"/>
          <p:cNvSpPr/>
          <p:nvPr/>
        </p:nvSpPr>
        <p:spPr>
          <a:xfrm>
            <a:off x="8206740" y="5824728"/>
            <a:ext cx="2628900" cy="320040"/>
          </a:xfrm>
          <a:prstGeom prst="rect">
            <a:avLst/>
          </a:prstGeom>
          <a:noFill/>
          <a:ln/>
        </p:spPr>
        <p:txBody>
          <a:bodyPr wrap="square" rtlCol="0" anchor="ctr"/>
          <a:lstStyle/>
          <a:p>
            <a:pPr marL="0" indent="0" algn="l">
              <a:buNone/>
            </a:pPr>
            <a:r>
              <a:rPr lang="en-US" sz="950" b="1" dirty="0" err="1">
                <a:solidFill>
                  <a:srgbClr val="FFFFFF"/>
                </a:solidFill>
                <a:latin typeface="Arial" pitchFamily="34" charset="0"/>
                <a:ea typeface="Arial" pitchFamily="34" charset="-122"/>
                <a:cs typeface="Arial" pitchFamily="34" charset="-120"/>
              </a:rPr>
              <a:t>Vervolgstappen</a:t>
            </a:r>
            <a:endParaRPr lang="en-US" sz="950" dirty="0" err="1"/>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274320"/>
            <a:ext cx="960120" cy="960120"/>
          </a:xfrm>
          <a:prstGeom prst="diamond">
            <a:avLst/>
          </a:prstGeom>
          <a:ln w="63500">
            <a:solidFill>
              <a:srgbClr val="89CDF2"/>
            </a:solidFill>
            <a:prstDash val="solid"/>
          </a:ln>
        </p:spPr>
      </p:sp>
      <p:sp>
        <p:nvSpPr>
          <p:cNvPr id="3" name="Text 1"/>
          <p:cNvSpPr/>
          <p:nvPr/>
        </p:nvSpPr>
        <p:spPr>
          <a:xfrm>
            <a:off x="502920" y="292608"/>
            <a:ext cx="9144000" cy="292608"/>
          </a:xfrm>
          <a:prstGeom prst="rect">
            <a:avLst/>
          </a:prstGeom>
          <a:noFill/>
          <a:ln/>
        </p:spPr>
        <p:txBody>
          <a:bodyPr wrap="square" rtlCol="0" anchor="ctr"/>
          <a:lstStyle/>
          <a:p>
            <a:pPr marL="0" indent="0">
              <a:buNone/>
            </a:pPr>
            <a:r>
              <a:rPr lang="en-US" sz="1100" b="1" kern="0" spc="150" dirty="0">
                <a:solidFill>
                  <a:srgbClr val="E76734"/>
                </a:solidFill>
                <a:latin typeface="Arial" pitchFamily="34" charset="0"/>
                <a:ea typeface="Arial" pitchFamily="34" charset="-122"/>
                <a:cs typeface="Arial" pitchFamily="34" charset="-120"/>
              </a:rPr>
              <a:t>VERVOLGSTAPPEN</a:t>
            </a:r>
            <a:endParaRPr lang="en-US" sz="1100" dirty="0"/>
          </a:p>
        </p:txBody>
      </p:sp>
      <p:sp>
        <p:nvSpPr>
          <p:cNvPr id="4" name="Text 2"/>
          <p:cNvSpPr/>
          <p:nvPr/>
        </p:nvSpPr>
        <p:spPr>
          <a:xfrm>
            <a:off x="502920" y="566928"/>
            <a:ext cx="10515600" cy="640080"/>
          </a:xfrm>
          <a:prstGeom prst="rect">
            <a:avLst/>
          </a:prstGeom>
          <a:noFill/>
          <a:ln/>
        </p:spPr>
        <p:txBody>
          <a:bodyPr wrap="square" rtlCol="0" anchor="ctr"/>
          <a:lstStyle/>
          <a:p>
            <a:pPr marL="0" indent="0">
              <a:buNone/>
            </a:pPr>
            <a:r>
              <a:rPr lang="en-US" sz="2600" b="1" dirty="0">
                <a:solidFill>
                  <a:srgbClr val="003362"/>
                </a:solidFill>
                <a:latin typeface="Helvetica" pitchFamily="34" charset="0"/>
                <a:ea typeface="Helvetica" pitchFamily="34" charset="-122"/>
                <a:cs typeface="Helvetica" pitchFamily="34" charset="-120"/>
              </a:rPr>
              <a:t>Wat volgt na vandaag?</a:t>
            </a:r>
            <a:endParaRPr lang="en-US" sz="2600" dirty="0"/>
          </a:p>
        </p:txBody>
      </p:sp>
      <p:sp>
        <p:nvSpPr>
          <p:cNvPr id="5" name="Shape 3"/>
          <p:cNvSpPr/>
          <p:nvPr/>
        </p:nvSpPr>
        <p:spPr>
          <a:xfrm>
            <a:off x="0" y="6748272"/>
            <a:ext cx="12188952" cy="109728"/>
          </a:xfrm>
          <a:prstGeom prst="rect">
            <a:avLst/>
          </a:prstGeom>
          <a:solidFill>
            <a:srgbClr val="003362"/>
          </a:solidFill>
          <a:ln/>
        </p:spPr>
      </p:sp>
      <p:sp>
        <p:nvSpPr>
          <p:cNvPr id="6" name="Text 4"/>
          <p:cNvSpPr/>
          <p:nvPr/>
        </p:nvSpPr>
        <p:spPr>
          <a:xfrm>
            <a:off x="457200" y="6355080"/>
            <a:ext cx="5486400" cy="320040"/>
          </a:xfrm>
          <a:prstGeom prst="rect">
            <a:avLst/>
          </a:prstGeom>
          <a:noFill/>
          <a:ln/>
        </p:spPr>
        <p:txBody>
          <a:bodyPr wrap="square" rtlCol="0" anchor="ctr"/>
          <a:lstStyle/>
          <a:p>
            <a:pPr marL="0" indent="0">
              <a:buNone/>
            </a:pPr>
            <a:r>
              <a:rPr lang="en-US" sz="950" i="1" dirty="0">
                <a:solidFill>
                  <a:srgbClr val="6B7680"/>
                </a:solidFill>
                <a:latin typeface="Arial" pitchFamily="34" charset="0"/>
                <a:ea typeface="Arial" pitchFamily="34" charset="-122"/>
                <a:cs typeface="Arial" pitchFamily="34" charset="-120"/>
              </a:rPr>
              <a:t>Vervolgstappen</a:t>
            </a:r>
            <a:endParaRPr lang="en-US" sz="950" dirty="0"/>
          </a:p>
        </p:txBody>
      </p:sp>
      <p:sp>
        <p:nvSpPr>
          <p:cNvPr id="7" name="Shape 5"/>
          <p:cNvSpPr/>
          <p:nvPr/>
        </p:nvSpPr>
        <p:spPr>
          <a:xfrm>
            <a:off x="502920" y="1874520"/>
            <a:ext cx="502920" cy="502920"/>
          </a:xfrm>
          <a:prstGeom prst="ellipse">
            <a:avLst/>
          </a:prstGeom>
          <a:solidFill>
            <a:srgbClr val="E76734"/>
          </a:solidFill>
          <a:ln w="25400">
            <a:solidFill>
              <a:srgbClr val="FFFFFF"/>
            </a:solidFill>
            <a:prstDash val="solid"/>
          </a:ln>
        </p:spPr>
      </p:sp>
      <p:sp>
        <p:nvSpPr>
          <p:cNvPr id="8" name="Text 6"/>
          <p:cNvSpPr/>
          <p:nvPr/>
        </p:nvSpPr>
        <p:spPr>
          <a:xfrm>
            <a:off x="502920" y="1874520"/>
            <a:ext cx="502920" cy="502920"/>
          </a:xfrm>
          <a:prstGeom prst="rect">
            <a:avLst/>
          </a:prstGeom>
          <a:noFill/>
          <a:ln/>
        </p:spPr>
        <p:txBody>
          <a:bodyPr wrap="square" rtlCol="0" anchor="ctr"/>
          <a:lstStyle/>
          <a:p>
            <a:pPr marL="0" indent="0" algn="ctr">
              <a:buNone/>
            </a:pPr>
            <a:r>
              <a:rPr lang="en-US" sz="1600" b="1" dirty="0">
                <a:solidFill>
                  <a:srgbClr val="FFFFFF"/>
                </a:solidFill>
                <a:latin typeface="Helvetica" pitchFamily="34" charset="0"/>
                <a:ea typeface="Helvetica" pitchFamily="34" charset="-122"/>
                <a:cs typeface="Helvetica" pitchFamily="34" charset="-120"/>
              </a:rPr>
              <a:t>1</a:t>
            </a:r>
            <a:endParaRPr lang="en-US" sz="1600" dirty="0"/>
          </a:p>
        </p:txBody>
      </p:sp>
      <p:sp>
        <p:nvSpPr>
          <p:cNvPr id="9" name="Shape 7"/>
          <p:cNvSpPr/>
          <p:nvPr/>
        </p:nvSpPr>
        <p:spPr>
          <a:xfrm>
            <a:off x="502920" y="2514600"/>
            <a:ext cx="3514344" cy="2194560"/>
          </a:xfrm>
          <a:prstGeom prst="roundRect">
            <a:avLst>
              <a:gd name="adj" fmla="val 3333"/>
            </a:avLst>
          </a:prstGeom>
          <a:solidFill>
            <a:srgbClr val="F5F8FA"/>
          </a:solidFill>
          <a:ln/>
          <a:effectLst>
            <a:outerShdw blurRad="50800" dist="25400" dir="5400000" algn="bl" rotWithShape="0">
              <a:srgbClr val="000000">
                <a:alpha val="10000"/>
              </a:srgbClr>
            </a:outerShdw>
          </a:effectLst>
        </p:spPr>
      </p:sp>
      <p:sp>
        <p:nvSpPr>
          <p:cNvPr id="10" name="Shape 8"/>
          <p:cNvSpPr/>
          <p:nvPr/>
        </p:nvSpPr>
        <p:spPr>
          <a:xfrm>
            <a:off x="502920" y="2514600"/>
            <a:ext cx="3514344" cy="64008"/>
          </a:xfrm>
          <a:prstGeom prst="rect">
            <a:avLst/>
          </a:prstGeom>
          <a:solidFill>
            <a:srgbClr val="E76734"/>
          </a:solidFill>
          <a:ln/>
        </p:spPr>
      </p:sp>
      <p:sp>
        <p:nvSpPr>
          <p:cNvPr id="11" name="Text 9"/>
          <p:cNvSpPr/>
          <p:nvPr/>
        </p:nvSpPr>
        <p:spPr>
          <a:xfrm>
            <a:off x="685800" y="2679192"/>
            <a:ext cx="3148584" cy="502920"/>
          </a:xfrm>
          <a:prstGeom prst="rect">
            <a:avLst/>
          </a:prstGeom>
          <a:noFill/>
          <a:ln/>
        </p:spPr>
        <p:txBody>
          <a:bodyPr wrap="square" rtlCol="0" anchor="t"/>
          <a:lstStyle/>
          <a:p>
            <a:pPr marL="0" indent="0">
              <a:lnSpc>
                <a:spcPts val="1700"/>
              </a:lnSpc>
              <a:buNone/>
            </a:pPr>
            <a:r>
              <a:rPr lang="en-US" sz="1450" b="1" dirty="0">
                <a:solidFill>
                  <a:srgbClr val="003362"/>
                </a:solidFill>
                <a:latin typeface="Arial" pitchFamily="34" charset="0"/>
                <a:ea typeface="Arial" pitchFamily="34" charset="-122"/>
                <a:cs typeface="Arial" pitchFamily="34" charset="-120"/>
              </a:rPr>
              <a:t>Functionele discovery</a:t>
            </a:r>
            <a:endParaRPr lang="en-US" sz="1450" dirty="0"/>
          </a:p>
        </p:txBody>
      </p:sp>
      <p:sp>
        <p:nvSpPr>
          <p:cNvPr id="12" name="Text 10"/>
          <p:cNvSpPr/>
          <p:nvPr/>
        </p:nvSpPr>
        <p:spPr>
          <a:xfrm>
            <a:off x="685800" y="3200400"/>
            <a:ext cx="3148584" cy="1051560"/>
          </a:xfrm>
          <a:prstGeom prst="rect">
            <a:avLst/>
          </a:prstGeom>
          <a:noFill/>
          <a:ln/>
        </p:spPr>
        <p:txBody>
          <a:bodyPr wrap="square" rtlCol="0" anchor="t"/>
          <a:lstStyle/>
          <a:p>
            <a:pPr marL="0" indent="0">
              <a:lnSpc>
                <a:spcPts val="1350"/>
              </a:lnSpc>
              <a:buNone/>
            </a:pPr>
            <a:r>
              <a:rPr lang="en-US" sz="1050" dirty="0">
                <a:solidFill>
                  <a:srgbClr val="2B3033"/>
                </a:solidFill>
                <a:latin typeface="Arial" pitchFamily="34" charset="0"/>
                <a:ea typeface="Arial" pitchFamily="34" charset="-122"/>
                <a:cs typeface="Arial" pitchFamily="34" charset="-120"/>
              </a:rPr>
              <a:t>Sessie met eindgebruikers om functionele vereisten op te halen: business doelen, functionaliteiten, processen, data etc.</a:t>
            </a:r>
            <a:endParaRPr lang="en-US" sz="1050" dirty="0"/>
          </a:p>
        </p:txBody>
      </p:sp>
      <p:sp>
        <p:nvSpPr>
          <p:cNvPr id="13" name="Shape 11"/>
          <p:cNvSpPr/>
          <p:nvPr/>
        </p:nvSpPr>
        <p:spPr>
          <a:xfrm>
            <a:off x="685800" y="4142232"/>
            <a:ext cx="3148584" cy="0"/>
          </a:xfrm>
          <a:prstGeom prst="line">
            <a:avLst/>
          </a:prstGeom>
          <a:noFill/>
          <a:ln w="9525">
            <a:solidFill>
              <a:srgbClr val="DCE6EA"/>
            </a:solidFill>
            <a:prstDash val="solid"/>
          </a:ln>
        </p:spPr>
      </p:sp>
      <p:sp>
        <p:nvSpPr>
          <p:cNvPr id="14" name="Text 12"/>
          <p:cNvSpPr/>
          <p:nvPr/>
        </p:nvSpPr>
        <p:spPr>
          <a:xfrm>
            <a:off x="685800" y="4233672"/>
            <a:ext cx="3148584" cy="182880"/>
          </a:xfrm>
          <a:prstGeom prst="rect">
            <a:avLst/>
          </a:prstGeom>
          <a:noFill/>
          <a:ln/>
        </p:spPr>
        <p:txBody>
          <a:bodyPr wrap="square" rtlCol="0" anchor="ctr"/>
          <a:lstStyle/>
          <a:p>
            <a:pPr marL="0" indent="0">
              <a:buNone/>
            </a:pPr>
            <a:r>
              <a:rPr lang="en-US" sz="800" b="1" kern="0" spc="100" dirty="0">
                <a:solidFill>
                  <a:srgbClr val="6B7680"/>
                </a:solidFill>
                <a:latin typeface="Arial" pitchFamily="34" charset="0"/>
                <a:ea typeface="Arial" pitchFamily="34" charset="-122"/>
                <a:cs typeface="Arial" pitchFamily="34" charset="-120"/>
              </a:rPr>
              <a:t>DEELNEMERS</a:t>
            </a:r>
            <a:endParaRPr lang="en-US" sz="800" dirty="0"/>
          </a:p>
        </p:txBody>
      </p:sp>
      <p:sp>
        <p:nvSpPr>
          <p:cNvPr id="15" name="Text 13"/>
          <p:cNvSpPr/>
          <p:nvPr/>
        </p:nvSpPr>
        <p:spPr>
          <a:xfrm>
            <a:off x="685800" y="4398264"/>
            <a:ext cx="3148584" cy="292608"/>
          </a:xfrm>
          <a:prstGeom prst="rect">
            <a:avLst/>
          </a:prstGeom>
          <a:noFill/>
          <a:ln/>
        </p:spPr>
        <p:txBody>
          <a:bodyPr wrap="square" rtlCol="0" anchor="t"/>
          <a:lstStyle/>
          <a:p>
            <a:pPr marL="0" indent="0">
              <a:lnSpc>
                <a:spcPts val="1100"/>
              </a:lnSpc>
              <a:buNone/>
            </a:pPr>
            <a:r>
              <a:rPr lang="en-US" sz="950" i="1" dirty="0">
                <a:solidFill>
                  <a:srgbClr val="E76734"/>
                </a:solidFill>
                <a:latin typeface="Arial" pitchFamily="34" charset="0"/>
                <a:ea typeface="Arial" pitchFamily="34" charset="-122"/>
                <a:cs typeface="Arial" pitchFamily="34" charset="-120"/>
              </a:rPr>
              <a:t>Projectleider, key users/eindgebruikers</a:t>
            </a:r>
            <a:endParaRPr lang="en-US" sz="950" dirty="0"/>
          </a:p>
        </p:txBody>
      </p:sp>
      <p:sp>
        <p:nvSpPr>
          <p:cNvPr id="17" name="Shape 15"/>
          <p:cNvSpPr/>
          <p:nvPr/>
        </p:nvSpPr>
        <p:spPr>
          <a:xfrm>
            <a:off x="4337304" y="1874520"/>
            <a:ext cx="502920" cy="502920"/>
          </a:xfrm>
          <a:prstGeom prst="ellipse">
            <a:avLst/>
          </a:prstGeom>
          <a:solidFill>
            <a:srgbClr val="89CDF2"/>
          </a:solidFill>
          <a:ln w="25400">
            <a:solidFill>
              <a:srgbClr val="FFFFFF"/>
            </a:solidFill>
            <a:prstDash val="solid"/>
          </a:ln>
        </p:spPr>
      </p:sp>
      <p:sp>
        <p:nvSpPr>
          <p:cNvPr id="18" name="Text 16"/>
          <p:cNvSpPr/>
          <p:nvPr/>
        </p:nvSpPr>
        <p:spPr>
          <a:xfrm>
            <a:off x="4337304" y="1874520"/>
            <a:ext cx="502920" cy="502920"/>
          </a:xfrm>
          <a:prstGeom prst="rect">
            <a:avLst/>
          </a:prstGeom>
          <a:noFill/>
          <a:ln/>
        </p:spPr>
        <p:txBody>
          <a:bodyPr wrap="square" rtlCol="0" anchor="ctr"/>
          <a:lstStyle/>
          <a:p>
            <a:pPr marL="0" indent="0" algn="ctr">
              <a:buNone/>
            </a:pPr>
            <a:r>
              <a:rPr lang="en-US" sz="1600" b="1" dirty="0">
                <a:solidFill>
                  <a:srgbClr val="003362"/>
                </a:solidFill>
                <a:latin typeface="Helvetica" pitchFamily="34" charset="0"/>
                <a:ea typeface="Helvetica" pitchFamily="34" charset="-122"/>
                <a:cs typeface="Helvetica" pitchFamily="34" charset="-120"/>
              </a:rPr>
              <a:t>2</a:t>
            </a:r>
            <a:endParaRPr lang="en-US" sz="1600" dirty="0"/>
          </a:p>
        </p:txBody>
      </p:sp>
      <p:sp>
        <p:nvSpPr>
          <p:cNvPr id="19" name="Shape 17"/>
          <p:cNvSpPr/>
          <p:nvPr/>
        </p:nvSpPr>
        <p:spPr>
          <a:xfrm>
            <a:off x="4337304" y="2514600"/>
            <a:ext cx="3514344" cy="2194560"/>
          </a:xfrm>
          <a:prstGeom prst="roundRect">
            <a:avLst>
              <a:gd name="adj" fmla="val 3333"/>
            </a:avLst>
          </a:prstGeom>
          <a:solidFill>
            <a:srgbClr val="F5F8FA"/>
          </a:solidFill>
          <a:ln/>
          <a:effectLst>
            <a:outerShdw blurRad="50800" dist="25400" dir="5400000" algn="bl" rotWithShape="0">
              <a:srgbClr val="000000">
                <a:alpha val="10000"/>
              </a:srgbClr>
            </a:outerShdw>
          </a:effectLst>
        </p:spPr>
      </p:sp>
      <p:sp>
        <p:nvSpPr>
          <p:cNvPr id="20" name="Shape 18"/>
          <p:cNvSpPr/>
          <p:nvPr/>
        </p:nvSpPr>
        <p:spPr>
          <a:xfrm>
            <a:off x="4337304" y="2514600"/>
            <a:ext cx="3514344" cy="64008"/>
          </a:xfrm>
          <a:prstGeom prst="rect">
            <a:avLst/>
          </a:prstGeom>
          <a:solidFill>
            <a:srgbClr val="89CDF2"/>
          </a:solidFill>
          <a:ln/>
        </p:spPr>
      </p:sp>
      <p:sp>
        <p:nvSpPr>
          <p:cNvPr id="21" name="Text 19"/>
          <p:cNvSpPr/>
          <p:nvPr/>
        </p:nvSpPr>
        <p:spPr>
          <a:xfrm>
            <a:off x="4520184" y="2679192"/>
            <a:ext cx="3148584" cy="502920"/>
          </a:xfrm>
          <a:prstGeom prst="rect">
            <a:avLst/>
          </a:prstGeom>
          <a:noFill/>
          <a:ln/>
        </p:spPr>
        <p:txBody>
          <a:bodyPr wrap="square" rtlCol="0" anchor="t"/>
          <a:lstStyle/>
          <a:p>
            <a:pPr marL="0" indent="0">
              <a:lnSpc>
                <a:spcPts val="1700"/>
              </a:lnSpc>
              <a:buNone/>
            </a:pPr>
            <a:r>
              <a:rPr lang="en-US" sz="1450" b="1" dirty="0">
                <a:solidFill>
                  <a:srgbClr val="003362"/>
                </a:solidFill>
                <a:latin typeface="Arial" pitchFamily="34" charset="0"/>
                <a:ea typeface="Arial" pitchFamily="34" charset="-122"/>
                <a:cs typeface="Arial" pitchFamily="34" charset="-120"/>
              </a:rPr>
              <a:t>Technische discovery</a:t>
            </a:r>
            <a:endParaRPr lang="en-US" sz="1450" dirty="0"/>
          </a:p>
        </p:txBody>
      </p:sp>
      <p:sp>
        <p:nvSpPr>
          <p:cNvPr id="22" name="Text 20"/>
          <p:cNvSpPr/>
          <p:nvPr/>
        </p:nvSpPr>
        <p:spPr>
          <a:xfrm>
            <a:off x="4520184" y="3200400"/>
            <a:ext cx="3148584" cy="1051560"/>
          </a:xfrm>
          <a:prstGeom prst="rect">
            <a:avLst/>
          </a:prstGeom>
          <a:noFill/>
          <a:ln/>
        </p:spPr>
        <p:txBody>
          <a:bodyPr wrap="square" rtlCol="0" anchor="t"/>
          <a:lstStyle/>
          <a:p>
            <a:pPr marL="0" indent="0">
              <a:lnSpc>
                <a:spcPts val="1350"/>
              </a:lnSpc>
              <a:buNone/>
            </a:pPr>
            <a:r>
              <a:rPr lang="en-US" sz="1050" dirty="0">
                <a:solidFill>
                  <a:srgbClr val="2B3033"/>
                </a:solidFill>
                <a:latin typeface="Arial" pitchFamily="34" charset="0"/>
                <a:ea typeface="Arial" pitchFamily="34" charset="-122"/>
                <a:cs typeface="Arial" pitchFamily="34" charset="-120"/>
              </a:rPr>
              <a:t>Hoe zit het met hosting? Welke componenten zijn nodig in het applicatielandschap?</a:t>
            </a:r>
            <a:endParaRPr lang="en-US" sz="1050" dirty="0"/>
          </a:p>
        </p:txBody>
      </p:sp>
      <p:sp>
        <p:nvSpPr>
          <p:cNvPr id="23" name="Shape 21"/>
          <p:cNvSpPr/>
          <p:nvPr/>
        </p:nvSpPr>
        <p:spPr>
          <a:xfrm>
            <a:off x="4520184" y="4142232"/>
            <a:ext cx="3148584" cy="0"/>
          </a:xfrm>
          <a:prstGeom prst="line">
            <a:avLst/>
          </a:prstGeom>
          <a:noFill/>
          <a:ln w="9525">
            <a:solidFill>
              <a:srgbClr val="DCE6EA"/>
            </a:solidFill>
            <a:prstDash val="solid"/>
          </a:ln>
        </p:spPr>
      </p:sp>
      <p:sp>
        <p:nvSpPr>
          <p:cNvPr id="24" name="Text 22"/>
          <p:cNvSpPr/>
          <p:nvPr/>
        </p:nvSpPr>
        <p:spPr>
          <a:xfrm>
            <a:off x="4520184" y="4233672"/>
            <a:ext cx="3148584" cy="182880"/>
          </a:xfrm>
          <a:prstGeom prst="rect">
            <a:avLst/>
          </a:prstGeom>
          <a:noFill/>
          <a:ln/>
        </p:spPr>
        <p:txBody>
          <a:bodyPr wrap="square" rtlCol="0" anchor="ctr"/>
          <a:lstStyle/>
          <a:p>
            <a:pPr marL="0" indent="0">
              <a:buNone/>
            </a:pPr>
            <a:r>
              <a:rPr lang="en-US" sz="800" b="1" kern="0" spc="100" dirty="0">
                <a:solidFill>
                  <a:srgbClr val="6B7680"/>
                </a:solidFill>
                <a:latin typeface="Arial" pitchFamily="34" charset="0"/>
                <a:ea typeface="Arial" pitchFamily="34" charset="-122"/>
                <a:cs typeface="Arial" pitchFamily="34" charset="-120"/>
              </a:rPr>
              <a:t>DEELNEMERS</a:t>
            </a:r>
            <a:endParaRPr lang="en-US" sz="800" dirty="0"/>
          </a:p>
        </p:txBody>
      </p:sp>
      <p:sp>
        <p:nvSpPr>
          <p:cNvPr id="25" name="Text 23"/>
          <p:cNvSpPr/>
          <p:nvPr/>
        </p:nvSpPr>
        <p:spPr>
          <a:xfrm>
            <a:off x="4520184" y="4398264"/>
            <a:ext cx="3148584" cy="292608"/>
          </a:xfrm>
          <a:prstGeom prst="rect">
            <a:avLst/>
          </a:prstGeom>
          <a:noFill/>
          <a:ln/>
        </p:spPr>
        <p:txBody>
          <a:bodyPr wrap="square" rtlCol="0" anchor="t"/>
          <a:lstStyle/>
          <a:p>
            <a:pPr marL="0" indent="0">
              <a:lnSpc>
                <a:spcPts val="1100"/>
              </a:lnSpc>
              <a:buNone/>
            </a:pPr>
            <a:r>
              <a:rPr lang="en-US" sz="950" i="1" dirty="0">
                <a:solidFill>
                  <a:srgbClr val="003362"/>
                </a:solidFill>
                <a:latin typeface="Arial" pitchFamily="34" charset="0"/>
                <a:ea typeface="Arial" pitchFamily="34" charset="-122"/>
                <a:cs typeface="Arial" pitchFamily="34" charset="-120"/>
              </a:rPr>
              <a:t>Architect/technisch applicatiebeheer</a:t>
            </a:r>
            <a:endParaRPr lang="en-US" sz="950" dirty="0"/>
          </a:p>
        </p:txBody>
      </p:sp>
      <p:sp>
        <p:nvSpPr>
          <p:cNvPr id="27" name="Shape 25"/>
          <p:cNvSpPr/>
          <p:nvPr/>
        </p:nvSpPr>
        <p:spPr>
          <a:xfrm>
            <a:off x="8171688" y="1874520"/>
            <a:ext cx="502920" cy="502920"/>
          </a:xfrm>
          <a:prstGeom prst="ellipse">
            <a:avLst/>
          </a:prstGeom>
          <a:solidFill>
            <a:srgbClr val="003362"/>
          </a:solidFill>
          <a:ln w="25400">
            <a:solidFill>
              <a:srgbClr val="FFFFFF"/>
            </a:solidFill>
            <a:prstDash val="solid"/>
          </a:ln>
        </p:spPr>
      </p:sp>
      <p:sp>
        <p:nvSpPr>
          <p:cNvPr id="28" name="Text 26"/>
          <p:cNvSpPr/>
          <p:nvPr/>
        </p:nvSpPr>
        <p:spPr>
          <a:xfrm>
            <a:off x="8171688" y="1874520"/>
            <a:ext cx="502920" cy="502920"/>
          </a:xfrm>
          <a:prstGeom prst="rect">
            <a:avLst/>
          </a:prstGeom>
          <a:noFill/>
          <a:ln/>
        </p:spPr>
        <p:txBody>
          <a:bodyPr wrap="square" rtlCol="0" anchor="ctr"/>
          <a:lstStyle/>
          <a:p>
            <a:pPr marL="0" indent="0" algn="ctr">
              <a:buNone/>
            </a:pPr>
            <a:r>
              <a:rPr lang="en-US" sz="1600" b="1" dirty="0">
                <a:solidFill>
                  <a:srgbClr val="FFFFFF"/>
                </a:solidFill>
                <a:latin typeface="Helvetica" pitchFamily="34" charset="0"/>
                <a:ea typeface="Helvetica" pitchFamily="34" charset="-122"/>
                <a:cs typeface="Helvetica" pitchFamily="34" charset="-120"/>
              </a:rPr>
              <a:t>3</a:t>
            </a:r>
            <a:endParaRPr lang="en-US" sz="1600" dirty="0"/>
          </a:p>
        </p:txBody>
      </p:sp>
      <p:sp>
        <p:nvSpPr>
          <p:cNvPr id="29" name="Shape 27"/>
          <p:cNvSpPr/>
          <p:nvPr/>
        </p:nvSpPr>
        <p:spPr>
          <a:xfrm>
            <a:off x="8171688" y="2514600"/>
            <a:ext cx="3514344" cy="2194560"/>
          </a:xfrm>
          <a:prstGeom prst="roundRect">
            <a:avLst>
              <a:gd name="adj" fmla="val 3333"/>
            </a:avLst>
          </a:prstGeom>
          <a:solidFill>
            <a:srgbClr val="F5F8FA"/>
          </a:solidFill>
          <a:ln/>
          <a:effectLst>
            <a:outerShdw blurRad="50800" dist="25400" dir="5400000" algn="bl" rotWithShape="0">
              <a:srgbClr val="000000">
                <a:alpha val="10000"/>
              </a:srgbClr>
            </a:outerShdw>
          </a:effectLst>
        </p:spPr>
      </p:sp>
      <p:sp>
        <p:nvSpPr>
          <p:cNvPr id="30" name="Shape 28"/>
          <p:cNvSpPr/>
          <p:nvPr/>
        </p:nvSpPr>
        <p:spPr>
          <a:xfrm>
            <a:off x="8171688" y="2514600"/>
            <a:ext cx="3514344" cy="64008"/>
          </a:xfrm>
          <a:prstGeom prst="rect">
            <a:avLst/>
          </a:prstGeom>
          <a:solidFill>
            <a:srgbClr val="003362"/>
          </a:solidFill>
          <a:ln/>
        </p:spPr>
      </p:sp>
      <p:sp>
        <p:nvSpPr>
          <p:cNvPr id="31" name="Text 29"/>
          <p:cNvSpPr/>
          <p:nvPr/>
        </p:nvSpPr>
        <p:spPr>
          <a:xfrm>
            <a:off x="8354568" y="2679192"/>
            <a:ext cx="3148584" cy="502920"/>
          </a:xfrm>
          <a:prstGeom prst="rect">
            <a:avLst/>
          </a:prstGeom>
          <a:noFill/>
          <a:ln/>
        </p:spPr>
        <p:txBody>
          <a:bodyPr wrap="square" rtlCol="0" anchor="t"/>
          <a:lstStyle/>
          <a:p>
            <a:pPr marL="0" indent="0">
              <a:lnSpc>
                <a:spcPts val="1700"/>
              </a:lnSpc>
              <a:buNone/>
            </a:pPr>
            <a:r>
              <a:rPr lang="en-US" sz="1450" b="1" dirty="0">
                <a:solidFill>
                  <a:srgbClr val="003362"/>
                </a:solidFill>
                <a:latin typeface="Arial" pitchFamily="34" charset="0"/>
                <a:ea typeface="Arial" pitchFamily="34" charset="-122"/>
                <a:cs typeface="Arial" pitchFamily="34" charset="-120"/>
              </a:rPr>
              <a:t>GDPR checklist (privacy)</a:t>
            </a:r>
            <a:endParaRPr lang="en-US" sz="1450" dirty="0"/>
          </a:p>
        </p:txBody>
      </p:sp>
      <p:sp>
        <p:nvSpPr>
          <p:cNvPr id="32" name="Text 30"/>
          <p:cNvSpPr/>
          <p:nvPr/>
        </p:nvSpPr>
        <p:spPr>
          <a:xfrm>
            <a:off x="8354568" y="3200400"/>
            <a:ext cx="3148584" cy="1051560"/>
          </a:xfrm>
          <a:prstGeom prst="rect">
            <a:avLst/>
          </a:prstGeom>
          <a:noFill/>
          <a:ln/>
        </p:spPr>
        <p:txBody>
          <a:bodyPr wrap="square" rtlCol="0" anchor="t"/>
          <a:lstStyle/>
          <a:p>
            <a:pPr marL="0" indent="0">
              <a:lnSpc>
                <a:spcPts val="1350"/>
              </a:lnSpc>
              <a:buNone/>
            </a:pPr>
            <a:r>
              <a:rPr lang="en-US" sz="1050" dirty="0">
                <a:solidFill>
                  <a:srgbClr val="2B3033"/>
                </a:solidFill>
                <a:latin typeface="Arial" pitchFamily="34" charset="0"/>
                <a:ea typeface="Arial" pitchFamily="34" charset="-122"/>
                <a:cs typeface="Arial" pitchFamily="34" charset="-120"/>
              </a:rPr>
              <a:t>Welke afspraken maken wij op het gebied van dataverwerking en veiligheid?</a:t>
            </a:r>
            <a:endParaRPr lang="en-US" sz="1050" dirty="0"/>
          </a:p>
        </p:txBody>
      </p:sp>
      <p:sp>
        <p:nvSpPr>
          <p:cNvPr id="33" name="Shape 31"/>
          <p:cNvSpPr/>
          <p:nvPr/>
        </p:nvSpPr>
        <p:spPr>
          <a:xfrm>
            <a:off x="8354568" y="4142232"/>
            <a:ext cx="3148584" cy="0"/>
          </a:xfrm>
          <a:prstGeom prst="line">
            <a:avLst/>
          </a:prstGeom>
          <a:noFill/>
          <a:ln w="9525">
            <a:solidFill>
              <a:srgbClr val="DCE6EA"/>
            </a:solidFill>
            <a:prstDash val="solid"/>
          </a:ln>
        </p:spPr>
      </p:sp>
      <p:sp>
        <p:nvSpPr>
          <p:cNvPr id="34" name="Text 32"/>
          <p:cNvSpPr/>
          <p:nvPr/>
        </p:nvSpPr>
        <p:spPr>
          <a:xfrm>
            <a:off x="8354568" y="4233672"/>
            <a:ext cx="3148584" cy="182880"/>
          </a:xfrm>
          <a:prstGeom prst="rect">
            <a:avLst/>
          </a:prstGeom>
          <a:noFill/>
          <a:ln/>
        </p:spPr>
        <p:txBody>
          <a:bodyPr wrap="square" rtlCol="0" anchor="ctr"/>
          <a:lstStyle/>
          <a:p>
            <a:pPr marL="0" indent="0">
              <a:buNone/>
            </a:pPr>
            <a:r>
              <a:rPr lang="en-US" sz="800" b="1" kern="0" spc="100" dirty="0">
                <a:solidFill>
                  <a:srgbClr val="6B7680"/>
                </a:solidFill>
                <a:latin typeface="Arial" pitchFamily="34" charset="0"/>
                <a:ea typeface="Arial" pitchFamily="34" charset="-122"/>
                <a:cs typeface="Arial" pitchFamily="34" charset="-120"/>
              </a:rPr>
              <a:t>DEELNEMERS</a:t>
            </a:r>
            <a:endParaRPr lang="en-US" sz="800" dirty="0"/>
          </a:p>
        </p:txBody>
      </p:sp>
      <p:sp>
        <p:nvSpPr>
          <p:cNvPr id="35" name="Text 33"/>
          <p:cNvSpPr/>
          <p:nvPr/>
        </p:nvSpPr>
        <p:spPr>
          <a:xfrm>
            <a:off x="8354568" y="4398264"/>
            <a:ext cx="3148584" cy="292608"/>
          </a:xfrm>
          <a:prstGeom prst="rect">
            <a:avLst/>
          </a:prstGeom>
          <a:noFill/>
          <a:ln/>
        </p:spPr>
        <p:txBody>
          <a:bodyPr wrap="square" rtlCol="0" anchor="t"/>
          <a:lstStyle/>
          <a:p>
            <a:pPr marL="0" indent="0">
              <a:lnSpc>
                <a:spcPts val="1100"/>
              </a:lnSpc>
              <a:buNone/>
            </a:pPr>
            <a:r>
              <a:rPr lang="en-US" sz="950" i="1" dirty="0">
                <a:solidFill>
                  <a:srgbClr val="003362"/>
                </a:solidFill>
                <a:latin typeface="Arial" pitchFamily="34" charset="0"/>
                <a:ea typeface="Arial" pitchFamily="34" charset="-122"/>
                <a:cs typeface="Arial" pitchFamily="34" charset="-120"/>
              </a:rPr>
              <a:t>Privacy officer</a:t>
            </a:r>
            <a:endParaRPr lang="en-US" sz="950" dirty="0"/>
          </a:p>
        </p:txBody>
      </p:sp>
      <p:sp>
        <p:nvSpPr>
          <p:cNvPr id="36" name="Shape 34"/>
          <p:cNvSpPr/>
          <p:nvPr/>
        </p:nvSpPr>
        <p:spPr>
          <a:xfrm>
            <a:off x="502920" y="4937760"/>
            <a:ext cx="11183112" cy="457200"/>
          </a:xfrm>
          <a:prstGeom prst="roundRect">
            <a:avLst>
              <a:gd name="adj" fmla="val 12000"/>
            </a:avLst>
          </a:prstGeom>
          <a:solidFill>
            <a:srgbClr val="F5F8FA"/>
          </a:solidFill>
          <a:ln/>
        </p:spPr>
      </p:sp>
      <p:sp>
        <p:nvSpPr>
          <p:cNvPr id="37" name="Text 35"/>
          <p:cNvSpPr/>
          <p:nvPr/>
        </p:nvSpPr>
        <p:spPr>
          <a:xfrm>
            <a:off x="713232" y="4937760"/>
            <a:ext cx="10789920" cy="457200"/>
          </a:xfrm>
          <a:prstGeom prst="rect">
            <a:avLst/>
          </a:prstGeom>
          <a:noFill/>
          <a:ln/>
        </p:spPr>
        <p:txBody>
          <a:bodyPr wrap="square" rtlCol="0" anchor="ctr"/>
          <a:lstStyle/>
          <a:p>
            <a:pPr marL="0" indent="0">
              <a:buNone/>
            </a:pPr>
            <a:r>
              <a:rPr lang="en-US" sz="1100" i="1" dirty="0">
                <a:solidFill>
                  <a:srgbClr val="6B7680"/>
                </a:solidFill>
                <a:latin typeface="Arial" pitchFamily="34" charset="0"/>
                <a:ea typeface="Arial" pitchFamily="34" charset="-122"/>
                <a:cs typeface="Arial" pitchFamily="34" charset="-120"/>
              </a:rPr>
              <a:t>Verantwoordelijke per onderwerp: [in te vullen] — vast te leggen bij het inplannen van de vervolgstappen.</a:t>
            </a:r>
            <a:endParaRPr lang="en-US" sz="1100" dirty="0"/>
          </a:p>
        </p:txBody>
      </p:sp>
    </p:spTree>
  </p:cSld>
  <p:clrMapOvr>
    <a:masterClrMapping/>
  </p:clrMapOvr>
</p:sld>
</file>

<file path=ppt/theme/theme1.xml><?xml version="1.0" encoding="utf-8"?>
<a:theme xmlns:a="http://schemas.openxmlformats.org/drawingml/2006/main" name="Valtimo layou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GZAC layout">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b7c7f78c-7234-4659-a714-2029890e9078">
      <Terms xmlns="http://schemas.microsoft.com/office/infopath/2007/PartnerControls"/>
    </lcf76f155ced4ddcb4097134ff3c332f>
    <TaxCatchAll xmlns="2fe64aa1-c683-46d7-84f3-af40499a985b" xsi:nil="true"/>
    <SharedWithUsers xmlns="2fe64aa1-c683-46d7-84f3-af40499a985b">
      <UserInfo>
        <DisplayName>Rutger Haagsma</DisplayName>
        <AccountId>6</AccountId>
        <AccountType/>
      </UserInfo>
    </SharedWithUser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B2A3365B6D5ACA43963BA2237853E801" ma:contentTypeVersion="18" ma:contentTypeDescription="Een nieuw document maken." ma:contentTypeScope="" ma:versionID="989f22ee5be1179405b6dc66f4bd959e">
  <xsd:schema xmlns:xsd="http://www.w3.org/2001/XMLSchema" xmlns:xs="http://www.w3.org/2001/XMLSchema" xmlns:p="http://schemas.microsoft.com/office/2006/metadata/properties" xmlns:ns2="b7c7f78c-7234-4659-a714-2029890e9078" xmlns:ns3="2fe64aa1-c683-46d7-84f3-af40499a985b" targetNamespace="http://schemas.microsoft.com/office/2006/metadata/properties" ma:root="true" ma:fieldsID="d19c94840720035c35e2054c0d10dfc5" ns2:_="" ns3:_="">
    <xsd:import namespace="b7c7f78c-7234-4659-a714-2029890e9078"/>
    <xsd:import namespace="2fe64aa1-c683-46d7-84f3-af40499a985b"/>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3:SharedWithUsers" minOccurs="0"/>
                <xsd:element ref="ns3:SharedWithDetails" minOccurs="0"/>
                <xsd:element ref="ns2:MediaServiceAutoKeyPoints" minOccurs="0"/>
                <xsd:element ref="ns2:MediaServiceKeyPoints" minOccurs="0"/>
                <xsd:element ref="ns2:MediaServiceGenerationTime" minOccurs="0"/>
                <xsd:element ref="ns2:MediaServiceEventHashCode" minOccurs="0"/>
                <xsd:element ref="ns2:MediaServiceDateTake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7c7f78c-7234-4659-a714-2029890e907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Afbeeldingtags" ma:readOnly="false" ma:fieldId="{5cf76f15-5ced-4ddc-b409-7134ff3c332f}" ma:taxonomyMulti="true" ma:sspId="4715737a-954d-41d6-82c4-cd9397da7da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Location" ma:index="25"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fe64aa1-c683-46d7-84f3-af40499a985b" elementFormDefault="qualified">
    <xsd:import namespace="http://schemas.microsoft.com/office/2006/documentManagement/types"/>
    <xsd:import namespace="http://schemas.microsoft.com/office/infopath/2007/PartnerControls"/>
    <xsd:element name="SharedWithUsers" ma:index="12"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Gedeeld met details" ma:internalName="SharedWithDetails" ma:readOnly="true">
      <xsd:simpleType>
        <xsd:restriction base="dms:Note">
          <xsd:maxLength value="255"/>
        </xsd:restriction>
      </xsd:simpleType>
    </xsd:element>
    <xsd:element name="TaxCatchAll" ma:index="22" nillable="true" ma:displayName="Taxonomy Catch All Column" ma:hidden="true" ma:list="{8a783b73-dd60-459b-8c34-563840e812fb}" ma:internalName="TaxCatchAll" ma:showField="CatchAllData" ma:web="2fe64aa1-c683-46d7-84f3-af40499a985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0BA8A82-1A59-43C7-AAD3-4EEEF17118F9}">
  <ds:schemaRefs>
    <ds:schemaRef ds:uri="2fe64aa1-c683-46d7-84f3-af40499a985b"/>
    <ds:schemaRef ds:uri="b7c7f78c-7234-4659-a714-2029890e9078"/>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5509A474-C7FE-4448-AA9C-7150AB0259BA}">
  <ds:schemaRefs>
    <ds:schemaRef ds:uri="2fe64aa1-c683-46d7-84f3-af40499a985b"/>
    <ds:schemaRef ds:uri="b7c7f78c-7234-4659-a714-2029890e907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BFD45F2F-416D-4E4B-958C-16FC981B017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Breedbeeld</PresentationFormat>
  <Slides>21</Slides>
  <Notes>21</Notes>
  <HiddenSlides>0</HiddenSlides>
  <ScaleCrop>false</ScaleCrop>
  <HeadingPairs>
    <vt:vector size="4" baseType="variant">
      <vt:variant>
        <vt:lpstr>Thema</vt:lpstr>
      </vt:variant>
      <vt:variant>
        <vt:i4>2</vt:i4>
      </vt:variant>
      <vt:variant>
        <vt:lpstr>Diatitels</vt:lpstr>
      </vt:variant>
      <vt:variant>
        <vt:i4>21</vt:i4>
      </vt:variant>
    </vt:vector>
  </HeadingPairs>
  <TitlesOfParts>
    <vt:vector size="23" baseType="lpstr">
      <vt:lpstr>Valtimo layout</vt:lpstr>
      <vt:lpstr>GZAC layout</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vector>
  </TitlesOfParts>
  <Company>serum ontwerp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PowerPoint-presentatie</dc:title>
  <dc:creator>Peter van Vliet</dc:creator>
  <cp:revision>147</cp:revision>
  <cp:lastPrinted>2022-01-06T09:08:26Z</cp:lastPrinted>
  <dcterms:created xsi:type="dcterms:W3CDTF">2015-03-25T12:25:18Z</dcterms:created>
  <dcterms:modified xsi:type="dcterms:W3CDTF">2026-09-29T07:49:30Z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rder">
    <vt:r8>40600</vt:r8>
  </property>
  <property fmtid="{D5CDD505-2E9C-101B-9397-08002B2CF9AE}" pid="3" name="ComplianceAssetId">
    <vt:lpwstr/>
  </property>
  <property fmtid="{D5CDD505-2E9C-101B-9397-08002B2CF9AE}" pid="4" name="_ExtendedDescription">
    <vt:lpwstr/>
  </property>
  <property fmtid="{D5CDD505-2E9C-101B-9397-08002B2CF9AE}" pid="5" name="TriggerFlowInfo">
    <vt:lpwstr/>
  </property>
  <property fmtid="{D5CDD505-2E9C-101B-9397-08002B2CF9AE}" pid="6" name="MediaServiceImageTags">
    <vt:lpwstr/>
  </property>
  <property fmtid="{D5CDD505-2E9C-101B-9397-08002B2CF9AE}" pid="7" name="ContentTypeId">
    <vt:lpwstr>0x010100B2A3365B6D5ACA43963BA2237853E801</vt:lpwstr>
  </property>
  <property fmtid="{D5CDD505-2E9C-101B-9397-08002B2CF9AE}" pid="8" name="xd_Signature">
    <vt:bool>false</vt:bool>
  </property>
  <property fmtid="{D5CDD505-2E9C-101B-9397-08002B2CF9AE}" pid="9" name="xd_ProgID">
    <vt:lpwstr/>
  </property>
  <property fmtid="{D5CDD505-2E9C-101B-9397-08002B2CF9AE}" pid="10" name="TemplateUrl">
    <vt:lpwstr/>
  </property>
</Properties>
</file>