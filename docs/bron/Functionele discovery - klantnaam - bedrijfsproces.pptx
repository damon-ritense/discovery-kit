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6"/>
  </p:notesMasterIdLst>
  <p:sldIdLst>
    <p:sldId id="256" r:id="rId5"/>
    <p:sldId id="1307" r:id="rId6"/>
    <p:sldId id="1323" r:id="rId7"/>
    <p:sldId id="1326" r:id="rId8"/>
    <p:sldId id="260" r:id="rId9"/>
    <p:sldId id="261" r:id="rId10"/>
    <p:sldId id="1310" r:id="rId11"/>
    <p:sldId id="1311" r:id="rId12"/>
    <p:sldId id="262" r:id="rId13"/>
    <p:sldId id="1327" r:id="rId14"/>
    <p:sldId id="1313" r:id="rId15"/>
    <p:sldId id="265" r:id="rId16"/>
    <p:sldId id="1312" r:id="rId17"/>
    <p:sldId id="267" r:id="rId18"/>
    <p:sldId id="1328" r:id="rId19"/>
    <p:sldId id="269" r:id="rId20"/>
    <p:sldId id="270" r:id="rId21"/>
    <p:sldId id="257" r:id="rId22"/>
    <p:sldId id="258" r:id="rId23"/>
    <p:sldId id="1314" r:id="rId24"/>
    <p:sldId id="1315" r:id="rId25"/>
    <p:sldId id="276" r:id="rId26"/>
    <p:sldId id="277" r:id="rId27"/>
    <p:sldId id="278" r:id="rId28"/>
    <p:sldId id="280" r:id="rId29"/>
    <p:sldId id="281" r:id="rId30"/>
    <p:sldId id="1317" r:id="rId31"/>
    <p:sldId id="284" r:id="rId32"/>
    <p:sldId id="1318" r:id="rId33"/>
    <p:sldId id="1319" r:id="rId34"/>
    <p:sldId id="1320" r:id="rId35"/>
    <p:sldId id="1321" r:id="rId36"/>
    <p:sldId id="1329" r:id="rId37"/>
    <p:sldId id="1324" r:id="rId38"/>
    <p:sldId id="273" r:id="rId39"/>
    <p:sldId id="1303" r:id="rId40"/>
    <p:sldId id="1304" r:id="rId41"/>
    <p:sldId id="1299" r:id="rId42"/>
    <p:sldId id="1330" r:id="rId43"/>
    <p:sldId id="295" r:id="rId44"/>
    <p:sldId id="296"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88AC"/>
    <a:srgbClr val="001F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46" dt="2026-10-02T09:38:56.231"/>
    <p1510:client id="{014A9060-831C-8FEF-DEFF-4340A62265F2}" v="388" dt="2026-10-02T09:20:35.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uter de Wijn" userId="24195124-f900-432d-b161-a7f84cb9eadf" providerId="ADAL" clId="{F99B856E-4A61-4BDE-ACF5-B036D0D771B7}"/>
    <pc:docChg chg="custSel modSld modMainMaster">
      <pc:chgData name="Wouter de Wijn" userId="24195124-f900-432d-b161-a7f84cb9eadf" providerId="ADAL" clId="{F99B856E-4A61-4BDE-ACF5-B036D0D771B7}" dt="2026-09-29T11:05:34.192" v="49" actId="22"/>
      <pc:docMkLst>
        <pc:docMk/>
      </pc:docMkLst>
      <pc:sldChg chg="addSp delSp modSp mod">
        <pc:chgData name="Wouter de Wijn" userId="24195124-f900-432d-b161-a7f84cb9eadf" providerId="ADAL" clId="{F99B856E-4A61-4BDE-ACF5-B036D0D771B7}" dt="2026-09-29T11:03:54.595" v="18" actId="21"/>
        <pc:sldMkLst>
          <pc:docMk/>
          <pc:sldMk cId="0" sldId="256"/>
        </pc:sldMkLst>
      </pc:sldChg>
      <pc:sldMasterChg chg="modSldLayout">
        <pc:chgData name="Wouter de Wijn" userId="24195124-f900-432d-b161-a7f84cb9eadf" providerId="ADAL" clId="{F99B856E-4A61-4BDE-ACF5-B036D0D771B7}" dt="2026-09-29T11:05:34.192" v="49" actId="22"/>
        <pc:sldMasterMkLst>
          <pc:docMk/>
          <pc:sldMasterMk cId="0" sldId="2147483648"/>
        </pc:sldMasterMkLst>
        <pc:sldLayoutChg chg="addSp delSp modSp mod setBg">
          <pc:chgData name="Wouter de Wijn" userId="24195124-f900-432d-b161-a7f84cb9eadf" providerId="ADAL" clId="{F99B856E-4A61-4BDE-ACF5-B036D0D771B7}" dt="2026-09-29T11:04:52.118" v="37" actId="1036"/>
          <pc:sldLayoutMkLst>
            <pc:docMk/>
            <pc:sldMasterMk cId="0" sldId="2147483648"/>
            <pc:sldLayoutMk cId="0" sldId="2147483650"/>
          </pc:sldLayoutMkLst>
          <pc:picChg chg="add mod">
            <ac:chgData name="Wouter de Wijn" userId="24195124-f900-432d-b161-a7f84cb9eadf" providerId="ADAL" clId="{F99B856E-4A61-4BDE-ACF5-B036D0D771B7}" dt="2026-09-29T11:04:52.118" v="37" actId="1036"/>
            <ac:picMkLst>
              <pc:docMk/>
              <pc:sldMasterMk cId="0" sldId="2147483648"/>
              <pc:sldLayoutMk cId="0" sldId="2147483650"/>
              <ac:picMk id="4" creationId="{0E602309-6032-E0A7-0683-947E1BBFD8AB}"/>
            </ac:picMkLst>
          </pc:picChg>
        </pc:sldLayoutChg>
        <pc:sldLayoutChg chg="addSp delSp mod setBg">
          <pc:chgData name="Wouter de Wijn" userId="24195124-f900-432d-b161-a7f84cb9eadf" providerId="ADAL" clId="{F99B856E-4A61-4BDE-ACF5-B036D0D771B7}" dt="2026-09-29T11:05:27.721" v="47" actId="22"/>
          <pc:sldLayoutMkLst>
            <pc:docMk/>
            <pc:sldMasterMk cId="0" sldId="2147483648"/>
            <pc:sldLayoutMk cId="0" sldId="2147483651"/>
          </pc:sldLayoutMkLst>
          <pc:picChg chg="add">
            <ac:chgData name="Wouter de Wijn" userId="24195124-f900-432d-b161-a7f84cb9eadf" providerId="ADAL" clId="{F99B856E-4A61-4BDE-ACF5-B036D0D771B7}" dt="2026-09-29T11:05:27.721" v="47" actId="22"/>
            <ac:picMkLst>
              <pc:docMk/>
              <pc:sldMasterMk cId="0" sldId="2147483648"/>
              <pc:sldLayoutMk cId="0" sldId="2147483651"/>
              <ac:picMk id="3" creationId="{47638D6E-8EBE-ECA9-30ED-CD44D345BD74}"/>
            </ac:picMkLst>
          </pc:picChg>
        </pc:sldLayoutChg>
        <pc:sldLayoutChg chg="addSp delSp mod setBg">
          <pc:chgData name="Wouter de Wijn" userId="24195124-f900-432d-b161-a7f84cb9eadf" providerId="ADAL" clId="{F99B856E-4A61-4BDE-ACF5-B036D0D771B7}" dt="2026-09-29T11:05:06.738" v="39" actId="22"/>
          <pc:sldLayoutMkLst>
            <pc:docMk/>
            <pc:sldMasterMk cId="0" sldId="2147483648"/>
            <pc:sldLayoutMk cId="0" sldId="2147483652"/>
          </pc:sldLayoutMkLst>
          <pc:picChg chg="add">
            <ac:chgData name="Wouter de Wijn" userId="24195124-f900-432d-b161-a7f84cb9eadf" providerId="ADAL" clId="{F99B856E-4A61-4BDE-ACF5-B036D0D771B7}" dt="2026-09-29T11:05:06.738" v="39" actId="22"/>
            <ac:picMkLst>
              <pc:docMk/>
              <pc:sldMasterMk cId="0" sldId="2147483648"/>
              <pc:sldLayoutMk cId="0" sldId="2147483652"/>
              <ac:picMk id="16" creationId="{2350F988-6249-3128-1B05-2B967EF363BC}"/>
            </ac:picMkLst>
          </pc:picChg>
        </pc:sldLayoutChg>
        <pc:sldLayoutChg chg="addSp delSp mod setBg">
          <pc:chgData name="Wouter de Wijn" userId="24195124-f900-432d-b161-a7f84cb9eadf" providerId="ADAL" clId="{F99B856E-4A61-4BDE-ACF5-B036D0D771B7}" dt="2026-09-29T11:05:13.096" v="41" actId="22"/>
          <pc:sldLayoutMkLst>
            <pc:docMk/>
            <pc:sldMasterMk cId="0" sldId="2147483648"/>
            <pc:sldLayoutMk cId="0" sldId="2147483653"/>
          </pc:sldLayoutMkLst>
          <pc:picChg chg="add">
            <ac:chgData name="Wouter de Wijn" userId="24195124-f900-432d-b161-a7f84cb9eadf" providerId="ADAL" clId="{F99B856E-4A61-4BDE-ACF5-B036D0D771B7}" dt="2026-09-29T11:05:13.096" v="41" actId="22"/>
            <ac:picMkLst>
              <pc:docMk/>
              <pc:sldMasterMk cId="0" sldId="2147483648"/>
              <pc:sldLayoutMk cId="0" sldId="2147483653"/>
              <ac:picMk id="3" creationId="{33285849-8A06-D6BA-7A2F-A39BF121AE48}"/>
            </ac:picMkLst>
          </pc:picChg>
        </pc:sldLayoutChg>
        <pc:sldLayoutChg chg="addSp delSp mod setBg">
          <pc:chgData name="Wouter de Wijn" userId="24195124-f900-432d-b161-a7f84cb9eadf" providerId="ADAL" clId="{F99B856E-4A61-4BDE-ACF5-B036D0D771B7}" dt="2026-09-29T11:05:18.149" v="43" actId="22"/>
          <pc:sldLayoutMkLst>
            <pc:docMk/>
            <pc:sldMasterMk cId="0" sldId="2147483648"/>
            <pc:sldLayoutMk cId="0" sldId="2147483654"/>
          </pc:sldLayoutMkLst>
          <pc:picChg chg="add">
            <ac:chgData name="Wouter de Wijn" userId="24195124-f900-432d-b161-a7f84cb9eadf" providerId="ADAL" clId="{F99B856E-4A61-4BDE-ACF5-B036D0D771B7}" dt="2026-09-29T11:05:18.149" v="43" actId="22"/>
            <ac:picMkLst>
              <pc:docMk/>
              <pc:sldMasterMk cId="0" sldId="2147483648"/>
              <pc:sldLayoutMk cId="0" sldId="2147483654"/>
              <ac:picMk id="3" creationId="{F9E95261-4A3C-C430-FAB0-6BBECC1278DB}"/>
            </ac:picMkLst>
          </pc:picChg>
        </pc:sldLayoutChg>
        <pc:sldLayoutChg chg="addSp delSp mod setBg">
          <pc:chgData name="Wouter de Wijn" userId="24195124-f900-432d-b161-a7f84cb9eadf" providerId="ADAL" clId="{F99B856E-4A61-4BDE-ACF5-B036D0D771B7}" dt="2026-09-29T11:05:22.791" v="45" actId="22"/>
          <pc:sldLayoutMkLst>
            <pc:docMk/>
            <pc:sldMasterMk cId="0" sldId="2147483648"/>
            <pc:sldLayoutMk cId="0" sldId="2147483655"/>
          </pc:sldLayoutMkLst>
          <pc:picChg chg="add">
            <ac:chgData name="Wouter de Wijn" userId="24195124-f900-432d-b161-a7f84cb9eadf" providerId="ADAL" clId="{F99B856E-4A61-4BDE-ACF5-B036D0D771B7}" dt="2026-09-29T11:05:22.791" v="45" actId="22"/>
            <ac:picMkLst>
              <pc:docMk/>
              <pc:sldMasterMk cId="0" sldId="2147483648"/>
              <pc:sldLayoutMk cId="0" sldId="2147483655"/>
              <ac:picMk id="3" creationId="{9EFF1945-3281-C172-2D95-CAE38B1FCC53}"/>
            </ac:picMkLst>
          </pc:picChg>
        </pc:sldLayoutChg>
        <pc:sldLayoutChg chg="addSp delSp mod">
          <pc:chgData name="Wouter de Wijn" userId="24195124-f900-432d-b161-a7f84cb9eadf" providerId="ADAL" clId="{F99B856E-4A61-4BDE-ACF5-B036D0D771B7}" dt="2026-09-29T11:05:34.192" v="49" actId="22"/>
          <pc:sldLayoutMkLst>
            <pc:docMk/>
            <pc:sldMasterMk cId="0" sldId="2147483648"/>
            <pc:sldLayoutMk cId="0" sldId="2147483661"/>
          </pc:sldLayoutMkLst>
          <pc:picChg chg="add">
            <ac:chgData name="Wouter de Wijn" userId="24195124-f900-432d-b161-a7f84cb9eadf" providerId="ADAL" clId="{F99B856E-4A61-4BDE-ACF5-B036D0D771B7}" dt="2026-09-29T11:05:34.192" v="49" actId="22"/>
            <ac:picMkLst>
              <pc:docMk/>
              <pc:sldMasterMk cId="0" sldId="2147483648"/>
              <pc:sldLayoutMk cId="0" sldId="2147483661"/>
              <ac:picMk id="6" creationId="{AF7120FB-9D1F-7A53-A8D6-5501AD02648F}"/>
            </ac:picMkLst>
          </pc:picChg>
        </pc:sldLayoutChg>
      </pc:sldMasterChg>
    </pc:docChg>
  </pc:docChgLst>
  <pc:docChgLst>
    <pc:chgData name="Damon Beynon" userId="S::damon.beynon@ritense.com::4e459d25-e218-4445-a18b-3d6d8848231b" providerId="AD" clId="Web-{014A9060-831C-8FEF-DEFF-4340A62265F2}"/>
    <pc:docChg chg="addSld delSld modSld">
      <pc:chgData name="Damon Beynon" userId="S::damon.beynon@ritense.com::4e459d25-e218-4445-a18b-3d6d8848231b" providerId="AD" clId="Web-{014A9060-831C-8FEF-DEFF-4340A62265F2}" dt="2026-10-02T09:20:35.800" v="420" actId="14100"/>
      <pc:docMkLst>
        <pc:docMk/>
      </pc:docMkLst>
      <pc:sldChg chg="modSp">
        <pc:chgData name="Damon Beynon" userId="S::damon.beynon@ritense.com::4e459d25-e218-4445-a18b-3d6d8848231b" providerId="AD" clId="Web-{014A9060-831C-8FEF-DEFF-4340A62265F2}" dt="2026-10-02T08:58:18.438" v="40" actId="20577"/>
        <pc:sldMkLst>
          <pc:docMk/>
          <pc:sldMk cId="0" sldId="256"/>
        </pc:sldMkLst>
        <pc:spChg chg="mod">
          <ac:chgData name="Damon Beynon" userId="S::damon.beynon@ritense.com::4e459d25-e218-4445-a18b-3d6d8848231b" providerId="AD" clId="Web-{014A9060-831C-8FEF-DEFF-4340A62265F2}" dt="2026-10-02T08:57:44.859" v="31" actId="20577"/>
          <ac:spMkLst>
            <pc:docMk/>
            <pc:sldMk cId="0" sldId="256"/>
            <ac:spMk id="2" creationId="{00000000-0000-0000-0000-000000000000}"/>
          </ac:spMkLst>
        </pc:spChg>
        <pc:spChg chg="mod">
          <ac:chgData name="Damon Beynon" userId="S::damon.beynon@ritense.com::4e459d25-e218-4445-a18b-3d6d8848231b" providerId="AD" clId="Web-{014A9060-831C-8FEF-DEFF-4340A62265F2}" dt="2026-10-02T08:58:18.438" v="40" actId="20577"/>
          <ac:spMkLst>
            <pc:docMk/>
            <pc:sldMk cId="0" sldId="256"/>
            <ac:spMk id="3" creationId="{00000000-0000-0000-0000-000000000000}"/>
          </ac:spMkLst>
        </pc:spChg>
        <pc:spChg chg="mod">
          <ac:chgData name="Damon Beynon" userId="S::damon.beynon@ritense.com::4e459d25-e218-4445-a18b-3d6d8848231b" providerId="AD" clId="Web-{014A9060-831C-8FEF-DEFF-4340A62265F2}" dt="2026-10-02T08:58:01.109" v="32" actId="20577"/>
          <ac:spMkLst>
            <pc:docMk/>
            <pc:sldMk cId="0" sldId="256"/>
            <ac:spMk id="4" creationId="{00000000-0000-0000-0000-000000000000}"/>
          </ac:spMkLst>
        </pc:spChg>
      </pc:sldChg>
      <pc:sldChg chg="add del mod modClrScheme chgLayout">
        <pc:chgData name="Damon Beynon" userId="S::damon.beynon@ritense.com::4e459d25-e218-4445-a18b-3d6d8848231b" providerId="AD" clId="Web-{014A9060-831C-8FEF-DEFF-4340A62265F2}" dt="2026-10-02T09:06:36.785" v="97"/>
        <pc:sldMkLst>
          <pc:docMk/>
          <pc:sldMk cId="0" sldId="257"/>
        </pc:sldMkLst>
      </pc:sldChg>
      <pc:sldChg chg="add del">
        <pc:chgData name="Damon Beynon" userId="S::damon.beynon@ritense.com::4e459d25-e218-4445-a18b-3d6d8848231b" providerId="AD" clId="Web-{014A9060-831C-8FEF-DEFF-4340A62265F2}" dt="2026-10-02T08:59:02.455" v="57"/>
        <pc:sldMkLst>
          <pc:docMk/>
          <pc:sldMk cId="0" sldId="258"/>
        </pc:sldMkLst>
      </pc:sldChg>
      <pc:sldChg chg="del">
        <pc:chgData name="Damon Beynon" userId="S::damon.beynon@ritense.com::4e459d25-e218-4445-a18b-3d6d8848231b" providerId="AD" clId="Web-{014A9060-831C-8FEF-DEFF-4340A62265F2}" dt="2026-10-02T08:57:18.311" v="11"/>
        <pc:sldMkLst>
          <pc:docMk/>
          <pc:sldMk cId="0" sldId="259"/>
        </pc:sldMkLst>
      </pc:sldChg>
      <pc:sldChg chg="delSp add del mod modClrScheme chgLayout">
        <pc:chgData name="Damon Beynon" userId="S::damon.beynon@ritense.com::4e459d25-e218-4445-a18b-3d6d8848231b" providerId="AD" clId="Web-{014A9060-831C-8FEF-DEFF-4340A62265F2}" dt="2026-10-02T09:10:44.685" v="144"/>
        <pc:sldMkLst>
          <pc:docMk/>
          <pc:sldMk cId="0" sldId="260"/>
        </pc:sldMkLst>
        <pc:spChg chg="del">
          <ac:chgData name="Damon Beynon" userId="S::damon.beynon@ritense.com::4e459d25-e218-4445-a18b-3d6d8848231b" providerId="AD" clId="Web-{014A9060-831C-8FEF-DEFF-4340A62265F2}" dt="2026-10-02T09:10:44.685" v="144"/>
          <ac:spMkLst>
            <pc:docMk/>
            <pc:sldMk cId="0" sldId="260"/>
            <ac:spMk id="2" creationId="{00000000-0000-0000-0000-000000000000}"/>
          </ac:spMkLst>
        </pc:spChg>
      </pc:sldChg>
      <pc:sldChg chg="delSp modSp add del mod modClrScheme chgLayout">
        <pc:chgData name="Damon Beynon" userId="S::damon.beynon@ritense.com::4e459d25-e218-4445-a18b-3d6d8848231b" providerId="AD" clId="Web-{014A9060-831C-8FEF-DEFF-4340A62265F2}" dt="2026-10-02T09:11:11.701" v="149"/>
        <pc:sldMkLst>
          <pc:docMk/>
          <pc:sldMk cId="0" sldId="261"/>
        </pc:sldMkLst>
        <pc:spChg chg="del">
          <ac:chgData name="Damon Beynon" userId="S::damon.beynon@ritense.com::4e459d25-e218-4445-a18b-3d6d8848231b" providerId="AD" clId="Web-{014A9060-831C-8FEF-DEFF-4340A62265F2}" dt="2026-10-02T09:10:47.841" v="145"/>
          <ac:spMkLst>
            <pc:docMk/>
            <pc:sldMk cId="0" sldId="261"/>
            <ac:spMk id="2" creationId="{00000000-0000-0000-0000-000000000000}"/>
          </ac:spMkLst>
        </pc:spChg>
        <pc:spChg chg="del">
          <ac:chgData name="Damon Beynon" userId="S::damon.beynon@ritense.com::4e459d25-e218-4445-a18b-3d6d8848231b" providerId="AD" clId="Web-{014A9060-831C-8FEF-DEFF-4340A62265F2}" dt="2026-10-02T09:11:11.701" v="149"/>
          <ac:spMkLst>
            <pc:docMk/>
            <pc:sldMk cId="0" sldId="261"/>
            <ac:spMk id="11" creationId="{00000000-0000-0000-0000-000000000000}"/>
          </ac:spMkLst>
        </pc:spChg>
        <pc:spChg chg="del mod">
          <ac:chgData name="Damon Beynon" userId="S::damon.beynon@ritense.com::4e459d25-e218-4445-a18b-3d6d8848231b" providerId="AD" clId="Web-{014A9060-831C-8FEF-DEFF-4340A62265F2}" dt="2026-10-02T09:11:09.779" v="148"/>
          <ac:spMkLst>
            <pc:docMk/>
            <pc:sldMk cId="0" sldId="261"/>
            <ac:spMk id="12" creationId="{00000000-0000-0000-0000-000000000000}"/>
          </ac:spMkLst>
        </pc:spChg>
      </pc:sldChg>
      <pc:sldChg chg="delSp modSp add del mod modClrScheme chgLayout">
        <pc:chgData name="Damon Beynon" userId="S::damon.beynon@ritense.com::4e459d25-e218-4445-a18b-3d6d8848231b" providerId="AD" clId="Web-{014A9060-831C-8FEF-DEFF-4340A62265F2}" dt="2026-10-02T09:11:37.046" v="154" actId="20577"/>
        <pc:sldMkLst>
          <pc:docMk/>
          <pc:sldMk cId="0" sldId="262"/>
        </pc:sldMkLst>
        <pc:spChg chg="del">
          <ac:chgData name="Damon Beynon" userId="S::damon.beynon@ritense.com::4e459d25-e218-4445-a18b-3d6d8848231b" providerId="AD" clId="Web-{014A9060-831C-8FEF-DEFF-4340A62265F2}" dt="2026-10-02T09:11:30.702" v="152"/>
          <ac:spMkLst>
            <pc:docMk/>
            <pc:sldMk cId="0" sldId="262"/>
            <ac:spMk id="2" creationId="{00000000-0000-0000-0000-000000000000}"/>
          </ac:spMkLst>
        </pc:spChg>
        <pc:spChg chg="mod">
          <ac:chgData name="Damon Beynon" userId="S::damon.beynon@ritense.com::4e459d25-e218-4445-a18b-3d6d8848231b" providerId="AD" clId="Web-{014A9060-831C-8FEF-DEFF-4340A62265F2}" dt="2026-10-02T09:11:37.046" v="154" actId="20577"/>
          <ac:spMkLst>
            <pc:docMk/>
            <pc:sldMk cId="0" sldId="262"/>
            <ac:spMk id="11" creationId="{00000000-0000-0000-0000-000000000000}"/>
          </ac:spMkLst>
        </pc:spChg>
      </pc:sldChg>
      <pc:sldChg chg="addSp delSp modSp add del mod modClrScheme chgLayout">
        <pc:chgData name="Damon Beynon" userId="S::damon.beynon@ritense.com::4e459d25-e218-4445-a18b-3d6d8848231b" providerId="AD" clId="Web-{014A9060-831C-8FEF-DEFF-4340A62265F2}" dt="2026-10-02T09:17:03.292" v="250"/>
        <pc:sldMkLst>
          <pc:docMk/>
          <pc:sldMk cId="0" sldId="263"/>
        </pc:sldMkLst>
        <pc:spChg chg="add del mod ord">
          <ac:chgData name="Damon Beynon" userId="S::damon.beynon@ritense.com::4e459d25-e218-4445-a18b-3d6d8848231b" providerId="AD" clId="Web-{014A9060-831C-8FEF-DEFF-4340A62265F2}" dt="2026-10-02T09:07:58.522" v="119"/>
          <ac:spMkLst>
            <pc:docMk/>
            <pc:sldMk cId="0" sldId="263"/>
            <ac:spMk id="22" creationId="{49D12EAA-9966-8056-2B80-825E5D1B0139}"/>
          </ac:spMkLst>
        </pc:spChg>
        <pc:spChg chg="add del mod ord">
          <ac:chgData name="Damon Beynon" userId="S::damon.beynon@ritense.com::4e459d25-e218-4445-a18b-3d6d8848231b" providerId="AD" clId="Web-{014A9060-831C-8FEF-DEFF-4340A62265F2}" dt="2026-10-02T09:07:58.522" v="119"/>
          <ac:spMkLst>
            <pc:docMk/>
            <pc:sldMk cId="0" sldId="263"/>
            <ac:spMk id="23" creationId="{6ECA230E-7871-0EE5-E6DE-0AECBD5E0703}"/>
          </ac:spMkLst>
        </pc:spChg>
        <pc:spChg chg="add del mod ord">
          <ac:chgData name="Damon Beynon" userId="S::damon.beynon@ritense.com::4e459d25-e218-4445-a18b-3d6d8848231b" providerId="AD" clId="Web-{014A9060-831C-8FEF-DEFF-4340A62265F2}" dt="2026-10-02T09:07:58.522" v="119"/>
          <ac:spMkLst>
            <pc:docMk/>
            <pc:sldMk cId="0" sldId="263"/>
            <ac:spMk id="24" creationId="{803A2FFF-4234-3837-8321-7FBB5695D844}"/>
          </ac:spMkLst>
        </pc:spChg>
      </pc:sldChg>
      <pc:sldChg chg="del">
        <pc:chgData name="Damon Beynon" userId="S::damon.beynon@ritense.com::4e459d25-e218-4445-a18b-3d6d8848231b" providerId="AD" clId="Web-{014A9060-831C-8FEF-DEFF-4340A62265F2}" dt="2026-10-02T08:57:21.217" v="16"/>
        <pc:sldMkLst>
          <pc:docMk/>
          <pc:sldMk cId="0" sldId="264"/>
        </pc:sldMkLst>
      </pc:sldChg>
      <pc:sldChg chg="delSp add del mod modClrScheme chgLayout">
        <pc:chgData name="Damon Beynon" userId="S::damon.beynon@ritense.com::4e459d25-e218-4445-a18b-3d6d8848231b" providerId="AD" clId="Web-{014A9060-831C-8FEF-DEFF-4340A62265F2}" dt="2026-10-02T09:17:11.402" v="252"/>
        <pc:sldMkLst>
          <pc:docMk/>
          <pc:sldMk cId="0" sldId="265"/>
        </pc:sldMkLst>
        <pc:spChg chg="del">
          <ac:chgData name="Damon Beynon" userId="S::damon.beynon@ritense.com::4e459d25-e218-4445-a18b-3d6d8848231b" providerId="AD" clId="Web-{014A9060-831C-8FEF-DEFF-4340A62265F2}" dt="2026-10-02T09:17:11.402" v="252"/>
          <ac:spMkLst>
            <pc:docMk/>
            <pc:sldMk cId="0" sldId="265"/>
            <ac:spMk id="2" creationId="{00000000-0000-0000-0000-000000000000}"/>
          </ac:spMkLst>
        </pc:spChg>
      </pc:sldChg>
      <pc:sldChg chg="delSp add mod modClrScheme chgLayout">
        <pc:chgData name="Damon Beynon" userId="S::damon.beynon@ritense.com::4e459d25-e218-4445-a18b-3d6d8848231b" providerId="AD" clId="Web-{014A9060-831C-8FEF-DEFF-4340A62265F2}" dt="2026-10-02T09:17:14.809" v="254"/>
        <pc:sldMkLst>
          <pc:docMk/>
          <pc:sldMk cId="0" sldId="267"/>
        </pc:sldMkLst>
        <pc:spChg chg="del">
          <ac:chgData name="Damon Beynon" userId="S::damon.beynon@ritense.com::4e459d25-e218-4445-a18b-3d6d8848231b" providerId="AD" clId="Web-{014A9060-831C-8FEF-DEFF-4340A62265F2}" dt="2026-10-02T09:17:14.809" v="254"/>
          <ac:spMkLst>
            <pc:docMk/>
            <pc:sldMk cId="0" sldId="267"/>
            <ac:spMk id="2" creationId="{00000000-0000-0000-0000-000000000000}"/>
          </ac:spMkLst>
        </pc:spChg>
      </pc:sldChg>
      <pc:sldChg chg="addSp delSp modSp add mod modClrScheme chgLayout">
        <pc:chgData name="Damon Beynon" userId="S::damon.beynon@ritense.com::4e459d25-e218-4445-a18b-3d6d8848231b" providerId="AD" clId="Web-{014A9060-831C-8FEF-DEFF-4340A62265F2}" dt="2026-10-02T09:07:58.522" v="120"/>
        <pc:sldMkLst>
          <pc:docMk/>
          <pc:sldMk cId="0" sldId="268"/>
        </pc:sldMkLst>
        <pc:spChg chg="add del mod ord">
          <ac:chgData name="Damon Beynon" userId="S::damon.beynon@ritense.com::4e459d25-e218-4445-a18b-3d6d8848231b" providerId="AD" clId="Web-{014A9060-831C-8FEF-DEFF-4340A62265F2}" dt="2026-10-02T09:07:58.522" v="120"/>
          <ac:spMkLst>
            <pc:docMk/>
            <pc:sldMk cId="0" sldId="268"/>
            <ac:spMk id="27" creationId="{00E8556D-A90B-9657-4B2A-F817F631CB34}"/>
          </ac:spMkLst>
        </pc:spChg>
        <pc:spChg chg="add del mod ord">
          <ac:chgData name="Damon Beynon" userId="S::damon.beynon@ritense.com::4e459d25-e218-4445-a18b-3d6d8848231b" providerId="AD" clId="Web-{014A9060-831C-8FEF-DEFF-4340A62265F2}" dt="2026-10-02T09:07:58.522" v="120"/>
          <ac:spMkLst>
            <pc:docMk/>
            <pc:sldMk cId="0" sldId="268"/>
            <ac:spMk id="28" creationId="{09A33B39-6B02-9BE1-64D3-6E7E0B8F2D0E}"/>
          </ac:spMkLst>
        </pc:spChg>
        <pc:spChg chg="add del mod ord">
          <ac:chgData name="Damon Beynon" userId="S::damon.beynon@ritense.com::4e459d25-e218-4445-a18b-3d6d8848231b" providerId="AD" clId="Web-{014A9060-831C-8FEF-DEFF-4340A62265F2}" dt="2026-10-02T09:07:58.522" v="120"/>
          <ac:spMkLst>
            <pc:docMk/>
            <pc:sldMk cId="0" sldId="268"/>
            <ac:spMk id="29" creationId="{FF34CE89-B6C5-9D72-E4F1-F094CB7E7F56}"/>
          </ac:spMkLst>
        </pc:spChg>
      </pc:sldChg>
      <pc:sldChg chg="add mod modClrScheme chgLayout">
        <pc:chgData name="Damon Beynon" userId="S::damon.beynon@ritense.com::4e459d25-e218-4445-a18b-3d6d8848231b" providerId="AD" clId="Web-{014A9060-831C-8FEF-DEFF-4340A62265F2}" dt="2026-10-02T09:06:36.457" v="95"/>
        <pc:sldMkLst>
          <pc:docMk/>
          <pc:sldMk cId="0" sldId="269"/>
        </pc:sldMkLst>
      </pc:sldChg>
      <pc:sldChg chg="add mod modClrScheme chgLayout">
        <pc:chgData name="Damon Beynon" userId="S::damon.beynon@ritense.com::4e459d25-e218-4445-a18b-3d6d8848231b" providerId="AD" clId="Web-{014A9060-831C-8FEF-DEFF-4340A62265F2}" dt="2026-10-02T09:06:36.582" v="96"/>
        <pc:sldMkLst>
          <pc:docMk/>
          <pc:sldMk cId="0" sldId="270"/>
        </pc:sldMkLst>
      </pc:sldChg>
      <pc:sldChg chg="add mod modClrScheme chgLayout">
        <pc:chgData name="Damon Beynon" userId="S::damon.beynon@ritense.com::4e459d25-e218-4445-a18b-3d6d8848231b" providerId="AD" clId="Web-{014A9060-831C-8FEF-DEFF-4340A62265F2}" dt="2026-10-02T09:06:34.566" v="86"/>
        <pc:sldMkLst>
          <pc:docMk/>
          <pc:sldMk cId="0" sldId="273"/>
        </pc:sldMkLst>
      </pc:sldChg>
      <pc:sldChg chg="add mod modClrScheme chgLayout">
        <pc:chgData name="Damon Beynon" userId="S::damon.beynon@ritense.com::4e459d25-e218-4445-a18b-3d6d8848231b" providerId="AD" clId="Web-{014A9060-831C-8FEF-DEFF-4340A62265F2}" dt="2026-10-02T09:06:37.254" v="99"/>
        <pc:sldMkLst>
          <pc:docMk/>
          <pc:sldMk cId="0" sldId="276"/>
        </pc:sldMkLst>
      </pc:sldChg>
      <pc:sldChg chg="add mod modClrScheme chgLayout">
        <pc:chgData name="Damon Beynon" userId="S::damon.beynon@ritense.com::4e459d25-e218-4445-a18b-3d6d8848231b" providerId="AD" clId="Web-{014A9060-831C-8FEF-DEFF-4340A62265F2}" dt="2026-10-02T09:06:37.472" v="100"/>
        <pc:sldMkLst>
          <pc:docMk/>
          <pc:sldMk cId="0" sldId="277"/>
        </pc:sldMkLst>
      </pc:sldChg>
      <pc:sldChg chg="add mod modClrScheme chgLayout">
        <pc:chgData name="Damon Beynon" userId="S::damon.beynon@ritense.com::4e459d25-e218-4445-a18b-3d6d8848231b" providerId="AD" clId="Web-{014A9060-831C-8FEF-DEFF-4340A62265F2}" dt="2026-10-02T09:06:37.660" v="101"/>
        <pc:sldMkLst>
          <pc:docMk/>
          <pc:sldMk cId="0" sldId="278"/>
        </pc:sldMkLst>
      </pc:sldChg>
      <pc:sldChg chg="add mod modClrScheme chgLayout">
        <pc:chgData name="Damon Beynon" userId="S::damon.beynon@ritense.com::4e459d25-e218-4445-a18b-3d6d8848231b" providerId="AD" clId="Web-{014A9060-831C-8FEF-DEFF-4340A62265F2}" dt="2026-10-02T09:06:37.738" v="102"/>
        <pc:sldMkLst>
          <pc:docMk/>
          <pc:sldMk cId="0" sldId="280"/>
        </pc:sldMkLst>
      </pc:sldChg>
      <pc:sldChg chg="add mod modClrScheme chgLayout">
        <pc:chgData name="Damon Beynon" userId="S::damon.beynon@ritense.com::4e459d25-e218-4445-a18b-3d6d8848231b" providerId="AD" clId="Web-{014A9060-831C-8FEF-DEFF-4340A62265F2}" dt="2026-10-02T09:06:37.832" v="103"/>
        <pc:sldMkLst>
          <pc:docMk/>
          <pc:sldMk cId="0" sldId="281"/>
        </pc:sldMkLst>
      </pc:sldChg>
      <pc:sldChg chg="add mod modClrScheme chgLayout">
        <pc:chgData name="Damon Beynon" userId="S::damon.beynon@ritense.com::4e459d25-e218-4445-a18b-3d6d8848231b" providerId="AD" clId="Web-{014A9060-831C-8FEF-DEFF-4340A62265F2}" dt="2026-10-02T09:06:38.300" v="105"/>
        <pc:sldMkLst>
          <pc:docMk/>
          <pc:sldMk cId="0" sldId="284"/>
        </pc:sldMkLst>
      </pc:sldChg>
      <pc:sldChg chg="addSp delSp modSp add mod modClrScheme chgLayout">
        <pc:chgData name="Damon Beynon" userId="S::damon.beynon@ritense.com::4e459d25-e218-4445-a18b-3d6d8848231b" providerId="AD" clId="Web-{014A9060-831C-8FEF-DEFF-4340A62265F2}" dt="2026-10-02T09:07:58.522" v="122"/>
        <pc:sldMkLst>
          <pc:docMk/>
          <pc:sldMk cId="0" sldId="290"/>
        </pc:sldMkLst>
        <pc:spChg chg="add del mod ord">
          <ac:chgData name="Damon Beynon" userId="S::damon.beynon@ritense.com::4e459d25-e218-4445-a18b-3d6d8848231b" providerId="AD" clId="Web-{014A9060-831C-8FEF-DEFF-4340A62265F2}" dt="2026-10-02T09:07:58.522" v="122"/>
          <ac:spMkLst>
            <pc:docMk/>
            <pc:sldMk cId="0" sldId="290"/>
            <ac:spMk id="22" creationId="{0DA0BFBB-852F-CDCD-6AEF-93D05B6F8FB9}"/>
          </ac:spMkLst>
        </pc:spChg>
        <pc:spChg chg="add del mod ord">
          <ac:chgData name="Damon Beynon" userId="S::damon.beynon@ritense.com::4e459d25-e218-4445-a18b-3d6d8848231b" providerId="AD" clId="Web-{014A9060-831C-8FEF-DEFF-4340A62265F2}" dt="2026-10-02T09:07:58.522" v="122"/>
          <ac:spMkLst>
            <pc:docMk/>
            <pc:sldMk cId="0" sldId="290"/>
            <ac:spMk id="23" creationId="{4B0070BB-CE67-AAEC-FE16-925D8398B5CA}"/>
          </ac:spMkLst>
        </pc:spChg>
        <pc:spChg chg="add del mod ord">
          <ac:chgData name="Damon Beynon" userId="S::damon.beynon@ritense.com::4e459d25-e218-4445-a18b-3d6d8848231b" providerId="AD" clId="Web-{014A9060-831C-8FEF-DEFF-4340A62265F2}" dt="2026-10-02T09:07:58.522" v="122"/>
          <ac:spMkLst>
            <pc:docMk/>
            <pc:sldMk cId="0" sldId="290"/>
            <ac:spMk id="24" creationId="{5309C730-6077-77C7-388F-6A3BD032DA08}"/>
          </ac:spMkLst>
        </pc:spChg>
      </pc:sldChg>
      <pc:sldChg chg="addSp delSp modSp add mod modClrScheme chgLayout">
        <pc:chgData name="Damon Beynon" userId="S::damon.beynon@ritense.com::4e459d25-e218-4445-a18b-3d6d8848231b" providerId="AD" clId="Web-{014A9060-831C-8FEF-DEFF-4340A62265F2}" dt="2026-10-02T09:07:58.522" v="121"/>
        <pc:sldMkLst>
          <pc:docMk/>
          <pc:sldMk cId="0" sldId="294"/>
        </pc:sldMkLst>
        <pc:spChg chg="add del mod ord">
          <ac:chgData name="Damon Beynon" userId="S::damon.beynon@ritense.com::4e459d25-e218-4445-a18b-3d6d8848231b" providerId="AD" clId="Web-{014A9060-831C-8FEF-DEFF-4340A62265F2}" dt="2026-10-02T09:07:58.522" v="121"/>
          <ac:spMkLst>
            <pc:docMk/>
            <pc:sldMk cId="0" sldId="294"/>
            <ac:spMk id="22" creationId="{2240FC8A-4D3E-5F21-F0D5-94ECC8B94D63}"/>
          </ac:spMkLst>
        </pc:spChg>
        <pc:spChg chg="add del mod ord">
          <ac:chgData name="Damon Beynon" userId="S::damon.beynon@ritense.com::4e459d25-e218-4445-a18b-3d6d8848231b" providerId="AD" clId="Web-{014A9060-831C-8FEF-DEFF-4340A62265F2}" dt="2026-10-02T09:07:58.522" v="121"/>
          <ac:spMkLst>
            <pc:docMk/>
            <pc:sldMk cId="0" sldId="294"/>
            <ac:spMk id="23" creationId="{82E79AE8-AE13-A6D6-8076-6F23E58EF68E}"/>
          </ac:spMkLst>
        </pc:spChg>
        <pc:spChg chg="add del mod ord">
          <ac:chgData name="Damon Beynon" userId="S::damon.beynon@ritense.com::4e459d25-e218-4445-a18b-3d6d8848231b" providerId="AD" clId="Web-{014A9060-831C-8FEF-DEFF-4340A62265F2}" dt="2026-10-02T09:07:58.522" v="121"/>
          <ac:spMkLst>
            <pc:docMk/>
            <pc:sldMk cId="0" sldId="294"/>
            <ac:spMk id="24" creationId="{8A635112-BBBE-213C-6927-BDF995F3829C}"/>
          </ac:spMkLst>
        </pc:spChg>
      </pc:sldChg>
      <pc:sldChg chg="add mod modClrScheme chgLayout">
        <pc:chgData name="Damon Beynon" userId="S::damon.beynon@ritense.com::4e459d25-e218-4445-a18b-3d6d8848231b" providerId="AD" clId="Web-{014A9060-831C-8FEF-DEFF-4340A62265F2}" dt="2026-10-02T09:06:39.941" v="112"/>
        <pc:sldMkLst>
          <pc:docMk/>
          <pc:sldMk cId="0" sldId="295"/>
        </pc:sldMkLst>
      </pc:sldChg>
      <pc:sldChg chg="add">
        <pc:chgData name="Damon Beynon" userId="S::damon.beynon@ritense.com::4e459d25-e218-4445-a18b-3d6d8848231b" providerId="AD" clId="Web-{014A9060-831C-8FEF-DEFF-4340A62265F2}" dt="2026-10-02T08:59:06.127" v="79"/>
        <pc:sldMkLst>
          <pc:docMk/>
          <pc:sldMk cId="0" sldId="296"/>
        </pc:sldMkLst>
      </pc:sldChg>
      <pc:sldChg chg="add mod modClrScheme chgLayout">
        <pc:chgData name="Damon Beynon" userId="S::damon.beynon@ritense.com::4e459d25-e218-4445-a18b-3d6d8848231b" providerId="AD" clId="Web-{014A9060-831C-8FEF-DEFF-4340A62265F2}" dt="2026-10-02T09:06:39.707" v="111"/>
        <pc:sldMkLst>
          <pc:docMk/>
          <pc:sldMk cId="2194582196" sldId="1299"/>
        </pc:sldMkLst>
      </pc:sldChg>
      <pc:sldChg chg="add mod modClrScheme chgLayout">
        <pc:chgData name="Damon Beynon" userId="S::damon.beynon@ritense.com::4e459d25-e218-4445-a18b-3d6d8848231b" providerId="AD" clId="Web-{014A9060-831C-8FEF-DEFF-4340A62265F2}" dt="2026-10-02T09:06:34.894" v="87"/>
        <pc:sldMkLst>
          <pc:docMk/>
          <pc:sldMk cId="4166508224" sldId="1303"/>
        </pc:sldMkLst>
      </pc:sldChg>
      <pc:sldChg chg="add mod modClrScheme chgLayout">
        <pc:chgData name="Damon Beynon" userId="S::damon.beynon@ritense.com::4e459d25-e218-4445-a18b-3d6d8848231b" providerId="AD" clId="Web-{014A9060-831C-8FEF-DEFF-4340A62265F2}" dt="2026-10-02T09:06:39.441" v="110"/>
        <pc:sldMkLst>
          <pc:docMk/>
          <pc:sldMk cId="1737352538" sldId="1304"/>
        </pc:sldMkLst>
      </pc:sldChg>
      <pc:sldChg chg="delSp modSp add mod modClrScheme chgLayout">
        <pc:chgData name="Damon Beynon" userId="S::damon.beynon@ritense.com::4e459d25-e218-4445-a18b-3d6d8848231b" providerId="AD" clId="Web-{014A9060-831C-8FEF-DEFF-4340A62265F2}" dt="2026-10-02T08:57:11.623" v="8" actId="20577"/>
        <pc:sldMkLst>
          <pc:docMk/>
          <pc:sldMk cId="480474764" sldId="1307"/>
        </pc:sldMkLst>
        <pc:spChg chg="del">
          <ac:chgData name="Damon Beynon" userId="S::damon.beynon@ritense.com::4e459d25-e218-4445-a18b-3d6d8848231b" providerId="AD" clId="Web-{014A9060-831C-8FEF-DEFF-4340A62265F2}" dt="2026-10-02T08:57:00.873" v="2"/>
          <ac:spMkLst>
            <pc:docMk/>
            <pc:sldMk cId="480474764" sldId="1307"/>
            <ac:spMk id="2" creationId="{00000000-0000-0000-0000-000000000000}"/>
          </ac:spMkLst>
        </pc:spChg>
        <pc:spChg chg="mod">
          <ac:chgData name="Damon Beynon" userId="S::damon.beynon@ritense.com::4e459d25-e218-4445-a18b-3d6d8848231b" providerId="AD" clId="Web-{014A9060-831C-8FEF-DEFF-4340A62265F2}" dt="2026-10-02T08:57:11.623" v="8" actId="20577"/>
          <ac:spMkLst>
            <pc:docMk/>
            <pc:sldMk cId="480474764" sldId="1307"/>
            <ac:spMk id="31" creationId="{00000000-0000-0000-0000-000000000000}"/>
          </ac:spMkLst>
        </pc:spChg>
      </pc:sldChg>
      <pc:sldChg chg="addSp delSp modSp add del mod modClrScheme chgLayout">
        <pc:chgData name="Damon Beynon" userId="S::damon.beynon@ritense.com::4e459d25-e218-4445-a18b-3d6d8848231b" providerId="AD" clId="Web-{014A9060-831C-8FEF-DEFF-4340A62265F2}" dt="2026-10-02T09:10:32.997" v="143"/>
        <pc:sldMkLst>
          <pc:docMk/>
          <pc:sldMk cId="1017810087" sldId="1308"/>
        </pc:sldMkLst>
        <pc:spChg chg="add del mod ord">
          <ac:chgData name="Damon Beynon" userId="S::damon.beynon@ritense.com::4e459d25-e218-4445-a18b-3d6d8848231b" providerId="AD" clId="Web-{014A9060-831C-8FEF-DEFF-4340A62265F2}" dt="2026-10-02T09:07:58.522" v="118"/>
          <ac:spMkLst>
            <pc:docMk/>
            <pc:sldMk cId="1017810087" sldId="1308"/>
            <ac:spMk id="22" creationId="{C1BD854D-C2D9-A44B-2754-9113332EF2F4}"/>
          </ac:spMkLst>
        </pc:spChg>
        <pc:spChg chg="add del mod ord">
          <ac:chgData name="Damon Beynon" userId="S::damon.beynon@ritense.com::4e459d25-e218-4445-a18b-3d6d8848231b" providerId="AD" clId="Web-{014A9060-831C-8FEF-DEFF-4340A62265F2}" dt="2026-10-02T09:07:58.522" v="118"/>
          <ac:spMkLst>
            <pc:docMk/>
            <pc:sldMk cId="1017810087" sldId="1308"/>
            <ac:spMk id="23" creationId="{50213995-AAA6-6DB5-A511-F0FA37D23D16}"/>
          </ac:spMkLst>
        </pc:spChg>
        <pc:spChg chg="add del mod ord">
          <ac:chgData name="Damon Beynon" userId="S::damon.beynon@ritense.com::4e459d25-e218-4445-a18b-3d6d8848231b" providerId="AD" clId="Web-{014A9060-831C-8FEF-DEFF-4340A62265F2}" dt="2026-10-02T09:07:58.522" v="118"/>
          <ac:spMkLst>
            <pc:docMk/>
            <pc:sldMk cId="1017810087" sldId="1308"/>
            <ac:spMk id="24" creationId="{9D54D1E0-4C18-59BD-0FF0-2745FC952086}"/>
          </ac:spMkLst>
        </pc:spChg>
      </pc:sldChg>
      <pc:sldChg chg="delSp add mod modClrScheme chgLayout">
        <pc:chgData name="Damon Beynon" userId="S::damon.beynon@ritense.com::4e459d25-e218-4445-a18b-3d6d8848231b" providerId="AD" clId="Web-{014A9060-831C-8FEF-DEFF-4340A62265F2}" dt="2026-10-02T09:11:23.936" v="150"/>
        <pc:sldMkLst>
          <pc:docMk/>
          <pc:sldMk cId="2617250798" sldId="1310"/>
        </pc:sldMkLst>
        <pc:spChg chg="del">
          <ac:chgData name="Damon Beynon" userId="S::damon.beynon@ritense.com::4e459d25-e218-4445-a18b-3d6d8848231b" providerId="AD" clId="Web-{014A9060-831C-8FEF-DEFF-4340A62265F2}" dt="2026-10-02T09:11:23.936" v="150"/>
          <ac:spMkLst>
            <pc:docMk/>
            <pc:sldMk cId="2617250798" sldId="1310"/>
            <ac:spMk id="2" creationId="{39147982-FFE9-2109-45F3-7F93A94DE34E}"/>
          </ac:spMkLst>
        </pc:spChg>
      </pc:sldChg>
      <pc:sldChg chg="delSp add mod modClrScheme chgLayout">
        <pc:chgData name="Damon Beynon" userId="S::damon.beynon@ritense.com::4e459d25-e218-4445-a18b-3d6d8848231b" providerId="AD" clId="Web-{014A9060-831C-8FEF-DEFF-4340A62265F2}" dt="2026-10-02T09:11:27.467" v="151"/>
        <pc:sldMkLst>
          <pc:docMk/>
          <pc:sldMk cId="276167186" sldId="1311"/>
        </pc:sldMkLst>
        <pc:spChg chg="del">
          <ac:chgData name="Damon Beynon" userId="S::damon.beynon@ritense.com::4e459d25-e218-4445-a18b-3d6d8848231b" providerId="AD" clId="Web-{014A9060-831C-8FEF-DEFF-4340A62265F2}" dt="2026-10-02T09:11:27.467" v="151"/>
          <ac:spMkLst>
            <pc:docMk/>
            <pc:sldMk cId="276167186" sldId="1311"/>
            <ac:spMk id="2" creationId="{C204882E-CBDA-35A7-22EB-8268C3665452}"/>
          </ac:spMkLst>
        </pc:spChg>
      </pc:sldChg>
      <pc:sldChg chg="delSp add mod modClrScheme chgLayout">
        <pc:chgData name="Damon Beynon" userId="S::damon.beynon@ritense.com::4e459d25-e218-4445-a18b-3d6d8848231b" providerId="AD" clId="Web-{014A9060-831C-8FEF-DEFF-4340A62265F2}" dt="2026-10-02T09:17:12.965" v="253"/>
        <pc:sldMkLst>
          <pc:docMk/>
          <pc:sldMk cId="3097946241" sldId="1312"/>
        </pc:sldMkLst>
        <pc:spChg chg="del">
          <ac:chgData name="Damon Beynon" userId="S::damon.beynon@ritense.com::4e459d25-e218-4445-a18b-3d6d8848231b" providerId="AD" clId="Web-{014A9060-831C-8FEF-DEFF-4340A62265F2}" dt="2026-10-02T09:17:12.965" v="253"/>
          <ac:spMkLst>
            <pc:docMk/>
            <pc:sldMk cId="3097946241" sldId="1312"/>
            <ac:spMk id="2" creationId="{00000000-0000-0000-0000-000000000000}"/>
          </ac:spMkLst>
        </pc:spChg>
      </pc:sldChg>
      <pc:sldChg chg="delSp add mod modClrScheme chgLayout">
        <pc:chgData name="Damon Beynon" userId="S::damon.beynon@ritense.com::4e459d25-e218-4445-a18b-3d6d8848231b" providerId="AD" clId="Web-{014A9060-831C-8FEF-DEFF-4340A62265F2}" dt="2026-10-02T09:17:09.058" v="251"/>
        <pc:sldMkLst>
          <pc:docMk/>
          <pc:sldMk cId="1320897515" sldId="1313"/>
        </pc:sldMkLst>
        <pc:spChg chg="del">
          <ac:chgData name="Damon Beynon" userId="S::damon.beynon@ritense.com::4e459d25-e218-4445-a18b-3d6d8848231b" providerId="AD" clId="Web-{014A9060-831C-8FEF-DEFF-4340A62265F2}" dt="2026-10-02T09:17:09.058" v="251"/>
          <ac:spMkLst>
            <pc:docMk/>
            <pc:sldMk cId="1320897515" sldId="1313"/>
            <ac:spMk id="2" creationId="{00000000-0000-0000-0000-000000000000}"/>
          </ac:spMkLst>
        </pc:spChg>
      </pc:sldChg>
      <pc:sldChg chg="add mod modClrScheme chgLayout">
        <pc:chgData name="Damon Beynon" userId="S::damon.beynon@ritense.com::4e459d25-e218-4445-a18b-3d6d8848231b" providerId="AD" clId="Web-{014A9060-831C-8FEF-DEFF-4340A62265F2}" dt="2026-10-02T09:06:33.925" v="84"/>
        <pc:sldMkLst>
          <pc:docMk/>
          <pc:sldMk cId="4179487743" sldId="1314"/>
        </pc:sldMkLst>
      </pc:sldChg>
      <pc:sldChg chg="add mod modClrScheme chgLayout">
        <pc:chgData name="Damon Beynon" userId="S::damon.beynon@ritense.com::4e459d25-e218-4445-a18b-3d6d8848231b" providerId="AD" clId="Web-{014A9060-831C-8FEF-DEFF-4340A62265F2}" dt="2026-10-02T09:06:37.004" v="98"/>
        <pc:sldMkLst>
          <pc:docMk/>
          <pc:sldMk cId="2013686005" sldId="1315"/>
        </pc:sldMkLst>
      </pc:sldChg>
      <pc:sldChg chg="add mod modClrScheme chgLayout">
        <pc:chgData name="Damon Beynon" userId="S::damon.beynon@ritense.com::4e459d25-e218-4445-a18b-3d6d8848231b" providerId="AD" clId="Web-{014A9060-831C-8FEF-DEFF-4340A62265F2}" dt="2026-10-02T09:06:38.144" v="104"/>
        <pc:sldMkLst>
          <pc:docMk/>
          <pc:sldMk cId="3696204463" sldId="1317"/>
        </pc:sldMkLst>
      </pc:sldChg>
      <pc:sldChg chg="add mod modClrScheme chgLayout">
        <pc:chgData name="Damon Beynon" userId="S::damon.beynon@ritense.com::4e459d25-e218-4445-a18b-3d6d8848231b" providerId="AD" clId="Web-{014A9060-831C-8FEF-DEFF-4340A62265F2}" dt="2026-10-02T09:06:38.504" v="106"/>
        <pc:sldMkLst>
          <pc:docMk/>
          <pc:sldMk cId="2004356539" sldId="1318"/>
        </pc:sldMkLst>
      </pc:sldChg>
      <pc:sldChg chg="add mod modClrScheme chgLayout">
        <pc:chgData name="Damon Beynon" userId="S::damon.beynon@ritense.com::4e459d25-e218-4445-a18b-3d6d8848231b" providerId="AD" clId="Web-{014A9060-831C-8FEF-DEFF-4340A62265F2}" dt="2026-10-02T09:06:38.676" v="107"/>
        <pc:sldMkLst>
          <pc:docMk/>
          <pc:sldMk cId="2922171194" sldId="1319"/>
        </pc:sldMkLst>
      </pc:sldChg>
      <pc:sldChg chg="add mod modClrScheme chgLayout">
        <pc:chgData name="Damon Beynon" userId="S::damon.beynon@ritense.com::4e459d25-e218-4445-a18b-3d6d8848231b" providerId="AD" clId="Web-{014A9060-831C-8FEF-DEFF-4340A62265F2}" dt="2026-10-02T09:06:38.894" v="108"/>
        <pc:sldMkLst>
          <pc:docMk/>
          <pc:sldMk cId="3714023223" sldId="1320"/>
        </pc:sldMkLst>
      </pc:sldChg>
      <pc:sldChg chg="add mod modClrScheme chgLayout">
        <pc:chgData name="Damon Beynon" userId="S::damon.beynon@ritense.com::4e459d25-e218-4445-a18b-3d6d8848231b" providerId="AD" clId="Web-{014A9060-831C-8FEF-DEFF-4340A62265F2}" dt="2026-10-02T09:06:34.207" v="85"/>
        <pc:sldMkLst>
          <pc:docMk/>
          <pc:sldMk cId="3141241255" sldId="1321"/>
        </pc:sldMkLst>
      </pc:sldChg>
      <pc:sldChg chg="delSp add mod modClrScheme chgLayout">
        <pc:chgData name="Damon Beynon" userId="S::damon.beynon@ritense.com::4e459d25-e218-4445-a18b-3d6d8848231b" providerId="AD" clId="Web-{014A9060-831C-8FEF-DEFF-4340A62265F2}" dt="2026-10-02T09:06:35.363" v="89"/>
        <pc:sldMkLst>
          <pc:docMk/>
          <pc:sldMk cId="0" sldId="1323"/>
        </pc:sldMkLst>
        <pc:spChg chg="del">
          <ac:chgData name="Damon Beynon" userId="S::damon.beynon@ritense.com::4e459d25-e218-4445-a18b-3d6d8848231b" providerId="AD" clId="Web-{014A9060-831C-8FEF-DEFF-4340A62265F2}" dt="2026-10-02T09:05:56.486" v="80"/>
          <ac:spMkLst>
            <pc:docMk/>
            <pc:sldMk cId="0" sldId="1323"/>
            <ac:spMk id="2" creationId="{00000000-0000-0000-0000-000000000000}"/>
          </ac:spMkLst>
        </pc:spChg>
      </pc:sldChg>
      <pc:sldChg chg="add mod modClrScheme chgLayout">
        <pc:chgData name="Damon Beynon" userId="S::damon.beynon@ritense.com::4e459d25-e218-4445-a18b-3d6d8848231b" providerId="AD" clId="Web-{014A9060-831C-8FEF-DEFF-4340A62265F2}" dt="2026-10-02T09:06:39.160" v="109"/>
        <pc:sldMkLst>
          <pc:docMk/>
          <pc:sldMk cId="2042209428" sldId="1324"/>
        </pc:sldMkLst>
      </pc:sldChg>
      <pc:sldChg chg="new del">
        <pc:chgData name="Damon Beynon" userId="S::damon.beynon@ritense.com::4e459d25-e218-4445-a18b-3d6d8848231b" providerId="AD" clId="Web-{014A9060-831C-8FEF-DEFF-4340A62265F2}" dt="2026-10-02T09:08:29.898" v="125"/>
        <pc:sldMkLst>
          <pc:docMk/>
          <pc:sldMk cId="3827387212" sldId="1325"/>
        </pc:sldMkLst>
      </pc:sldChg>
      <pc:sldChg chg="addSp delSp modSp new">
        <pc:chgData name="Damon Beynon" userId="S::damon.beynon@ritense.com::4e459d25-e218-4445-a18b-3d6d8848231b" providerId="AD" clId="Web-{014A9060-831C-8FEF-DEFF-4340A62265F2}" dt="2026-10-02T09:10:18.996" v="142" actId="1076"/>
        <pc:sldMkLst>
          <pc:docMk/>
          <pc:sldMk cId="264027543" sldId="1326"/>
        </pc:sldMkLst>
        <pc:spChg chg="mod">
          <ac:chgData name="Damon Beynon" userId="S::damon.beynon@ritense.com::4e459d25-e218-4445-a18b-3d6d8848231b" providerId="AD" clId="Web-{014A9060-831C-8FEF-DEFF-4340A62265F2}" dt="2026-10-02T09:09:04.072" v="130" actId="20577"/>
          <ac:spMkLst>
            <pc:docMk/>
            <pc:sldMk cId="264027543" sldId="1326"/>
            <ac:spMk id="3" creationId="{89599E4C-1EDA-B3AD-7B64-53D3D026C528}"/>
          </ac:spMkLst>
        </pc:spChg>
        <pc:spChg chg="mod">
          <ac:chgData name="Damon Beynon" userId="S::damon.beynon@ritense.com::4e459d25-e218-4445-a18b-3d6d8848231b" providerId="AD" clId="Web-{014A9060-831C-8FEF-DEFF-4340A62265F2}" dt="2026-10-02T09:09:13.713" v="133" actId="20577"/>
          <ac:spMkLst>
            <pc:docMk/>
            <pc:sldMk cId="264027543" sldId="1326"/>
            <ac:spMk id="4" creationId="{5F828DD1-31DF-285A-7022-BA0DEDBF41B0}"/>
          </ac:spMkLst>
        </pc:spChg>
        <pc:spChg chg="add del mod">
          <ac:chgData name="Damon Beynon" userId="S::damon.beynon@ritense.com::4e459d25-e218-4445-a18b-3d6d8848231b" providerId="AD" clId="Web-{014A9060-831C-8FEF-DEFF-4340A62265F2}" dt="2026-10-02T09:08:55.243" v="128"/>
          <ac:spMkLst>
            <pc:docMk/>
            <pc:sldMk cId="264027543" sldId="1326"/>
            <ac:spMk id="6" creationId="{156BECF3-E807-53B9-8B4A-B5238C4E6E82}"/>
          </ac:spMkLst>
        </pc:spChg>
        <pc:spChg chg="add mod">
          <ac:chgData name="Damon Beynon" userId="S::damon.beynon@ritense.com::4e459d25-e218-4445-a18b-3d6d8848231b" providerId="AD" clId="Web-{014A9060-831C-8FEF-DEFF-4340A62265F2}" dt="2026-10-02T09:09:27.838" v="135" actId="1076"/>
          <ac:spMkLst>
            <pc:docMk/>
            <pc:sldMk cId="264027543" sldId="1326"/>
            <ac:spMk id="8" creationId="{45EA5104-D8EA-3D56-5177-576C9EE0E198}"/>
          </ac:spMkLst>
        </pc:spChg>
        <pc:spChg chg="add mod">
          <ac:chgData name="Damon Beynon" userId="S::damon.beynon@ritense.com::4e459d25-e218-4445-a18b-3d6d8848231b" providerId="AD" clId="Web-{014A9060-831C-8FEF-DEFF-4340A62265F2}" dt="2026-10-02T09:09:57.620" v="139" actId="20577"/>
          <ac:spMkLst>
            <pc:docMk/>
            <pc:sldMk cId="264027543" sldId="1326"/>
            <ac:spMk id="10" creationId="{4AB6B94C-D3DA-963F-15A3-712FE82C08DE}"/>
          </ac:spMkLst>
        </pc:spChg>
        <pc:spChg chg="add mod">
          <ac:chgData name="Damon Beynon" userId="S::damon.beynon@ritense.com::4e459d25-e218-4445-a18b-3d6d8848231b" providerId="AD" clId="Web-{014A9060-831C-8FEF-DEFF-4340A62265F2}" dt="2026-10-02T09:10:18.996" v="142" actId="1076"/>
          <ac:spMkLst>
            <pc:docMk/>
            <pc:sldMk cId="264027543" sldId="1326"/>
            <ac:spMk id="12" creationId="{E4B04B69-C728-55C4-B391-C86C542586F1}"/>
          </ac:spMkLst>
        </pc:spChg>
      </pc:sldChg>
      <pc:sldChg chg="addSp modSp add replId">
        <pc:chgData name="Damon Beynon" userId="S::damon.beynon@ritense.com::4e459d25-e218-4445-a18b-3d6d8848231b" providerId="AD" clId="Web-{014A9060-831C-8FEF-DEFF-4340A62265F2}" dt="2026-10-02T09:16:58.464" v="249" actId="20577"/>
        <pc:sldMkLst>
          <pc:docMk/>
          <pc:sldMk cId="793885033" sldId="1327"/>
        </pc:sldMkLst>
        <pc:spChg chg="mod">
          <ac:chgData name="Damon Beynon" userId="S::damon.beynon@ritense.com::4e459d25-e218-4445-a18b-3d6d8848231b" providerId="AD" clId="Web-{014A9060-831C-8FEF-DEFF-4340A62265F2}" dt="2026-10-02T09:14:04.942" v="163" actId="20577"/>
          <ac:spMkLst>
            <pc:docMk/>
            <pc:sldMk cId="793885033" sldId="1327"/>
            <ac:spMk id="2" creationId="{F2044B7B-82C0-CBC7-F718-C834B230108B}"/>
          </ac:spMkLst>
        </pc:spChg>
        <pc:spChg chg="mod">
          <ac:chgData name="Damon Beynon" userId="S::damon.beynon@ritense.com::4e459d25-e218-4445-a18b-3d6d8848231b" providerId="AD" clId="Web-{014A9060-831C-8FEF-DEFF-4340A62265F2}" dt="2026-10-02T09:15:01.522" v="178" actId="20577"/>
          <ac:spMkLst>
            <pc:docMk/>
            <pc:sldMk cId="793885033" sldId="1327"/>
            <ac:spMk id="3" creationId="{08FC6427-E199-AD40-E5D0-45F09427FFF4}"/>
          </ac:spMkLst>
        </pc:spChg>
        <pc:spChg chg="mod">
          <ac:chgData name="Damon Beynon" userId="S::damon.beynon@ritense.com::4e459d25-e218-4445-a18b-3d6d8848231b" providerId="AD" clId="Web-{014A9060-831C-8FEF-DEFF-4340A62265F2}" dt="2026-10-02T09:16:58.464" v="249" actId="20577"/>
          <ac:spMkLst>
            <pc:docMk/>
            <pc:sldMk cId="793885033" sldId="1327"/>
            <ac:spMk id="4" creationId="{03DFEF0E-EDC0-5E71-8EA9-14A340AA32A4}"/>
          </ac:spMkLst>
        </pc:spChg>
        <pc:spChg chg="add mod">
          <ac:chgData name="Damon Beynon" userId="S::damon.beynon@ritense.com::4e459d25-e218-4445-a18b-3d6d8848231b" providerId="AD" clId="Web-{014A9060-831C-8FEF-DEFF-4340A62265F2}" dt="2026-10-02T09:14:46.662" v="177" actId="20577"/>
          <ac:spMkLst>
            <pc:docMk/>
            <pc:sldMk cId="793885033" sldId="1327"/>
            <ac:spMk id="5" creationId="{6B208AF4-22C2-A7A3-5F0A-1758D244F8E5}"/>
          </ac:spMkLst>
        </pc:spChg>
        <pc:spChg chg="mod">
          <ac:chgData name="Damon Beynon" userId="S::damon.beynon@ritense.com::4e459d25-e218-4445-a18b-3d6d8848231b" providerId="AD" clId="Web-{014A9060-831C-8FEF-DEFF-4340A62265F2}" dt="2026-10-02T09:14:22.255" v="166" actId="1076"/>
          <ac:spMkLst>
            <pc:docMk/>
            <pc:sldMk cId="793885033" sldId="1327"/>
            <ac:spMk id="8" creationId="{A844BCAB-6D12-203A-DBFC-A836967E5837}"/>
          </ac:spMkLst>
        </pc:spChg>
      </pc:sldChg>
      <pc:sldChg chg="addSp modSp add replId">
        <pc:chgData name="Damon Beynon" userId="S::damon.beynon@ritense.com::4e459d25-e218-4445-a18b-3d6d8848231b" providerId="AD" clId="Web-{014A9060-831C-8FEF-DEFF-4340A62265F2}" dt="2026-10-02T09:20:35.800" v="420" actId="14100"/>
        <pc:sldMkLst>
          <pc:docMk/>
          <pc:sldMk cId="3632895965" sldId="1328"/>
        </pc:sldMkLst>
        <pc:spChg chg="mod">
          <ac:chgData name="Damon Beynon" userId="S::damon.beynon@ritense.com::4e459d25-e218-4445-a18b-3d6d8848231b" providerId="AD" clId="Web-{014A9060-831C-8FEF-DEFF-4340A62265F2}" dt="2026-10-02T09:17:25.918" v="257" actId="20577"/>
          <ac:spMkLst>
            <pc:docMk/>
            <pc:sldMk cId="3632895965" sldId="1328"/>
            <ac:spMk id="2" creationId="{BD44897D-C0BF-A3E7-1E78-EE3CFDB2F103}"/>
          </ac:spMkLst>
        </pc:spChg>
        <pc:spChg chg="mod">
          <ac:chgData name="Damon Beynon" userId="S::damon.beynon@ritense.com::4e459d25-e218-4445-a18b-3d6d8848231b" providerId="AD" clId="Web-{014A9060-831C-8FEF-DEFF-4340A62265F2}" dt="2026-10-02T09:17:31.200" v="259" actId="20577"/>
          <ac:spMkLst>
            <pc:docMk/>
            <pc:sldMk cId="3632895965" sldId="1328"/>
            <ac:spMk id="3" creationId="{023C3DAC-660F-1E99-FD3B-E41536F98F97}"/>
          </ac:spMkLst>
        </pc:spChg>
        <pc:spChg chg="mod">
          <ac:chgData name="Damon Beynon" userId="S::damon.beynon@ritense.com::4e459d25-e218-4445-a18b-3d6d8848231b" providerId="AD" clId="Web-{014A9060-831C-8FEF-DEFF-4340A62265F2}" dt="2026-10-02T09:20:35.800" v="420" actId="14100"/>
          <ac:spMkLst>
            <pc:docMk/>
            <pc:sldMk cId="3632895965" sldId="1328"/>
            <ac:spMk id="4" creationId="{8A4F101A-623A-4A7F-8FD7-307F9B15A99C}"/>
          </ac:spMkLst>
        </pc:spChg>
        <pc:spChg chg="add mod">
          <ac:chgData name="Damon Beynon" userId="S::damon.beynon@ritense.com::4e459d25-e218-4445-a18b-3d6d8848231b" providerId="AD" clId="Web-{014A9060-831C-8FEF-DEFF-4340A62265F2}" dt="2026-10-02T09:18:39.171" v="282" actId="20577"/>
          <ac:spMkLst>
            <pc:docMk/>
            <pc:sldMk cId="3632895965" sldId="1328"/>
            <ac:spMk id="6" creationId="{B0CA9E29-F5E1-C576-5FC1-25DD1DB25909}"/>
          </ac:spMkLst>
        </pc:spChg>
        <pc:spChg chg="mod">
          <ac:chgData name="Damon Beynon" userId="S::damon.beynon@ritense.com::4e459d25-e218-4445-a18b-3d6d8848231b" providerId="AD" clId="Web-{014A9060-831C-8FEF-DEFF-4340A62265F2}" dt="2026-10-02T09:18:19.342" v="263" actId="1076"/>
          <ac:spMkLst>
            <pc:docMk/>
            <pc:sldMk cId="3632895965" sldId="1328"/>
            <ac:spMk id="8" creationId="{A0C56397-2D39-3A2F-DB6C-4F30BF464461}"/>
          </ac:spMkLst>
        </pc:spChg>
      </pc:sldChg>
    </pc:docChg>
  </pc:docChgLst>
  <pc:docChgLst>
    <pc:chgData name="Damon Beynon" userId="S::damon.beynon@ritense.com::4e459d25-e218-4445-a18b-3d6d8848231b" providerId="AD" clId="Web-{00000000-0000-0000-0000-000000000000}"/>
    <pc:docChg chg="addSld delSld modSld">
      <pc:chgData name="Damon Beynon" userId="S::damon.beynon@ritense.com::4e459d25-e218-4445-a18b-3d6d8848231b" providerId="AD" clId="Web-{00000000-0000-0000-0000-000000000000}" dt="2026-10-02T09:38:56.231" v="449" actId="14100"/>
      <pc:docMkLst>
        <pc:docMk/>
      </pc:docMkLst>
      <pc:sldChg chg="addSp delSp modSp">
        <pc:chgData name="Damon Beynon" userId="S::damon.beynon@ritense.com::4e459d25-e218-4445-a18b-3d6d8848231b" providerId="AD" clId="Web-{00000000-0000-0000-0000-000000000000}" dt="2026-10-02T09:29:06.222" v="193"/>
        <pc:sldMkLst>
          <pc:docMk/>
          <pc:sldMk cId="0" sldId="256"/>
        </pc:sldMkLst>
        <pc:spChg chg="del mod">
          <ac:chgData name="Damon Beynon" userId="S::damon.beynon@ritense.com::4e459d25-e218-4445-a18b-3d6d8848231b" providerId="AD" clId="Web-{00000000-0000-0000-0000-000000000000}" dt="2026-10-02T09:29:02.972" v="192"/>
          <ac:spMkLst>
            <pc:docMk/>
            <pc:sldMk cId="0" sldId="256"/>
            <ac:spMk id="2" creationId="{00000000-0000-0000-0000-000000000000}"/>
          </ac:spMkLst>
        </pc:spChg>
        <pc:spChg chg="add del mod">
          <ac:chgData name="Damon Beynon" userId="S::damon.beynon@ritense.com::4e459d25-e218-4445-a18b-3d6d8848231b" providerId="AD" clId="Web-{00000000-0000-0000-0000-000000000000}" dt="2026-10-02T09:29:06.222" v="193"/>
          <ac:spMkLst>
            <pc:docMk/>
            <pc:sldMk cId="0" sldId="256"/>
            <ac:spMk id="6" creationId="{21056DA9-4FC8-7DB5-7F38-C6C3E3B77CD5}"/>
          </ac:spMkLst>
        </pc:spChg>
      </pc:sldChg>
      <pc:sldChg chg="delSp modSp">
        <pc:chgData name="Damon Beynon" userId="S::damon.beynon@ritense.com::4e459d25-e218-4445-a18b-3d6d8848231b" providerId="AD" clId="Web-{00000000-0000-0000-0000-000000000000}" dt="2026-10-02T09:32:17.058" v="265" actId="20577"/>
        <pc:sldMkLst>
          <pc:docMk/>
          <pc:sldMk cId="0" sldId="257"/>
        </pc:sldMkLst>
        <pc:spChg chg="del">
          <ac:chgData name="Damon Beynon" userId="S::damon.beynon@ritense.com::4e459d25-e218-4445-a18b-3d6d8848231b" providerId="AD" clId="Web-{00000000-0000-0000-0000-000000000000}" dt="2026-10-02T09:21:40.793" v="7"/>
          <ac:spMkLst>
            <pc:docMk/>
            <pc:sldMk cId="0" sldId="257"/>
            <ac:spMk id="2" creationId="{00000000-0000-0000-0000-000000000000}"/>
          </ac:spMkLst>
        </pc:spChg>
        <pc:spChg chg="mod">
          <ac:chgData name="Damon Beynon" userId="S::damon.beynon@ritense.com::4e459d25-e218-4445-a18b-3d6d8848231b" providerId="AD" clId="Web-{00000000-0000-0000-0000-000000000000}" dt="2026-10-02T09:32:08.355" v="263" actId="20577"/>
          <ac:spMkLst>
            <pc:docMk/>
            <pc:sldMk cId="0" sldId="257"/>
            <ac:spMk id="29" creationId="{00000000-0000-0000-0000-000000000000}"/>
          </ac:spMkLst>
        </pc:spChg>
        <pc:spChg chg="mod">
          <ac:chgData name="Damon Beynon" userId="S::damon.beynon@ritense.com::4e459d25-e218-4445-a18b-3d6d8848231b" providerId="AD" clId="Web-{00000000-0000-0000-0000-000000000000}" dt="2026-10-02T09:32:17.058" v="265" actId="20577"/>
          <ac:spMkLst>
            <pc:docMk/>
            <pc:sldMk cId="0" sldId="257"/>
            <ac:spMk id="35" creationId="{00000000-0000-0000-0000-000000000000}"/>
          </ac:spMkLst>
        </pc:spChg>
      </pc:sldChg>
      <pc:sldChg chg="delSp modSp">
        <pc:chgData name="Damon Beynon" userId="S::damon.beynon@ritense.com::4e459d25-e218-4445-a18b-3d6d8848231b" providerId="AD" clId="Web-{00000000-0000-0000-0000-000000000000}" dt="2026-10-02T09:32:32.356" v="268" actId="20577"/>
        <pc:sldMkLst>
          <pc:docMk/>
          <pc:sldMk cId="0" sldId="258"/>
        </pc:sldMkLst>
        <pc:spChg chg="del">
          <ac:chgData name="Damon Beynon" userId="S::damon.beynon@ritense.com::4e459d25-e218-4445-a18b-3d6d8848231b" providerId="AD" clId="Web-{00000000-0000-0000-0000-000000000000}" dt="2026-10-02T09:21:43.465" v="8"/>
          <ac:spMkLst>
            <pc:docMk/>
            <pc:sldMk cId="0" sldId="258"/>
            <ac:spMk id="2" creationId="{00000000-0000-0000-0000-000000000000}"/>
          </ac:spMkLst>
        </pc:spChg>
        <pc:spChg chg="mod">
          <ac:chgData name="Damon Beynon" userId="S::damon.beynon@ritense.com::4e459d25-e218-4445-a18b-3d6d8848231b" providerId="AD" clId="Web-{00000000-0000-0000-0000-000000000000}" dt="2026-10-02T09:32:32.356" v="268" actId="20577"/>
          <ac:spMkLst>
            <pc:docMk/>
            <pc:sldMk cId="0" sldId="258"/>
            <ac:spMk id="13" creationId="{00000000-0000-0000-0000-000000000000}"/>
          </ac:spMkLst>
        </pc:spChg>
      </pc:sldChg>
      <pc:sldChg chg="del">
        <pc:chgData name="Damon Beynon" userId="S::damon.beynon@ritense.com::4e459d25-e218-4445-a18b-3d6d8848231b" providerId="AD" clId="Web-{00000000-0000-0000-0000-000000000000}" dt="2026-10-02T09:21:29.481" v="4"/>
        <pc:sldMkLst>
          <pc:docMk/>
          <pc:sldMk cId="0" sldId="268"/>
        </pc:sldMkLst>
      </pc:sldChg>
      <pc:sldChg chg="delSp">
        <pc:chgData name="Damon Beynon" userId="S::damon.beynon@ritense.com::4e459d25-e218-4445-a18b-3d6d8848231b" providerId="AD" clId="Web-{00000000-0000-0000-0000-000000000000}" dt="2026-10-02T09:21:34.809" v="5"/>
        <pc:sldMkLst>
          <pc:docMk/>
          <pc:sldMk cId="0" sldId="269"/>
        </pc:sldMkLst>
        <pc:spChg chg="del">
          <ac:chgData name="Damon Beynon" userId="S::damon.beynon@ritense.com::4e459d25-e218-4445-a18b-3d6d8848231b" providerId="AD" clId="Web-{00000000-0000-0000-0000-000000000000}" dt="2026-10-02T09:21:34.809" v="5"/>
          <ac:spMkLst>
            <pc:docMk/>
            <pc:sldMk cId="0" sldId="269"/>
            <ac:spMk id="2" creationId="{00000000-0000-0000-0000-000000000000}"/>
          </ac:spMkLst>
        </pc:spChg>
      </pc:sldChg>
      <pc:sldChg chg="delSp">
        <pc:chgData name="Damon Beynon" userId="S::damon.beynon@ritense.com::4e459d25-e218-4445-a18b-3d6d8848231b" providerId="AD" clId="Web-{00000000-0000-0000-0000-000000000000}" dt="2026-10-02T09:21:37.231" v="6"/>
        <pc:sldMkLst>
          <pc:docMk/>
          <pc:sldMk cId="0" sldId="270"/>
        </pc:sldMkLst>
        <pc:spChg chg="del">
          <ac:chgData name="Damon Beynon" userId="S::damon.beynon@ritense.com::4e459d25-e218-4445-a18b-3d6d8848231b" providerId="AD" clId="Web-{00000000-0000-0000-0000-000000000000}" dt="2026-10-02T09:21:37.231" v="6"/>
          <ac:spMkLst>
            <pc:docMk/>
            <pc:sldMk cId="0" sldId="270"/>
            <ac:spMk id="2" creationId="{00000000-0000-0000-0000-000000000000}"/>
          </ac:spMkLst>
        </pc:spChg>
      </pc:sldChg>
      <pc:sldChg chg="delSp">
        <pc:chgData name="Damon Beynon" userId="S::damon.beynon@ritense.com::4e459d25-e218-4445-a18b-3d6d8848231b" providerId="AD" clId="Web-{00000000-0000-0000-0000-000000000000}" dt="2026-10-02T09:36:38.725" v="379"/>
        <pc:sldMkLst>
          <pc:docMk/>
          <pc:sldMk cId="0" sldId="273"/>
        </pc:sldMkLst>
        <pc:spChg chg="del">
          <ac:chgData name="Damon Beynon" userId="S::damon.beynon@ritense.com::4e459d25-e218-4445-a18b-3d6d8848231b" providerId="AD" clId="Web-{00000000-0000-0000-0000-000000000000}" dt="2026-10-02T09:36:38.725" v="379"/>
          <ac:spMkLst>
            <pc:docMk/>
            <pc:sldMk cId="0" sldId="273"/>
            <ac:spMk id="2" creationId="{00000000-0000-0000-0000-000000000000}"/>
          </ac:spMkLst>
        </pc:spChg>
      </pc:sldChg>
      <pc:sldChg chg="delSp">
        <pc:chgData name="Damon Beynon" userId="S::damon.beynon@ritense.com::4e459d25-e218-4445-a18b-3d6d8848231b" providerId="AD" clId="Web-{00000000-0000-0000-0000-000000000000}" dt="2026-10-02T09:21:49.888" v="11"/>
        <pc:sldMkLst>
          <pc:docMk/>
          <pc:sldMk cId="0" sldId="276"/>
        </pc:sldMkLst>
        <pc:spChg chg="del">
          <ac:chgData name="Damon Beynon" userId="S::damon.beynon@ritense.com::4e459d25-e218-4445-a18b-3d6d8848231b" providerId="AD" clId="Web-{00000000-0000-0000-0000-000000000000}" dt="2026-10-02T09:21:49.888" v="11"/>
          <ac:spMkLst>
            <pc:docMk/>
            <pc:sldMk cId="0" sldId="276"/>
            <ac:spMk id="2" creationId="{00000000-0000-0000-0000-000000000000}"/>
          </ac:spMkLst>
        </pc:spChg>
      </pc:sldChg>
      <pc:sldChg chg="delSp modSp">
        <pc:chgData name="Damon Beynon" userId="S::damon.beynon@ritense.com::4e459d25-e218-4445-a18b-3d6d8848231b" providerId="AD" clId="Web-{00000000-0000-0000-0000-000000000000}" dt="2026-10-02T09:33:42.953" v="282" actId="20577"/>
        <pc:sldMkLst>
          <pc:docMk/>
          <pc:sldMk cId="0" sldId="277"/>
        </pc:sldMkLst>
        <pc:spChg chg="del">
          <ac:chgData name="Damon Beynon" userId="S::damon.beynon@ritense.com::4e459d25-e218-4445-a18b-3d6d8848231b" providerId="AD" clId="Web-{00000000-0000-0000-0000-000000000000}" dt="2026-10-02T09:21:52.575" v="12"/>
          <ac:spMkLst>
            <pc:docMk/>
            <pc:sldMk cId="0" sldId="277"/>
            <ac:spMk id="2" creationId="{00000000-0000-0000-0000-000000000000}"/>
          </ac:spMkLst>
        </pc:spChg>
        <pc:spChg chg="mod">
          <ac:chgData name="Damon Beynon" userId="S::damon.beynon@ritense.com::4e459d25-e218-4445-a18b-3d6d8848231b" providerId="AD" clId="Web-{00000000-0000-0000-0000-000000000000}" dt="2026-10-02T09:33:42.953" v="282" actId="20577"/>
          <ac:spMkLst>
            <pc:docMk/>
            <pc:sldMk cId="0" sldId="277"/>
            <ac:spMk id="33" creationId="{646BA0BD-9E81-0F4E-1170-D4926F1DB4F1}"/>
          </ac:spMkLst>
        </pc:spChg>
      </pc:sldChg>
      <pc:sldChg chg="delSp modSp">
        <pc:chgData name="Damon Beynon" userId="S::damon.beynon@ritense.com::4e459d25-e218-4445-a18b-3d6d8848231b" providerId="AD" clId="Web-{00000000-0000-0000-0000-000000000000}" dt="2026-10-02T09:34:17.860" v="291" actId="20577"/>
        <pc:sldMkLst>
          <pc:docMk/>
          <pc:sldMk cId="0" sldId="278"/>
        </pc:sldMkLst>
        <pc:spChg chg="del">
          <ac:chgData name="Damon Beynon" userId="S::damon.beynon@ritense.com::4e459d25-e218-4445-a18b-3d6d8848231b" providerId="AD" clId="Web-{00000000-0000-0000-0000-000000000000}" dt="2026-10-02T09:21:54.466" v="13"/>
          <ac:spMkLst>
            <pc:docMk/>
            <pc:sldMk cId="0" sldId="278"/>
            <ac:spMk id="2" creationId="{00000000-0000-0000-0000-000000000000}"/>
          </ac:spMkLst>
        </pc:spChg>
        <pc:spChg chg="mod">
          <ac:chgData name="Damon Beynon" userId="S::damon.beynon@ritense.com::4e459d25-e218-4445-a18b-3d6d8848231b" providerId="AD" clId="Web-{00000000-0000-0000-0000-000000000000}" dt="2026-10-02T09:34:09.813" v="290" actId="20577"/>
          <ac:spMkLst>
            <pc:docMk/>
            <pc:sldMk cId="0" sldId="278"/>
            <ac:spMk id="7" creationId="{00000000-0000-0000-0000-000000000000}"/>
          </ac:spMkLst>
        </pc:spChg>
        <pc:spChg chg="mod">
          <ac:chgData name="Damon Beynon" userId="S::damon.beynon@ritense.com::4e459d25-e218-4445-a18b-3d6d8848231b" providerId="AD" clId="Web-{00000000-0000-0000-0000-000000000000}" dt="2026-10-02T09:33:55.922" v="284" actId="20577"/>
          <ac:spMkLst>
            <pc:docMk/>
            <pc:sldMk cId="0" sldId="278"/>
            <ac:spMk id="8" creationId="{00000000-0000-0000-0000-000000000000}"/>
          </ac:spMkLst>
        </pc:spChg>
        <pc:spChg chg="mod">
          <ac:chgData name="Damon Beynon" userId="S::damon.beynon@ritense.com::4e459d25-e218-4445-a18b-3d6d8848231b" providerId="AD" clId="Web-{00000000-0000-0000-0000-000000000000}" dt="2026-10-02T09:34:17.860" v="291" actId="20577"/>
          <ac:spMkLst>
            <pc:docMk/>
            <pc:sldMk cId="0" sldId="278"/>
            <ac:spMk id="25" creationId="{F405FE0B-EAF6-99C8-F91E-DD50F4424044}"/>
          </ac:spMkLst>
        </pc:spChg>
      </pc:sldChg>
      <pc:sldChg chg="delSp">
        <pc:chgData name="Damon Beynon" userId="S::damon.beynon@ritense.com::4e459d25-e218-4445-a18b-3d6d8848231b" providerId="AD" clId="Web-{00000000-0000-0000-0000-000000000000}" dt="2026-10-02T09:21:55.794" v="14"/>
        <pc:sldMkLst>
          <pc:docMk/>
          <pc:sldMk cId="0" sldId="280"/>
        </pc:sldMkLst>
        <pc:spChg chg="del">
          <ac:chgData name="Damon Beynon" userId="S::damon.beynon@ritense.com::4e459d25-e218-4445-a18b-3d6d8848231b" providerId="AD" clId="Web-{00000000-0000-0000-0000-000000000000}" dt="2026-10-02T09:21:55.794" v="14"/>
          <ac:spMkLst>
            <pc:docMk/>
            <pc:sldMk cId="0" sldId="280"/>
            <ac:spMk id="2" creationId="{00000000-0000-0000-0000-000000000000}"/>
          </ac:spMkLst>
        </pc:spChg>
      </pc:sldChg>
      <pc:sldChg chg="delSp">
        <pc:chgData name="Damon Beynon" userId="S::damon.beynon@ritense.com::4e459d25-e218-4445-a18b-3d6d8848231b" providerId="AD" clId="Web-{00000000-0000-0000-0000-000000000000}" dt="2026-10-02T09:21:57.060" v="15"/>
        <pc:sldMkLst>
          <pc:docMk/>
          <pc:sldMk cId="0" sldId="281"/>
        </pc:sldMkLst>
        <pc:spChg chg="del">
          <ac:chgData name="Damon Beynon" userId="S::damon.beynon@ritense.com::4e459d25-e218-4445-a18b-3d6d8848231b" providerId="AD" clId="Web-{00000000-0000-0000-0000-000000000000}" dt="2026-10-02T09:21:57.060" v="15"/>
          <ac:spMkLst>
            <pc:docMk/>
            <pc:sldMk cId="0" sldId="281"/>
            <ac:spMk id="2" creationId="{00000000-0000-0000-0000-000000000000}"/>
          </ac:spMkLst>
        </pc:spChg>
      </pc:sldChg>
      <pc:sldChg chg="delSp modSp">
        <pc:chgData name="Damon Beynon" userId="S::damon.beynon@ritense.com::4e459d25-e218-4445-a18b-3d6d8848231b" providerId="AD" clId="Web-{00000000-0000-0000-0000-000000000000}" dt="2026-10-02T09:35:04.003" v="309" actId="20577"/>
        <pc:sldMkLst>
          <pc:docMk/>
          <pc:sldMk cId="0" sldId="284"/>
        </pc:sldMkLst>
        <pc:spChg chg="del">
          <ac:chgData name="Damon Beynon" userId="S::damon.beynon@ritense.com::4e459d25-e218-4445-a18b-3d6d8848231b" providerId="AD" clId="Web-{00000000-0000-0000-0000-000000000000}" dt="2026-10-02T09:22:00.138" v="17"/>
          <ac:spMkLst>
            <pc:docMk/>
            <pc:sldMk cId="0" sldId="284"/>
            <ac:spMk id="2" creationId="{00000000-0000-0000-0000-000000000000}"/>
          </ac:spMkLst>
        </pc:spChg>
        <pc:spChg chg="mod">
          <ac:chgData name="Damon Beynon" userId="S::damon.beynon@ritense.com::4e459d25-e218-4445-a18b-3d6d8848231b" providerId="AD" clId="Web-{00000000-0000-0000-0000-000000000000}" dt="2026-10-02T09:35:04.003" v="309" actId="20577"/>
          <ac:spMkLst>
            <pc:docMk/>
            <pc:sldMk cId="0" sldId="284"/>
            <ac:spMk id="7" creationId="{00000000-0000-0000-0000-000000000000}"/>
          </ac:spMkLst>
        </pc:spChg>
      </pc:sldChg>
      <pc:sldChg chg="del">
        <pc:chgData name="Damon Beynon" userId="S::damon.beynon@ritense.com::4e459d25-e218-4445-a18b-3d6d8848231b" providerId="AD" clId="Web-{00000000-0000-0000-0000-000000000000}" dt="2026-10-02T09:23:52.049" v="50"/>
        <pc:sldMkLst>
          <pc:docMk/>
          <pc:sldMk cId="0" sldId="290"/>
        </pc:sldMkLst>
      </pc:sldChg>
      <pc:sldChg chg="del">
        <pc:chgData name="Damon Beynon" userId="S::damon.beynon@ritense.com::4e459d25-e218-4445-a18b-3d6d8848231b" providerId="AD" clId="Web-{00000000-0000-0000-0000-000000000000}" dt="2026-10-02T09:25:27.898" v="103"/>
        <pc:sldMkLst>
          <pc:docMk/>
          <pc:sldMk cId="0" sldId="294"/>
        </pc:sldMkLst>
      </pc:sldChg>
      <pc:sldChg chg="delSp modSp">
        <pc:chgData name="Damon Beynon" userId="S::damon.beynon@ritense.com::4e459d25-e218-4445-a18b-3d6d8848231b" providerId="AD" clId="Web-{00000000-0000-0000-0000-000000000000}" dt="2026-10-02T09:38:56.231" v="449" actId="14100"/>
        <pc:sldMkLst>
          <pc:docMk/>
          <pc:sldMk cId="0" sldId="295"/>
        </pc:sldMkLst>
        <pc:spChg chg="del">
          <ac:chgData name="Damon Beynon" userId="S::damon.beynon@ritense.com::4e459d25-e218-4445-a18b-3d6d8848231b" providerId="AD" clId="Web-{00000000-0000-0000-0000-000000000000}" dt="2026-10-02T09:38:21.026" v="440"/>
          <ac:spMkLst>
            <pc:docMk/>
            <pc:sldMk cId="0" sldId="295"/>
            <ac:spMk id="2" creationId="{00000000-0000-0000-0000-000000000000}"/>
          </ac:spMkLst>
        </pc:spChg>
        <pc:spChg chg="mod">
          <ac:chgData name="Damon Beynon" userId="S::damon.beynon@ritense.com::4e459d25-e218-4445-a18b-3d6d8848231b" providerId="AD" clId="Web-{00000000-0000-0000-0000-000000000000}" dt="2026-10-02T09:38:56.184" v="447" actId="14100"/>
          <ac:spMkLst>
            <pc:docMk/>
            <pc:sldMk cId="0" sldId="295"/>
            <ac:spMk id="9" creationId="{00000000-0000-0000-0000-000000000000}"/>
          </ac:spMkLst>
        </pc:spChg>
        <pc:spChg chg="mod">
          <ac:chgData name="Damon Beynon" userId="S::damon.beynon@ritense.com::4e459d25-e218-4445-a18b-3d6d8848231b" providerId="AD" clId="Web-{00000000-0000-0000-0000-000000000000}" dt="2026-10-02T09:38:25.854" v="442" actId="20577"/>
          <ac:spMkLst>
            <pc:docMk/>
            <pc:sldMk cId="0" sldId="295"/>
            <ac:spMk id="12" creationId="{00000000-0000-0000-0000-000000000000}"/>
          </ac:spMkLst>
        </pc:spChg>
        <pc:spChg chg="mod">
          <ac:chgData name="Damon Beynon" userId="S::damon.beynon@ritense.com::4e459d25-e218-4445-a18b-3d6d8848231b" providerId="AD" clId="Web-{00000000-0000-0000-0000-000000000000}" dt="2026-10-02T09:38:56.215" v="448" actId="14100"/>
          <ac:spMkLst>
            <pc:docMk/>
            <pc:sldMk cId="0" sldId="295"/>
            <ac:spMk id="18" creationId="{00000000-0000-0000-0000-000000000000}"/>
          </ac:spMkLst>
        </pc:spChg>
        <pc:spChg chg="mod">
          <ac:chgData name="Damon Beynon" userId="S::damon.beynon@ritense.com::4e459d25-e218-4445-a18b-3d6d8848231b" providerId="AD" clId="Web-{00000000-0000-0000-0000-000000000000}" dt="2026-10-02T09:38:56.231" v="449" actId="14100"/>
          <ac:spMkLst>
            <pc:docMk/>
            <pc:sldMk cId="0" sldId="295"/>
            <ac:spMk id="27" creationId="{00000000-0000-0000-0000-000000000000}"/>
          </ac:spMkLst>
        </pc:spChg>
        <pc:spChg chg="mod">
          <ac:chgData name="Damon Beynon" userId="S::damon.beynon@ritense.com::4e459d25-e218-4445-a18b-3d6d8848231b" providerId="AD" clId="Web-{00000000-0000-0000-0000-000000000000}" dt="2026-10-02T09:38:48.090" v="445" actId="1076"/>
          <ac:spMkLst>
            <pc:docMk/>
            <pc:sldMk cId="0" sldId="295"/>
            <ac:spMk id="34" creationId="{00000000-0000-0000-0000-000000000000}"/>
          </ac:spMkLst>
        </pc:spChg>
        <pc:spChg chg="mod">
          <ac:chgData name="Damon Beynon" userId="S::damon.beynon@ritense.com::4e459d25-e218-4445-a18b-3d6d8848231b" providerId="AD" clId="Web-{00000000-0000-0000-0000-000000000000}" dt="2026-10-02T09:38:48.105" v="446" actId="1076"/>
          <ac:spMkLst>
            <pc:docMk/>
            <pc:sldMk cId="0" sldId="295"/>
            <ac:spMk id="35" creationId="{00000000-0000-0000-0000-000000000000}"/>
          </ac:spMkLst>
        </pc:spChg>
      </pc:sldChg>
      <pc:sldChg chg="addSp delSp modSp mod modClrScheme chgLayout">
        <pc:chgData name="Damon Beynon" userId="S::damon.beynon@ritense.com::4e459d25-e218-4445-a18b-3d6d8848231b" providerId="AD" clId="Web-{00000000-0000-0000-0000-000000000000}" dt="2026-10-02T09:27:14.295" v="153" actId="20577"/>
        <pc:sldMkLst>
          <pc:docMk/>
          <pc:sldMk cId="0" sldId="296"/>
        </pc:sldMkLst>
        <pc:spChg chg="del">
          <ac:chgData name="Damon Beynon" userId="S::damon.beynon@ritense.com::4e459d25-e218-4445-a18b-3d6d8848231b" providerId="AD" clId="Web-{00000000-0000-0000-0000-000000000000}" dt="2026-10-02T09:25:41.290" v="105"/>
          <ac:spMkLst>
            <pc:docMk/>
            <pc:sldMk cId="0" sldId="296"/>
            <ac:spMk id="2" creationId="{00000000-0000-0000-0000-000000000000}"/>
          </ac:spMkLst>
        </pc:spChg>
        <pc:spChg chg="mod">
          <ac:chgData name="Damon Beynon" userId="S::damon.beynon@ritense.com::4e459d25-e218-4445-a18b-3d6d8848231b" providerId="AD" clId="Web-{00000000-0000-0000-0000-000000000000}" dt="2026-10-02T09:27:14.295" v="153" actId="20577"/>
          <ac:spMkLst>
            <pc:docMk/>
            <pc:sldMk cId="0" sldId="296"/>
            <ac:spMk id="4" creationId="{00000000-0000-0000-0000-000000000000}"/>
          </ac:spMkLst>
        </pc:spChg>
        <pc:spChg chg="add del mod ord">
          <ac:chgData name="Damon Beynon" userId="S::damon.beynon@ritense.com::4e459d25-e218-4445-a18b-3d6d8848231b" providerId="AD" clId="Web-{00000000-0000-0000-0000-000000000000}" dt="2026-10-02T09:25:49.775" v="106"/>
          <ac:spMkLst>
            <pc:docMk/>
            <pc:sldMk cId="0" sldId="296"/>
            <ac:spMk id="5" creationId="{D05CA8B9-9CBE-4A1E-19BD-5EB700FFAF9D}"/>
          </ac:spMkLst>
        </pc:spChg>
        <pc:spChg chg="add del mod ord">
          <ac:chgData name="Damon Beynon" userId="S::damon.beynon@ritense.com::4e459d25-e218-4445-a18b-3d6d8848231b" providerId="AD" clId="Web-{00000000-0000-0000-0000-000000000000}" dt="2026-10-02T09:25:51.915" v="107"/>
          <ac:spMkLst>
            <pc:docMk/>
            <pc:sldMk cId="0" sldId="296"/>
            <ac:spMk id="6" creationId="{84AB1E13-CCB9-DFB9-CC8E-3456C01A4E68}"/>
          </ac:spMkLst>
        </pc:spChg>
      </pc:sldChg>
      <pc:sldChg chg="delSp modSp">
        <pc:chgData name="Damon Beynon" userId="S::damon.beynon@ritense.com::4e459d25-e218-4445-a18b-3d6d8848231b" providerId="AD" clId="Web-{00000000-0000-0000-0000-000000000000}" dt="2026-10-02T09:38:13.557" v="439"/>
        <pc:sldMkLst>
          <pc:docMk/>
          <pc:sldMk cId="2194582196" sldId="1299"/>
        </pc:sldMkLst>
        <pc:spChg chg="del">
          <ac:chgData name="Damon Beynon" userId="S::damon.beynon@ritense.com::4e459d25-e218-4445-a18b-3d6d8848231b" providerId="AD" clId="Web-{00000000-0000-0000-0000-000000000000}" dt="2026-10-02T09:37:31.759" v="392"/>
          <ac:spMkLst>
            <pc:docMk/>
            <pc:sldMk cId="2194582196" sldId="1299"/>
            <ac:spMk id="2" creationId="{00000000-0000-0000-0000-000000000000}"/>
          </ac:spMkLst>
        </pc:spChg>
        <pc:spChg chg="mod">
          <ac:chgData name="Damon Beynon" userId="S::damon.beynon@ritense.com::4e459d25-e218-4445-a18b-3d6d8848231b" providerId="AD" clId="Web-{00000000-0000-0000-0000-000000000000}" dt="2026-10-02T09:38:01.322" v="437" actId="20577"/>
          <ac:spMkLst>
            <pc:docMk/>
            <pc:sldMk cId="2194582196" sldId="1299"/>
            <ac:spMk id="12" creationId="{00000000-0000-0000-0000-000000000000}"/>
          </ac:spMkLst>
        </pc:spChg>
        <pc:spChg chg="del">
          <ac:chgData name="Damon Beynon" userId="S::damon.beynon@ritense.com::4e459d25-e218-4445-a18b-3d6d8848231b" providerId="AD" clId="Web-{00000000-0000-0000-0000-000000000000}" dt="2026-10-02T09:38:13.557" v="439"/>
          <ac:spMkLst>
            <pc:docMk/>
            <pc:sldMk cId="2194582196" sldId="1299"/>
            <ac:spMk id="41" creationId="{00000000-0000-0000-0000-000000000000}"/>
          </ac:spMkLst>
        </pc:spChg>
        <pc:spChg chg="del">
          <ac:chgData name="Damon Beynon" userId="S::damon.beynon@ritense.com::4e459d25-e218-4445-a18b-3d6d8848231b" providerId="AD" clId="Web-{00000000-0000-0000-0000-000000000000}" dt="2026-10-02T09:38:13.557" v="438"/>
          <ac:spMkLst>
            <pc:docMk/>
            <pc:sldMk cId="2194582196" sldId="1299"/>
            <ac:spMk id="42" creationId="{00000000-0000-0000-0000-000000000000}"/>
          </ac:spMkLst>
        </pc:spChg>
      </pc:sldChg>
      <pc:sldChg chg="delSp modSp">
        <pc:chgData name="Damon Beynon" userId="S::damon.beynon@ritense.com::4e459d25-e218-4445-a18b-3d6d8848231b" providerId="AD" clId="Web-{00000000-0000-0000-0000-000000000000}" dt="2026-10-02T09:37:14.649" v="386" actId="20577"/>
        <pc:sldMkLst>
          <pc:docMk/>
          <pc:sldMk cId="4166508224" sldId="1303"/>
        </pc:sldMkLst>
        <pc:spChg chg="del">
          <ac:chgData name="Damon Beynon" userId="S::damon.beynon@ritense.com::4e459d25-e218-4445-a18b-3d6d8848231b" providerId="AD" clId="Web-{00000000-0000-0000-0000-000000000000}" dt="2026-10-02T09:36:44.304" v="380"/>
          <ac:spMkLst>
            <pc:docMk/>
            <pc:sldMk cId="4166508224" sldId="1303"/>
            <ac:spMk id="2" creationId="{00000000-0000-0000-0000-000000000000}"/>
          </ac:spMkLst>
        </pc:spChg>
        <pc:spChg chg="mod">
          <ac:chgData name="Damon Beynon" userId="S::damon.beynon@ritense.com::4e459d25-e218-4445-a18b-3d6d8848231b" providerId="AD" clId="Web-{00000000-0000-0000-0000-000000000000}" dt="2026-10-02T09:36:59.492" v="383" actId="20577"/>
          <ac:spMkLst>
            <pc:docMk/>
            <pc:sldMk cId="4166508224" sldId="1303"/>
            <ac:spMk id="12" creationId="{00000000-0000-0000-0000-000000000000}"/>
          </ac:spMkLst>
        </pc:spChg>
        <pc:spChg chg="mod">
          <ac:chgData name="Damon Beynon" userId="S::damon.beynon@ritense.com::4e459d25-e218-4445-a18b-3d6d8848231b" providerId="AD" clId="Web-{00000000-0000-0000-0000-000000000000}" dt="2026-10-02T09:37:01.851" v="384" actId="20577"/>
          <ac:spMkLst>
            <pc:docMk/>
            <pc:sldMk cId="4166508224" sldId="1303"/>
            <ac:spMk id="20" creationId="{00000000-0000-0000-0000-000000000000}"/>
          </ac:spMkLst>
        </pc:spChg>
        <pc:spChg chg="mod">
          <ac:chgData name="Damon Beynon" userId="S::damon.beynon@ritense.com::4e459d25-e218-4445-a18b-3d6d8848231b" providerId="AD" clId="Web-{00000000-0000-0000-0000-000000000000}" dt="2026-10-02T09:37:14.649" v="386" actId="20577"/>
          <ac:spMkLst>
            <pc:docMk/>
            <pc:sldMk cId="4166508224" sldId="1303"/>
            <ac:spMk id="38" creationId="{00000000-0000-0000-0000-000000000000}"/>
          </ac:spMkLst>
        </pc:spChg>
      </pc:sldChg>
      <pc:sldChg chg="delSp modSp">
        <pc:chgData name="Damon Beynon" userId="S::damon.beynon@ritense.com::4e459d25-e218-4445-a18b-3d6d8848231b" providerId="AD" clId="Web-{00000000-0000-0000-0000-000000000000}" dt="2026-10-02T09:37:33.118" v="393"/>
        <pc:sldMkLst>
          <pc:docMk/>
          <pc:sldMk cId="1737352538" sldId="1304"/>
        </pc:sldMkLst>
        <pc:spChg chg="del">
          <ac:chgData name="Damon Beynon" userId="S::damon.beynon@ritense.com::4e459d25-e218-4445-a18b-3d6d8848231b" providerId="AD" clId="Web-{00000000-0000-0000-0000-000000000000}" dt="2026-10-02T09:37:33.118" v="393"/>
          <ac:spMkLst>
            <pc:docMk/>
            <pc:sldMk cId="1737352538" sldId="1304"/>
            <ac:spMk id="2" creationId="{2979CA0D-4B38-5A26-DE25-B2E24F545702}"/>
          </ac:spMkLst>
        </pc:spChg>
        <pc:spChg chg="mod">
          <ac:chgData name="Damon Beynon" userId="S::damon.beynon@ritense.com::4e459d25-e218-4445-a18b-3d6d8848231b" providerId="AD" clId="Web-{00000000-0000-0000-0000-000000000000}" dt="2026-10-02T09:37:20.789" v="388" actId="20577"/>
          <ac:spMkLst>
            <pc:docMk/>
            <pc:sldMk cId="1737352538" sldId="1304"/>
            <ac:spMk id="12" creationId="{C25218B9-6B83-136B-506E-0E93B95BD119}"/>
          </ac:spMkLst>
        </pc:spChg>
        <pc:spChg chg="mod">
          <ac:chgData name="Damon Beynon" userId="S::damon.beynon@ritense.com::4e459d25-e218-4445-a18b-3d6d8848231b" providerId="AD" clId="Web-{00000000-0000-0000-0000-000000000000}" dt="2026-10-02T09:37:23.430" v="389" actId="20577"/>
          <ac:spMkLst>
            <pc:docMk/>
            <pc:sldMk cId="1737352538" sldId="1304"/>
            <ac:spMk id="20" creationId="{2E7B18F6-FC27-97C6-1D99-C314D0E8C8E3}"/>
          </ac:spMkLst>
        </pc:spChg>
        <pc:spChg chg="mod">
          <ac:chgData name="Damon Beynon" userId="S::damon.beynon@ritense.com::4e459d25-e218-4445-a18b-3d6d8848231b" providerId="AD" clId="Web-{00000000-0000-0000-0000-000000000000}" dt="2026-10-02T09:37:26.165" v="391" actId="20577"/>
          <ac:spMkLst>
            <pc:docMk/>
            <pc:sldMk cId="1737352538" sldId="1304"/>
            <ac:spMk id="38" creationId="{F68A602F-C831-F39C-D393-B438CF1E8406}"/>
          </ac:spMkLst>
        </pc:spChg>
      </pc:sldChg>
      <pc:sldChg chg="modSp">
        <pc:chgData name="Damon Beynon" userId="S::damon.beynon@ritense.com::4e459d25-e218-4445-a18b-3d6d8848231b" providerId="AD" clId="Web-{00000000-0000-0000-0000-000000000000}" dt="2026-10-02T09:31:05.321" v="257" actId="20577"/>
        <pc:sldMkLst>
          <pc:docMk/>
          <pc:sldMk cId="3097946241" sldId="1312"/>
        </pc:sldMkLst>
        <pc:spChg chg="mod">
          <ac:chgData name="Damon Beynon" userId="S::damon.beynon@ritense.com::4e459d25-e218-4445-a18b-3d6d8848231b" providerId="AD" clId="Web-{00000000-0000-0000-0000-000000000000}" dt="2026-10-02T09:30:42.726" v="251" actId="20577"/>
          <ac:spMkLst>
            <pc:docMk/>
            <pc:sldMk cId="3097946241" sldId="1312"/>
            <ac:spMk id="14" creationId="{00000000-0000-0000-0000-000000000000}"/>
          </ac:spMkLst>
        </pc:spChg>
        <pc:spChg chg="mod">
          <ac:chgData name="Damon Beynon" userId="S::damon.beynon@ritense.com::4e459d25-e218-4445-a18b-3d6d8848231b" providerId="AD" clId="Web-{00000000-0000-0000-0000-000000000000}" dt="2026-10-02T09:30:50.336" v="253" actId="20577"/>
          <ac:spMkLst>
            <pc:docMk/>
            <pc:sldMk cId="3097946241" sldId="1312"/>
            <ac:spMk id="33" creationId="{00000000-0000-0000-0000-000000000000}"/>
          </ac:spMkLst>
        </pc:spChg>
        <pc:spChg chg="mod">
          <ac:chgData name="Damon Beynon" userId="S::damon.beynon@ritense.com::4e459d25-e218-4445-a18b-3d6d8848231b" providerId="AD" clId="Web-{00000000-0000-0000-0000-000000000000}" dt="2026-10-02T09:31:05.321" v="257" actId="20577"/>
          <ac:spMkLst>
            <pc:docMk/>
            <pc:sldMk cId="3097946241" sldId="1312"/>
            <ac:spMk id="35" creationId="{00000000-0000-0000-0000-000000000000}"/>
          </ac:spMkLst>
        </pc:spChg>
      </pc:sldChg>
      <pc:sldChg chg="delSp">
        <pc:chgData name="Damon Beynon" userId="S::damon.beynon@ritense.com::4e459d25-e218-4445-a18b-3d6d8848231b" providerId="AD" clId="Web-{00000000-0000-0000-0000-000000000000}" dt="2026-10-02T09:21:44.919" v="9"/>
        <pc:sldMkLst>
          <pc:docMk/>
          <pc:sldMk cId="4179487743" sldId="1314"/>
        </pc:sldMkLst>
        <pc:spChg chg="del">
          <ac:chgData name="Damon Beynon" userId="S::damon.beynon@ritense.com::4e459d25-e218-4445-a18b-3d6d8848231b" providerId="AD" clId="Web-{00000000-0000-0000-0000-000000000000}" dt="2026-10-02T09:21:44.919" v="9"/>
          <ac:spMkLst>
            <pc:docMk/>
            <pc:sldMk cId="4179487743" sldId="1314"/>
            <ac:spMk id="2" creationId="{00000000-0000-0000-0000-000000000000}"/>
          </ac:spMkLst>
        </pc:spChg>
      </pc:sldChg>
      <pc:sldChg chg="delSp modSp">
        <pc:chgData name="Damon Beynon" userId="S::damon.beynon@ritense.com::4e459d25-e218-4445-a18b-3d6d8848231b" providerId="AD" clId="Web-{00000000-0000-0000-0000-000000000000}" dt="2026-10-02T09:32:57.341" v="277" actId="14100"/>
        <pc:sldMkLst>
          <pc:docMk/>
          <pc:sldMk cId="2013686005" sldId="1315"/>
        </pc:sldMkLst>
        <pc:spChg chg="del">
          <ac:chgData name="Damon Beynon" userId="S::damon.beynon@ritense.com::4e459d25-e218-4445-a18b-3d6d8848231b" providerId="AD" clId="Web-{00000000-0000-0000-0000-000000000000}" dt="2026-10-02T09:21:47.403" v="10"/>
          <ac:spMkLst>
            <pc:docMk/>
            <pc:sldMk cId="2013686005" sldId="1315"/>
            <ac:spMk id="2" creationId="{00000000-0000-0000-0000-000000000000}"/>
          </ac:spMkLst>
        </pc:spChg>
        <pc:spChg chg="mod">
          <ac:chgData name="Damon Beynon" userId="S::damon.beynon@ritense.com::4e459d25-e218-4445-a18b-3d6d8848231b" providerId="AD" clId="Web-{00000000-0000-0000-0000-000000000000}" dt="2026-10-02T09:32:57.341" v="277" actId="14100"/>
          <ac:spMkLst>
            <pc:docMk/>
            <pc:sldMk cId="2013686005" sldId="1315"/>
            <ac:spMk id="12" creationId="{00000000-0000-0000-0000-000000000000}"/>
          </ac:spMkLst>
        </pc:spChg>
      </pc:sldChg>
      <pc:sldChg chg="delSp modSp">
        <pc:chgData name="Damon Beynon" userId="S::damon.beynon@ritense.com::4e459d25-e218-4445-a18b-3d6d8848231b" providerId="AD" clId="Web-{00000000-0000-0000-0000-000000000000}" dt="2026-10-02T09:34:41.549" v="294" actId="20577"/>
        <pc:sldMkLst>
          <pc:docMk/>
          <pc:sldMk cId="3696204463" sldId="1317"/>
        </pc:sldMkLst>
        <pc:spChg chg="del">
          <ac:chgData name="Damon Beynon" userId="S::damon.beynon@ritense.com::4e459d25-e218-4445-a18b-3d6d8848231b" providerId="AD" clId="Web-{00000000-0000-0000-0000-000000000000}" dt="2026-10-02T09:21:58.607" v="16"/>
          <ac:spMkLst>
            <pc:docMk/>
            <pc:sldMk cId="3696204463" sldId="1317"/>
            <ac:spMk id="2" creationId="{00000000-0000-0000-0000-000000000000}"/>
          </ac:spMkLst>
        </pc:spChg>
        <pc:spChg chg="mod">
          <ac:chgData name="Damon Beynon" userId="S::damon.beynon@ritense.com::4e459d25-e218-4445-a18b-3d6d8848231b" providerId="AD" clId="Web-{00000000-0000-0000-0000-000000000000}" dt="2026-10-02T09:34:41.549" v="294" actId="20577"/>
          <ac:spMkLst>
            <pc:docMk/>
            <pc:sldMk cId="3696204463" sldId="1317"/>
            <ac:spMk id="12" creationId="{00000000-0000-0000-0000-000000000000}"/>
          </ac:spMkLst>
        </pc:spChg>
      </pc:sldChg>
      <pc:sldChg chg="delSp">
        <pc:chgData name="Damon Beynon" userId="S::damon.beynon@ritense.com::4e459d25-e218-4445-a18b-3d6d8848231b" providerId="AD" clId="Web-{00000000-0000-0000-0000-000000000000}" dt="2026-10-02T09:22:03.498" v="18"/>
        <pc:sldMkLst>
          <pc:docMk/>
          <pc:sldMk cId="2004356539" sldId="1318"/>
        </pc:sldMkLst>
        <pc:spChg chg="del">
          <ac:chgData name="Damon Beynon" userId="S::damon.beynon@ritense.com::4e459d25-e218-4445-a18b-3d6d8848231b" providerId="AD" clId="Web-{00000000-0000-0000-0000-000000000000}" dt="2026-10-02T09:22:03.498" v="18"/>
          <ac:spMkLst>
            <pc:docMk/>
            <pc:sldMk cId="2004356539" sldId="1318"/>
            <ac:spMk id="2" creationId="{00000000-0000-0000-0000-000000000000}"/>
          </ac:spMkLst>
        </pc:spChg>
      </pc:sldChg>
      <pc:sldChg chg="delSp">
        <pc:chgData name="Damon Beynon" userId="S::damon.beynon@ritense.com::4e459d25-e218-4445-a18b-3d6d8848231b" providerId="AD" clId="Web-{00000000-0000-0000-0000-000000000000}" dt="2026-10-02T09:22:05.482" v="19"/>
        <pc:sldMkLst>
          <pc:docMk/>
          <pc:sldMk cId="2922171194" sldId="1319"/>
        </pc:sldMkLst>
        <pc:spChg chg="del">
          <ac:chgData name="Damon Beynon" userId="S::damon.beynon@ritense.com::4e459d25-e218-4445-a18b-3d6d8848231b" providerId="AD" clId="Web-{00000000-0000-0000-0000-000000000000}" dt="2026-10-02T09:22:05.482" v="19"/>
          <ac:spMkLst>
            <pc:docMk/>
            <pc:sldMk cId="2922171194" sldId="1319"/>
            <ac:spMk id="2" creationId="{00000000-0000-0000-0000-000000000000}"/>
          </ac:spMkLst>
        </pc:spChg>
      </pc:sldChg>
      <pc:sldChg chg="delSp modSp">
        <pc:chgData name="Damon Beynon" userId="S::damon.beynon@ritense.com::4e459d25-e218-4445-a18b-3d6d8848231b" providerId="AD" clId="Web-{00000000-0000-0000-0000-000000000000}" dt="2026-10-02T09:35:25.082" v="311" actId="20577"/>
        <pc:sldMkLst>
          <pc:docMk/>
          <pc:sldMk cId="3714023223" sldId="1320"/>
        </pc:sldMkLst>
        <pc:spChg chg="del">
          <ac:chgData name="Damon Beynon" userId="S::damon.beynon@ritense.com::4e459d25-e218-4445-a18b-3d6d8848231b" providerId="AD" clId="Web-{00000000-0000-0000-0000-000000000000}" dt="2026-10-02T09:22:07.591" v="20"/>
          <ac:spMkLst>
            <pc:docMk/>
            <pc:sldMk cId="3714023223" sldId="1320"/>
            <ac:spMk id="2" creationId="{00000000-0000-0000-0000-000000000000}"/>
          </ac:spMkLst>
        </pc:spChg>
        <pc:spChg chg="mod">
          <ac:chgData name="Damon Beynon" userId="S::damon.beynon@ritense.com::4e459d25-e218-4445-a18b-3d6d8848231b" providerId="AD" clId="Web-{00000000-0000-0000-0000-000000000000}" dt="2026-10-02T09:35:25.082" v="311" actId="20577"/>
          <ac:spMkLst>
            <pc:docMk/>
            <pc:sldMk cId="3714023223" sldId="1320"/>
            <ac:spMk id="12" creationId="{00000000-0000-0000-0000-000000000000}"/>
          </ac:spMkLst>
        </pc:spChg>
      </pc:sldChg>
      <pc:sldChg chg="delSp modSp">
        <pc:chgData name="Damon Beynon" userId="S::damon.beynon@ritense.com::4e459d25-e218-4445-a18b-3d6d8848231b" providerId="AD" clId="Web-{00000000-0000-0000-0000-000000000000}" dt="2026-10-02T09:36:12.365" v="351" actId="20577"/>
        <pc:sldMkLst>
          <pc:docMk/>
          <pc:sldMk cId="3141241255" sldId="1321"/>
        </pc:sldMkLst>
        <pc:spChg chg="del">
          <ac:chgData name="Damon Beynon" userId="S::damon.beynon@ritense.com::4e459d25-e218-4445-a18b-3d6d8848231b" providerId="AD" clId="Web-{00000000-0000-0000-0000-000000000000}" dt="2026-10-02T09:22:08.388" v="21"/>
          <ac:spMkLst>
            <pc:docMk/>
            <pc:sldMk cId="3141241255" sldId="1321"/>
            <ac:spMk id="2" creationId="{00000000-0000-0000-0000-000000000000}"/>
          </ac:spMkLst>
        </pc:spChg>
        <pc:spChg chg="mod">
          <ac:chgData name="Damon Beynon" userId="S::damon.beynon@ritense.com::4e459d25-e218-4445-a18b-3d6d8848231b" providerId="AD" clId="Web-{00000000-0000-0000-0000-000000000000}" dt="2026-10-02T09:36:12.365" v="351" actId="20577"/>
          <ac:spMkLst>
            <pc:docMk/>
            <pc:sldMk cId="3141241255" sldId="1321"/>
            <ac:spMk id="12" creationId="{00000000-0000-0000-0000-000000000000}"/>
          </ac:spMkLst>
        </pc:spChg>
      </pc:sldChg>
      <pc:sldChg chg="delSp modSp">
        <pc:chgData name="Damon Beynon" userId="S::damon.beynon@ritense.com::4e459d25-e218-4445-a18b-3d6d8848231b" providerId="AD" clId="Web-{00000000-0000-0000-0000-000000000000}" dt="2026-10-02T09:36:35.334" v="378" actId="1076"/>
        <pc:sldMkLst>
          <pc:docMk/>
          <pc:sldMk cId="2042209428" sldId="1324"/>
        </pc:sldMkLst>
        <pc:spChg chg="del">
          <ac:chgData name="Damon Beynon" userId="S::damon.beynon@ritense.com::4e459d25-e218-4445-a18b-3d6d8848231b" providerId="AD" clId="Web-{00000000-0000-0000-0000-000000000000}" dt="2026-10-02T09:36:19.553" v="352"/>
          <ac:spMkLst>
            <pc:docMk/>
            <pc:sldMk cId="2042209428" sldId="1324"/>
            <ac:spMk id="2" creationId="{00000000-0000-0000-0000-000000000000}"/>
          </ac:spMkLst>
        </pc:spChg>
        <pc:spChg chg="mod">
          <ac:chgData name="Damon Beynon" userId="S::damon.beynon@ritense.com::4e459d25-e218-4445-a18b-3d6d8848231b" providerId="AD" clId="Web-{00000000-0000-0000-0000-000000000000}" dt="2026-10-02T09:36:34.897" v="355" actId="1076"/>
          <ac:spMkLst>
            <pc:docMk/>
            <pc:sldMk cId="2042209428" sldId="1324"/>
            <ac:spMk id="6" creationId="{00000000-0000-0000-0000-000000000000}"/>
          </ac:spMkLst>
        </pc:spChg>
        <pc:spChg chg="mod">
          <ac:chgData name="Damon Beynon" userId="S::damon.beynon@ritense.com::4e459d25-e218-4445-a18b-3d6d8848231b" providerId="AD" clId="Web-{00000000-0000-0000-0000-000000000000}" dt="2026-10-02T09:36:34.913" v="356" actId="1076"/>
          <ac:spMkLst>
            <pc:docMk/>
            <pc:sldMk cId="2042209428" sldId="1324"/>
            <ac:spMk id="7" creationId="{00000000-0000-0000-0000-000000000000}"/>
          </ac:spMkLst>
        </pc:spChg>
        <pc:spChg chg="mod">
          <ac:chgData name="Damon Beynon" userId="S::damon.beynon@ritense.com::4e459d25-e218-4445-a18b-3d6d8848231b" providerId="AD" clId="Web-{00000000-0000-0000-0000-000000000000}" dt="2026-10-02T09:36:34.944" v="357" actId="1076"/>
          <ac:spMkLst>
            <pc:docMk/>
            <pc:sldMk cId="2042209428" sldId="1324"/>
            <ac:spMk id="8" creationId="{00000000-0000-0000-0000-000000000000}"/>
          </ac:spMkLst>
        </pc:spChg>
        <pc:spChg chg="mod">
          <ac:chgData name="Damon Beynon" userId="S::damon.beynon@ritense.com::4e459d25-e218-4445-a18b-3d6d8848231b" providerId="AD" clId="Web-{00000000-0000-0000-0000-000000000000}" dt="2026-10-02T09:36:34.959" v="358" actId="1076"/>
          <ac:spMkLst>
            <pc:docMk/>
            <pc:sldMk cId="2042209428" sldId="1324"/>
            <ac:spMk id="9" creationId="{00000000-0000-0000-0000-000000000000}"/>
          </ac:spMkLst>
        </pc:spChg>
        <pc:spChg chg="mod">
          <ac:chgData name="Damon Beynon" userId="S::damon.beynon@ritense.com::4e459d25-e218-4445-a18b-3d6d8848231b" providerId="AD" clId="Web-{00000000-0000-0000-0000-000000000000}" dt="2026-10-02T09:36:34.975" v="359" actId="1076"/>
          <ac:spMkLst>
            <pc:docMk/>
            <pc:sldMk cId="2042209428" sldId="1324"/>
            <ac:spMk id="10" creationId="{00000000-0000-0000-0000-000000000000}"/>
          </ac:spMkLst>
        </pc:spChg>
        <pc:spChg chg="mod">
          <ac:chgData name="Damon Beynon" userId="S::damon.beynon@ritense.com::4e459d25-e218-4445-a18b-3d6d8848231b" providerId="AD" clId="Web-{00000000-0000-0000-0000-000000000000}" dt="2026-10-02T09:36:34.991" v="360" actId="1076"/>
          <ac:spMkLst>
            <pc:docMk/>
            <pc:sldMk cId="2042209428" sldId="1324"/>
            <ac:spMk id="11" creationId="{00000000-0000-0000-0000-000000000000}"/>
          </ac:spMkLst>
        </pc:spChg>
        <pc:spChg chg="mod">
          <ac:chgData name="Damon Beynon" userId="S::damon.beynon@ritense.com::4e459d25-e218-4445-a18b-3d6d8848231b" providerId="AD" clId="Web-{00000000-0000-0000-0000-000000000000}" dt="2026-10-02T09:36:35.006" v="361" actId="1076"/>
          <ac:spMkLst>
            <pc:docMk/>
            <pc:sldMk cId="2042209428" sldId="1324"/>
            <ac:spMk id="12" creationId="{00000000-0000-0000-0000-000000000000}"/>
          </ac:spMkLst>
        </pc:spChg>
        <pc:spChg chg="mod">
          <ac:chgData name="Damon Beynon" userId="S::damon.beynon@ritense.com::4e459d25-e218-4445-a18b-3d6d8848231b" providerId="AD" clId="Web-{00000000-0000-0000-0000-000000000000}" dt="2026-10-02T09:36:35.038" v="362" actId="1076"/>
          <ac:spMkLst>
            <pc:docMk/>
            <pc:sldMk cId="2042209428" sldId="1324"/>
            <ac:spMk id="13" creationId="{00000000-0000-0000-0000-000000000000}"/>
          </ac:spMkLst>
        </pc:spChg>
        <pc:spChg chg="mod">
          <ac:chgData name="Damon Beynon" userId="S::damon.beynon@ritense.com::4e459d25-e218-4445-a18b-3d6d8848231b" providerId="AD" clId="Web-{00000000-0000-0000-0000-000000000000}" dt="2026-10-02T09:36:35.053" v="363" actId="1076"/>
          <ac:spMkLst>
            <pc:docMk/>
            <pc:sldMk cId="2042209428" sldId="1324"/>
            <ac:spMk id="14" creationId="{00000000-0000-0000-0000-000000000000}"/>
          </ac:spMkLst>
        </pc:spChg>
        <pc:spChg chg="mod">
          <ac:chgData name="Damon Beynon" userId="S::damon.beynon@ritense.com::4e459d25-e218-4445-a18b-3d6d8848231b" providerId="AD" clId="Web-{00000000-0000-0000-0000-000000000000}" dt="2026-10-02T09:36:35.069" v="364" actId="1076"/>
          <ac:spMkLst>
            <pc:docMk/>
            <pc:sldMk cId="2042209428" sldId="1324"/>
            <ac:spMk id="15" creationId="{00000000-0000-0000-0000-000000000000}"/>
          </ac:spMkLst>
        </pc:spChg>
        <pc:spChg chg="mod">
          <ac:chgData name="Damon Beynon" userId="S::damon.beynon@ritense.com::4e459d25-e218-4445-a18b-3d6d8848231b" providerId="AD" clId="Web-{00000000-0000-0000-0000-000000000000}" dt="2026-10-02T09:36:35.084" v="365" actId="1076"/>
          <ac:spMkLst>
            <pc:docMk/>
            <pc:sldMk cId="2042209428" sldId="1324"/>
            <ac:spMk id="16" creationId="{00000000-0000-0000-0000-000000000000}"/>
          </ac:spMkLst>
        </pc:spChg>
        <pc:spChg chg="mod">
          <ac:chgData name="Damon Beynon" userId="S::damon.beynon@ritense.com::4e459d25-e218-4445-a18b-3d6d8848231b" providerId="AD" clId="Web-{00000000-0000-0000-0000-000000000000}" dt="2026-10-02T09:36:35.100" v="366" actId="1076"/>
          <ac:spMkLst>
            <pc:docMk/>
            <pc:sldMk cId="2042209428" sldId="1324"/>
            <ac:spMk id="17" creationId="{00000000-0000-0000-0000-000000000000}"/>
          </ac:spMkLst>
        </pc:spChg>
        <pc:spChg chg="mod">
          <ac:chgData name="Damon Beynon" userId="S::damon.beynon@ritense.com::4e459d25-e218-4445-a18b-3d6d8848231b" providerId="AD" clId="Web-{00000000-0000-0000-0000-000000000000}" dt="2026-10-02T09:36:35.131" v="367" actId="1076"/>
          <ac:spMkLst>
            <pc:docMk/>
            <pc:sldMk cId="2042209428" sldId="1324"/>
            <ac:spMk id="18" creationId="{00000000-0000-0000-0000-000000000000}"/>
          </ac:spMkLst>
        </pc:spChg>
        <pc:spChg chg="mod">
          <ac:chgData name="Damon Beynon" userId="S::damon.beynon@ritense.com::4e459d25-e218-4445-a18b-3d6d8848231b" providerId="AD" clId="Web-{00000000-0000-0000-0000-000000000000}" dt="2026-10-02T09:36:35.147" v="368" actId="1076"/>
          <ac:spMkLst>
            <pc:docMk/>
            <pc:sldMk cId="2042209428" sldId="1324"/>
            <ac:spMk id="19" creationId="{00000000-0000-0000-0000-000000000000}"/>
          </ac:spMkLst>
        </pc:spChg>
        <pc:spChg chg="mod">
          <ac:chgData name="Damon Beynon" userId="S::damon.beynon@ritense.com::4e459d25-e218-4445-a18b-3d6d8848231b" providerId="AD" clId="Web-{00000000-0000-0000-0000-000000000000}" dt="2026-10-02T09:36:35.163" v="369" actId="1076"/>
          <ac:spMkLst>
            <pc:docMk/>
            <pc:sldMk cId="2042209428" sldId="1324"/>
            <ac:spMk id="20" creationId="{00000000-0000-0000-0000-000000000000}"/>
          </ac:spMkLst>
        </pc:spChg>
        <pc:spChg chg="mod">
          <ac:chgData name="Damon Beynon" userId="S::damon.beynon@ritense.com::4e459d25-e218-4445-a18b-3d6d8848231b" providerId="AD" clId="Web-{00000000-0000-0000-0000-000000000000}" dt="2026-10-02T09:36:35.178" v="370" actId="1076"/>
          <ac:spMkLst>
            <pc:docMk/>
            <pc:sldMk cId="2042209428" sldId="1324"/>
            <ac:spMk id="21" creationId="{00000000-0000-0000-0000-000000000000}"/>
          </ac:spMkLst>
        </pc:spChg>
        <pc:spChg chg="mod">
          <ac:chgData name="Damon Beynon" userId="S::damon.beynon@ritense.com::4e459d25-e218-4445-a18b-3d6d8848231b" providerId="AD" clId="Web-{00000000-0000-0000-0000-000000000000}" dt="2026-10-02T09:36:35.209" v="371" actId="1076"/>
          <ac:spMkLst>
            <pc:docMk/>
            <pc:sldMk cId="2042209428" sldId="1324"/>
            <ac:spMk id="22" creationId="{00000000-0000-0000-0000-000000000000}"/>
          </ac:spMkLst>
        </pc:spChg>
        <pc:spChg chg="mod">
          <ac:chgData name="Damon Beynon" userId="S::damon.beynon@ritense.com::4e459d25-e218-4445-a18b-3d6d8848231b" providerId="AD" clId="Web-{00000000-0000-0000-0000-000000000000}" dt="2026-10-02T09:36:35.225" v="372" actId="1076"/>
          <ac:spMkLst>
            <pc:docMk/>
            <pc:sldMk cId="2042209428" sldId="1324"/>
            <ac:spMk id="23" creationId="{00000000-0000-0000-0000-000000000000}"/>
          </ac:spMkLst>
        </pc:spChg>
        <pc:spChg chg="mod">
          <ac:chgData name="Damon Beynon" userId="S::damon.beynon@ritense.com::4e459d25-e218-4445-a18b-3d6d8848231b" providerId="AD" clId="Web-{00000000-0000-0000-0000-000000000000}" dt="2026-10-02T09:36:35.241" v="373" actId="1076"/>
          <ac:spMkLst>
            <pc:docMk/>
            <pc:sldMk cId="2042209428" sldId="1324"/>
            <ac:spMk id="24" creationId="{00000000-0000-0000-0000-000000000000}"/>
          </ac:spMkLst>
        </pc:spChg>
        <pc:spChg chg="mod">
          <ac:chgData name="Damon Beynon" userId="S::damon.beynon@ritense.com::4e459d25-e218-4445-a18b-3d6d8848231b" providerId="AD" clId="Web-{00000000-0000-0000-0000-000000000000}" dt="2026-10-02T09:36:35.256" v="374" actId="1076"/>
          <ac:spMkLst>
            <pc:docMk/>
            <pc:sldMk cId="2042209428" sldId="1324"/>
            <ac:spMk id="25" creationId="{00000000-0000-0000-0000-000000000000}"/>
          </ac:spMkLst>
        </pc:spChg>
        <pc:spChg chg="mod">
          <ac:chgData name="Damon Beynon" userId="S::damon.beynon@ritense.com::4e459d25-e218-4445-a18b-3d6d8848231b" providerId="AD" clId="Web-{00000000-0000-0000-0000-000000000000}" dt="2026-10-02T09:36:35.288" v="375" actId="1076"/>
          <ac:spMkLst>
            <pc:docMk/>
            <pc:sldMk cId="2042209428" sldId="1324"/>
            <ac:spMk id="26" creationId="{00000000-0000-0000-0000-000000000000}"/>
          </ac:spMkLst>
        </pc:spChg>
        <pc:spChg chg="mod">
          <ac:chgData name="Damon Beynon" userId="S::damon.beynon@ritense.com::4e459d25-e218-4445-a18b-3d6d8848231b" providerId="AD" clId="Web-{00000000-0000-0000-0000-000000000000}" dt="2026-10-02T09:36:35.303" v="376" actId="1076"/>
          <ac:spMkLst>
            <pc:docMk/>
            <pc:sldMk cId="2042209428" sldId="1324"/>
            <ac:spMk id="27" creationId="{00000000-0000-0000-0000-000000000000}"/>
          </ac:spMkLst>
        </pc:spChg>
        <pc:spChg chg="mod">
          <ac:chgData name="Damon Beynon" userId="S::damon.beynon@ritense.com::4e459d25-e218-4445-a18b-3d6d8848231b" providerId="AD" clId="Web-{00000000-0000-0000-0000-000000000000}" dt="2026-10-02T09:36:35.319" v="377" actId="1076"/>
          <ac:spMkLst>
            <pc:docMk/>
            <pc:sldMk cId="2042209428" sldId="1324"/>
            <ac:spMk id="28" creationId="{00000000-0000-0000-0000-000000000000}"/>
          </ac:spMkLst>
        </pc:spChg>
        <pc:spChg chg="mod">
          <ac:chgData name="Damon Beynon" userId="S::damon.beynon@ritense.com::4e459d25-e218-4445-a18b-3d6d8848231b" providerId="AD" clId="Web-{00000000-0000-0000-0000-000000000000}" dt="2026-10-02T09:36:35.334" v="378" actId="1076"/>
          <ac:spMkLst>
            <pc:docMk/>
            <pc:sldMk cId="2042209428" sldId="1324"/>
            <ac:spMk id="29" creationId="{00000000-0000-0000-0000-000000000000}"/>
          </ac:spMkLst>
        </pc:spChg>
        <pc:spChg chg="del">
          <ac:chgData name="Damon Beynon" userId="S::damon.beynon@ritense.com::4e459d25-e218-4445-a18b-3d6d8848231b" providerId="AD" clId="Web-{00000000-0000-0000-0000-000000000000}" dt="2026-10-02T09:36:27.975" v="354"/>
          <ac:spMkLst>
            <pc:docMk/>
            <pc:sldMk cId="2042209428" sldId="1324"/>
            <ac:spMk id="30" creationId="{00000000-0000-0000-0000-000000000000}"/>
          </ac:spMkLst>
        </pc:spChg>
        <pc:spChg chg="del">
          <ac:chgData name="Damon Beynon" userId="S::damon.beynon@ritense.com::4e459d25-e218-4445-a18b-3d6d8848231b" providerId="AD" clId="Web-{00000000-0000-0000-0000-000000000000}" dt="2026-10-02T09:36:26.850" v="353"/>
          <ac:spMkLst>
            <pc:docMk/>
            <pc:sldMk cId="2042209428" sldId="1324"/>
            <ac:spMk id="31" creationId="{00000000-0000-0000-0000-000000000000}"/>
          </ac:spMkLst>
        </pc:spChg>
      </pc:sldChg>
      <pc:sldChg chg="addSp delSp modSp">
        <pc:chgData name="Damon Beynon" userId="S::damon.beynon@ritense.com::4e459d25-e218-4445-a18b-3d6d8848231b" providerId="AD" clId="Web-{00000000-0000-0000-0000-000000000000}" dt="2026-10-02T09:29:55.943" v="225" actId="20577"/>
        <pc:sldMkLst>
          <pc:docMk/>
          <pc:sldMk cId="264027543" sldId="1326"/>
        </pc:sldMkLst>
        <pc:spChg chg="mod">
          <ac:chgData name="Damon Beynon" userId="S::damon.beynon@ritense.com::4e459d25-e218-4445-a18b-3d6d8848231b" providerId="AD" clId="Web-{00000000-0000-0000-0000-000000000000}" dt="2026-10-02T09:29:55.943" v="225" actId="20577"/>
          <ac:spMkLst>
            <pc:docMk/>
            <pc:sldMk cId="264027543" sldId="1326"/>
            <ac:spMk id="4" creationId="{5F828DD1-31DF-285A-7022-BA0DEDBF41B0}"/>
          </ac:spMkLst>
        </pc:spChg>
        <pc:spChg chg="add del">
          <ac:chgData name="Damon Beynon" userId="S::damon.beynon@ritense.com::4e459d25-e218-4445-a18b-3d6d8848231b" providerId="AD" clId="Web-{00000000-0000-0000-0000-000000000000}" dt="2026-10-02T09:27:41.249" v="168"/>
          <ac:spMkLst>
            <pc:docMk/>
            <pc:sldMk cId="264027543" sldId="1326"/>
            <ac:spMk id="6" creationId="{6FB9758E-98DB-4D8D-E17A-02044D018A79}"/>
          </ac:spMkLst>
        </pc:spChg>
        <pc:spChg chg="add del">
          <ac:chgData name="Damon Beynon" userId="S::damon.beynon@ritense.com::4e459d25-e218-4445-a18b-3d6d8848231b" providerId="AD" clId="Web-{00000000-0000-0000-0000-000000000000}" dt="2026-10-02T09:27:41.249" v="167"/>
          <ac:spMkLst>
            <pc:docMk/>
            <pc:sldMk cId="264027543" sldId="1326"/>
            <ac:spMk id="9" creationId="{925AE8C1-58AB-B3A9-C6FF-BBD4B8F7093C}"/>
          </ac:spMkLst>
        </pc:spChg>
        <pc:spChg chg="del">
          <ac:chgData name="Damon Beynon" userId="S::damon.beynon@ritense.com::4e459d25-e218-4445-a18b-3d6d8848231b" providerId="AD" clId="Web-{00000000-0000-0000-0000-000000000000}" dt="2026-10-02T09:27:41.249" v="169"/>
          <ac:spMkLst>
            <pc:docMk/>
            <pc:sldMk cId="264027543" sldId="1326"/>
            <ac:spMk id="10" creationId="{4AB6B94C-D3DA-963F-15A3-712FE82C08DE}"/>
          </ac:spMkLst>
        </pc:spChg>
        <pc:spChg chg="add del">
          <ac:chgData name="Damon Beynon" userId="S::damon.beynon@ritense.com::4e459d25-e218-4445-a18b-3d6d8848231b" providerId="AD" clId="Web-{00000000-0000-0000-0000-000000000000}" dt="2026-10-02T09:27:41.249" v="166"/>
          <ac:spMkLst>
            <pc:docMk/>
            <pc:sldMk cId="264027543" sldId="1326"/>
            <ac:spMk id="13" creationId="{0CBB231A-BE6D-C169-3B05-ABEAD5BA3D23}"/>
          </ac:spMkLst>
        </pc:spChg>
        <pc:spChg chg="add">
          <ac:chgData name="Damon Beynon" userId="S::damon.beynon@ritense.com::4e459d25-e218-4445-a18b-3d6d8848231b" providerId="AD" clId="Web-{00000000-0000-0000-0000-000000000000}" dt="2026-10-02T09:28:10.376" v="186"/>
          <ac:spMkLst>
            <pc:docMk/>
            <pc:sldMk cId="264027543" sldId="1326"/>
            <ac:spMk id="15" creationId="{2BD311E6-5C3D-3729-BBA2-B7FAE70DDD9A}"/>
          </ac:spMkLst>
        </pc:spChg>
        <pc:spChg chg="add">
          <ac:chgData name="Damon Beynon" userId="S::damon.beynon@ritense.com::4e459d25-e218-4445-a18b-3d6d8848231b" providerId="AD" clId="Web-{00000000-0000-0000-0000-000000000000}" dt="2026-10-02T09:28:10.391" v="187"/>
          <ac:spMkLst>
            <pc:docMk/>
            <pc:sldMk cId="264027543" sldId="1326"/>
            <ac:spMk id="17" creationId="{BEF3CBAF-6EDE-B507-1662-1D9755FFEA40}"/>
          </ac:spMkLst>
        </pc:spChg>
        <pc:spChg chg="add">
          <ac:chgData name="Damon Beynon" userId="S::damon.beynon@ritense.com::4e459d25-e218-4445-a18b-3d6d8848231b" providerId="AD" clId="Web-{00000000-0000-0000-0000-000000000000}" dt="2026-10-02T09:28:10.407" v="188"/>
          <ac:spMkLst>
            <pc:docMk/>
            <pc:sldMk cId="264027543" sldId="1326"/>
            <ac:spMk id="19" creationId="{AEF13C51-8336-224C-EA01-6213AA78EFBB}"/>
          </ac:spMkLst>
        </pc:spChg>
        <pc:spChg chg="add">
          <ac:chgData name="Damon Beynon" userId="S::damon.beynon@ritense.com::4e459d25-e218-4445-a18b-3d6d8848231b" providerId="AD" clId="Web-{00000000-0000-0000-0000-000000000000}" dt="2026-10-02T09:28:10.422" v="189"/>
          <ac:spMkLst>
            <pc:docMk/>
            <pc:sldMk cId="264027543" sldId="1326"/>
            <ac:spMk id="21" creationId="{75EF63BA-1EFE-48E8-10A7-14BC09118270}"/>
          </ac:spMkLst>
        </pc:spChg>
        <pc:spChg chg="add">
          <ac:chgData name="Damon Beynon" userId="S::damon.beynon@ritense.com::4e459d25-e218-4445-a18b-3d6d8848231b" providerId="AD" clId="Web-{00000000-0000-0000-0000-000000000000}" dt="2026-10-02T09:28:10.438" v="190"/>
          <ac:spMkLst>
            <pc:docMk/>
            <pc:sldMk cId="264027543" sldId="1326"/>
            <ac:spMk id="23" creationId="{B38E2645-D4F7-56A7-6C9F-E67C7F0AD0F9}"/>
          </ac:spMkLst>
        </pc:spChg>
      </pc:sldChg>
      <pc:sldChg chg="addSp delSp">
        <pc:chgData name="Damon Beynon" userId="S::damon.beynon@ritense.com::4e459d25-e218-4445-a18b-3d6d8848231b" providerId="AD" clId="Web-{00000000-0000-0000-0000-000000000000}" dt="2026-10-02T09:28:09" v="185"/>
        <pc:sldMkLst>
          <pc:docMk/>
          <pc:sldMk cId="793885033" sldId="1327"/>
        </pc:sldMkLst>
        <pc:spChg chg="del">
          <ac:chgData name="Damon Beynon" userId="S::damon.beynon@ritense.com::4e459d25-e218-4445-a18b-3d6d8848231b" providerId="AD" clId="Web-{00000000-0000-0000-0000-000000000000}" dt="2026-10-02T09:27:37.468" v="164"/>
          <ac:spMkLst>
            <pc:docMk/>
            <pc:sldMk cId="793885033" sldId="1327"/>
            <ac:spMk id="5" creationId="{6B208AF4-22C2-A7A3-5F0A-1758D244F8E5}"/>
          </ac:spMkLst>
        </pc:spChg>
        <pc:spChg chg="add del">
          <ac:chgData name="Damon Beynon" userId="S::damon.beynon@ritense.com::4e459d25-e218-4445-a18b-3d6d8848231b" providerId="AD" clId="Web-{00000000-0000-0000-0000-000000000000}" dt="2026-10-02T09:27:37.468" v="163"/>
          <ac:spMkLst>
            <pc:docMk/>
            <pc:sldMk cId="793885033" sldId="1327"/>
            <ac:spMk id="7" creationId="{652CA6D5-F965-A78A-4FDA-164FE0095B20}"/>
          </ac:spMkLst>
        </pc:spChg>
        <pc:spChg chg="del">
          <ac:chgData name="Damon Beynon" userId="S::damon.beynon@ritense.com::4e459d25-e218-4445-a18b-3d6d8848231b" providerId="AD" clId="Web-{00000000-0000-0000-0000-000000000000}" dt="2026-10-02T09:27:37.468" v="165"/>
          <ac:spMkLst>
            <pc:docMk/>
            <pc:sldMk cId="793885033" sldId="1327"/>
            <ac:spMk id="10" creationId="{9D740E23-1C73-9010-9130-239C8546C422}"/>
          </ac:spMkLst>
        </pc:spChg>
        <pc:spChg chg="add del">
          <ac:chgData name="Damon Beynon" userId="S::damon.beynon@ritense.com::4e459d25-e218-4445-a18b-3d6d8848231b" providerId="AD" clId="Web-{00000000-0000-0000-0000-000000000000}" dt="2026-10-02T09:27:37.468" v="162"/>
          <ac:spMkLst>
            <pc:docMk/>
            <pc:sldMk cId="793885033" sldId="1327"/>
            <ac:spMk id="11" creationId="{3F9DCA8B-88C0-856A-F9FA-23FA6DAC090E}"/>
          </ac:spMkLst>
        </pc:spChg>
        <pc:spChg chg="add">
          <ac:chgData name="Damon Beynon" userId="S::damon.beynon@ritense.com::4e459d25-e218-4445-a18b-3d6d8848231b" providerId="AD" clId="Web-{00000000-0000-0000-0000-000000000000}" dt="2026-10-02T09:28:08.907" v="181"/>
          <ac:spMkLst>
            <pc:docMk/>
            <pc:sldMk cId="793885033" sldId="1327"/>
            <ac:spMk id="14" creationId="{133ACFB3-69EF-3456-3297-A26997E46F06}"/>
          </ac:spMkLst>
        </pc:spChg>
        <pc:spChg chg="add">
          <ac:chgData name="Damon Beynon" userId="S::damon.beynon@ritense.com::4e459d25-e218-4445-a18b-3d6d8848231b" providerId="AD" clId="Web-{00000000-0000-0000-0000-000000000000}" dt="2026-10-02T09:28:08.938" v="182"/>
          <ac:spMkLst>
            <pc:docMk/>
            <pc:sldMk cId="793885033" sldId="1327"/>
            <ac:spMk id="16" creationId="{8A03C8E5-A05D-4EBD-1B93-1C3B5E2CFF17}"/>
          </ac:spMkLst>
        </pc:spChg>
        <pc:spChg chg="add">
          <ac:chgData name="Damon Beynon" userId="S::damon.beynon@ritense.com::4e459d25-e218-4445-a18b-3d6d8848231b" providerId="AD" clId="Web-{00000000-0000-0000-0000-000000000000}" dt="2026-10-02T09:28:08.954" v="183"/>
          <ac:spMkLst>
            <pc:docMk/>
            <pc:sldMk cId="793885033" sldId="1327"/>
            <ac:spMk id="18" creationId="{3EC6E0E0-6D0E-EC13-8BE6-0A39D4B6BD6B}"/>
          </ac:spMkLst>
        </pc:spChg>
        <pc:spChg chg="add">
          <ac:chgData name="Damon Beynon" userId="S::damon.beynon@ritense.com::4e459d25-e218-4445-a18b-3d6d8848231b" providerId="AD" clId="Web-{00000000-0000-0000-0000-000000000000}" dt="2026-10-02T09:28:08.985" v="184"/>
          <ac:spMkLst>
            <pc:docMk/>
            <pc:sldMk cId="793885033" sldId="1327"/>
            <ac:spMk id="20" creationId="{10F7D66F-A29A-464D-1074-FE66363DFA95}"/>
          </ac:spMkLst>
        </pc:spChg>
        <pc:spChg chg="add">
          <ac:chgData name="Damon Beynon" userId="S::damon.beynon@ritense.com::4e459d25-e218-4445-a18b-3d6d8848231b" providerId="AD" clId="Web-{00000000-0000-0000-0000-000000000000}" dt="2026-10-02T09:28:09" v="185"/>
          <ac:spMkLst>
            <pc:docMk/>
            <pc:sldMk cId="793885033" sldId="1327"/>
            <ac:spMk id="22" creationId="{385ACD95-1A5D-E7B2-9A3B-0108E8D08E80}"/>
          </ac:spMkLst>
        </pc:spChg>
      </pc:sldChg>
      <pc:sldChg chg="addSp delSp modSp">
        <pc:chgData name="Damon Beynon" userId="S::damon.beynon@ritense.com::4e459d25-e218-4445-a18b-3d6d8848231b" providerId="AD" clId="Web-{00000000-0000-0000-0000-000000000000}" dt="2026-10-02T09:31:34.682" v="260" actId="20577"/>
        <pc:sldMkLst>
          <pc:docMk/>
          <pc:sldMk cId="3632895965" sldId="1328"/>
        </pc:sldMkLst>
        <pc:spChg chg="mod">
          <ac:chgData name="Damon Beynon" userId="S::damon.beynon@ritense.com::4e459d25-e218-4445-a18b-3d6d8848231b" providerId="AD" clId="Web-{00000000-0000-0000-0000-000000000000}" dt="2026-10-02T09:31:34.682" v="260" actId="20577"/>
          <ac:spMkLst>
            <pc:docMk/>
            <pc:sldMk cId="3632895965" sldId="1328"/>
            <ac:spMk id="4" creationId="{8A4F101A-623A-4A7F-8FD7-307F9B15A99C}"/>
          </ac:spMkLst>
        </pc:spChg>
        <pc:spChg chg="del">
          <ac:chgData name="Damon Beynon" userId="S::damon.beynon@ritense.com::4e459d25-e218-4445-a18b-3d6d8848231b" providerId="AD" clId="Web-{00000000-0000-0000-0000-000000000000}" dt="2026-10-02T09:27:30.920" v="160"/>
          <ac:spMkLst>
            <pc:docMk/>
            <pc:sldMk cId="3632895965" sldId="1328"/>
            <ac:spMk id="5" creationId="{BC030EB8-96B6-F8AA-AC31-2DF3EA522E03}"/>
          </ac:spMkLst>
        </pc:spChg>
        <pc:spChg chg="del mod">
          <ac:chgData name="Damon Beynon" userId="S::damon.beynon@ritense.com::4e459d25-e218-4445-a18b-3d6d8848231b" providerId="AD" clId="Web-{00000000-0000-0000-0000-000000000000}" dt="2026-10-02T09:27:30.920" v="159"/>
          <ac:spMkLst>
            <pc:docMk/>
            <pc:sldMk cId="3632895965" sldId="1328"/>
            <ac:spMk id="6" creationId="{B0CA9E29-F5E1-C576-5FC1-25DD1DB25909}"/>
          </ac:spMkLst>
        </pc:spChg>
        <pc:spChg chg="add del">
          <ac:chgData name="Damon Beynon" userId="S::damon.beynon@ritense.com::4e459d25-e218-4445-a18b-3d6d8848231b" providerId="AD" clId="Web-{00000000-0000-0000-0000-000000000000}" dt="2026-10-02T09:27:30.920" v="158"/>
          <ac:spMkLst>
            <pc:docMk/>
            <pc:sldMk cId="3632895965" sldId="1328"/>
            <ac:spMk id="9" creationId="{B816A4BA-0FCA-F061-CEB8-0A6806C5BBD4}"/>
          </ac:spMkLst>
        </pc:spChg>
        <pc:spChg chg="del">
          <ac:chgData name="Damon Beynon" userId="S::damon.beynon@ritense.com::4e459d25-e218-4445-a18b-3d6d8848231b" providerId="AD" clId="Web-{00000000-0000-0000-0000-000000000000}" dt="2026-10-02T09:27:30.920" v="161"/>
          <ac:spMkLst>
            <pc:docMk/>
            <pc:sldMk cId="3632895965" sldId="1328"/>
            <ac:spMk id="10" creationId="{A47595B1-7A2E-16CF-8064-5F693460CE9E}"/>
          </ac:spMkLst>
        </pc:spChg>
        <pc:spChg chg="add">
          <ac:chgData name="Damon Beynon" userId="S::damon.beynon@ritense.com::4e459d25-e218-4445-a18b-3d6d8848231b" providerId="AD" clId="Web-{00000000-0000-0000-0000-000000000000}" dt="2026-10-02T09:28:07.203" v="176"/>
          <ac:spMkLst>
            <pc:docMk/>
            <pc:sldMk cId="3632895965" sldId="1328"/>
            <ac:spMk id="13" creationId="{7508B079-6850-1C38-C993-C2B4F7761D5F}"/>
          </ac:spMkLst>
        </pc:spChg>
        <pc:spChg chg="add">
          <ac:chgData name="Damon Beynon" userId="S::damon.beynon@ritense.com::4e459d25-e218-4445-a18b-3d6d8848231b" providerId="AD" clId="Web-{00000000-0000-0000-0000-000000000000}" dt="2026-10-02T09:28:07.219" v="177"/>
          <ac:spMkLst>
            <pc:docMk/>
            <pc:sldMk cId="3632895965" sldId="1328"/>
            <ac:spMk id="15" creationId="{C8FE092C-38B6-7EC4-2F1F-F7C87C034FBB}"/>
          </ac:spMkLst>
        </pc:spChg>
        <pc:spChg chg="add">
          <ac:chgData name="Damon Beynon" userId="S::damon.beynon@ritense.com::4e459d25-e218-4445-a18b-3d6d8848231b" providerId="AD" clId="Web-{00000000-0000-0000-0000-000000000000}" dt="2026-10-02T09:28:07.235" v="178"/>
          <ac:spMkLst>
            <pc:docMk/>
            <pc:sldMk cId="3632895965" sldId="1328"/>
            <ac:spMk id="17" creationId="{084E5492-97B5-D730-BE5C-1BA6A5D4D9EA}"/>
          </ac:spMkLst>
        </pc:spChg>
        <pc:spChg chg="add">
          <ac:chgData name="Damon Beynon" userId="S::damon.beynon@ritense.com::4e459d25-e218-4445-a18b-3d6d8848231b" providerId="AD" clId="Web-{00000000-0000-0000-0000-000000000000}" dt="2026-10-02T09:28:07.250" v="179"/>
          <ac:spMkLst>
            <pc:docMk/>
            <pc:sldMk cId="3632895965" sldId="1328"/>
            <ac:spMk id="19" creationId="{9AAAB7A9-09A6-3447-2B8A-FA36E35FDA34}"/>
          </ac:spMkLst>
        </pc:spChg>
        <pc:spChg chg="add">
          <ac:chgData name="Damon Beynon" userId="S::damon.beynon@ritense.com::4e459d25-e218-4445-a18b-3d6d8848231b" providerId="AD" clId="Web-{00000000-0000-0000-0000-000000000000}" dt="2026-10-02T09:28:07.282" v="180"/>
          <ac:spMkLst>
            <pc:docMk/>
            <pc:sldMk cId="3632895965" sldId="1328"/>
            <ac:spMk id="21" creationId="{F1240205-5ED6-80E1-7022-C675D27779D0}"/>
          </ac:spMkLst>
        </pc:spChg>
      </pc:sldChg>
      <pc:sldChg chg="addSp delSp modSp add replId">
        <pc:chgData name="Damon Beynon" userId="S::damon.beynon@ritense.com::4e459d25-e218-4445-a18b-3d6d8848231b" providerId="AD" clId="Web-{00000000-0000-0000-0000-000000000000}" dt="2026-10-02T09:28:03.985" v="175"/>
        <pc:sldMkLst>
          <pc:docMk/>
          <pc:sldMk cId="2367711094" sldId="1329"/>
        </pc:sldMkLst>
        <pc:spChg chg="mod">
          <ac:chgData name="Damon Beynon" userId="S::damon.beynon@ritense.com::4e459d25-e218-4445-a18b-3d6d8848231b" providerId="AD" clId="Web-{00000000-0000-0000-0000-000000000000}" dt="2026-10-02T09:22:19.326" v="23" actId="20577"/>
          <ac:spMkLst>
            <pc:docMk/>
            <pc:sldMk cId="2367711094" sldId="1329"/>
            <ac:spMk id="2" creationId="{E0B06B61-9CC4-86D7-3F5D-67E023F9972D}"/>
          </ac:spMkLst>
        </pc:spChg>
        <pc:spChg chg="mod">
          <ac:chgData name="Damon Beynon" userId="S::damon.beynon@ritense.com::4e459d25-e218-4445-a18b-3d6d8848231b" providerId="AD" clId="Web-{00000000-0000-0000-0000-000000000000}" dt="2026-10-02T09:22:25.264" v="25" actId="20577"/>
          <ac:spMkLst>
            <pc:docMk/>
            <pc:sldMk cId="2367711094" sldId="1329"/>
            <ac:spMk id="3" creationId="{DF3CA9DC-2752-A0C7-7DDC-91044434B791}"/>
          </ac:spMkLst>
        </pc:spChg>
        <pc:spChg chg="mod">
          <ac:chgData name="Damon Beynon" userId="S::damon.beynon@ritense.com::4e459d25-e218-4445-a18b-3d6d8848231b" providerId="AD" clId="Web-{00000000-0000-0000-0000-000000000000}" dt="2026-10-02T09:22:37.468" v="34" actId="20577"/>
          <ac:spMkLst>
            <pc:docMk/>
            <pc:sldMk cId="2367711094" sldId="1329"/>
            <ac:spMk id="4" creationId="{40B8C559-78CE-AB62-D9C0-420D71B229D2}"/>
          </ac:spMkLst>
        </pc:spChg>
        <pc:spChg chg="del">
          <ac:chgData name="Damon Beynon" userId="S::damon.beynon@ritense.com::4e459d25-e218-4445-a18b-3d6d8848231b" providerId="AD" clId="Web-{00000000-0000-0000-0000-000000000000}" dt="2026-10-02T09:27:24.030" v="156"/>
          <ac:spMkLst>
            <pc:docMk/>
            <pc:sldMk cId="2367711094" sldId="1329"/>
            <ac:spMk id="5" creationId="{31190B89-D9F3-14C3-91E0-102B802A8B9C}"/>
          </ac:spMkLst>
        </pc:spChg>
        <pc:spChg chg="del">
          <ac:chgData name="Damon Beynon" userId="S::damon.beynon@ritense.com::4e459d25-e218-4445-a18b-3d6d8848231b" providerId="AD" clId="Web-{00000000-0000-0000-0000-000000000000}" dt="2026-10-02T09:27:24.030" v="155"/>
          <ac:spMkLst>
            <pc:docMk/>
            <pc:sldMk cId="2367711094" sldId="1329"/>
            <ac:spMk id="6" creationId="{700E67CF-BE9B-6C49-D21E-E40F7FECA4E5}"/>
          </ac:spMkLst>
        </pc:spChg>
        <pc:spChg chg="add del mod">
          <ac:chgData name="Damon Beynon" userId="S::damon.beynon@ritense.com::4e459d25-e218-4445-a18b-3d6d8848231b" providerId="AD" clId="Web-{00000000-0000-0000-0000-000000000000}" dt="2026-10-02T09:27:24.030" v="154"/>
          <ac:spMkLst>
            <pc:docMk/>
            <pc:sldMk cId="2367711094" sldId="1329"/>
            <ac:spMk id="7" creationId="{E677A7D5-0F75-9737-FC1A-8BDFC501B03A}"/>
          </ac:spMkLst>
        </pc:spChg>
        <pc:spChg chg="mod">
          <ac:chgData name="Damon Beynon" userId="S::damon.beynon@ritense.com::4e459d25-e218-4445-a18b-3d6d8848231b" providerId="AD" clId="Web-{00000000-0000-0000-0000-000000000000}" dt="2026-10-02T09:23:45.455" v="49" actId="1076"/>
          <ac:spMkLst>
            <pc:docMk/>
            <pc:sldMk cId="2367711094" sldId="1329"/>
            <ac:spMk id="8" creationId="{AC7A5A36-696F-EC1D-976F-22BA4FBB7A2D}"/>
          </ac:spMkLst>
        </pc:spChg>
        <pc:spChg chg="del">
          <ac:chgData name="Damon Beynon" userId="S::damon.beynon@ritense.com::4e459d25-e218-4445-a18b-3d6d8848231b" providerId="AD" clId="Web-{00000000-0000-0000-0000-000000000000}" dt="2026-10-02T09:27:24.030" v="157"/>
          <ac:spMkLst>
            <pc:docMk/>
            <pc:sldMk cId="2367711094" sldId="1329"/>
            <ac:spMk id="10" creationId="{C2E9B3B6-18CF-0C55-58A1-2B117ED57E9B}"/>
          </ac:spMkLst>
        </pc:spChg>
        <pc:spChg chg="add">
          <ac:chgData name="Damon Beynon" userId="S::damon.beynon@ritense.com::4e459d25-e218-4445-a18b-3d6d8848231b" providerId="AD" clId="Web-{00000000-0000-0000-0000-000000000000}" dt="2026-10-02T09:28:03.891" v="171"/>
          <ac:spMkLst>
            <pc:docMk/>
            <pc:sldMk cId="2367711094" sldId="1329"/>
            <ac:spMk id="11" creationId="{069A1960-4D82-D840-2F23-2D65AA00DFB5}"/>
          </ac:spMkLst>
        </pc:spChg>
        <pc:spChg chg="add">
          <ac:chgData name="Damon Beynon" userId="S::damon.beynon@ritense.com::4e459d25-e218-4445-a18b-3d6d8848231b" providerId="AD" clId="Web-{00000000-0000-0000-0000-000000000000}" dt="2026-10-02T09:28:03.906" v="172"/>
          <ac:spMkLst>
            <pc:docMk/>
            <pc:sldMk cId="2367711094" sldId="1329"/>
            <ac:spMk id="14" creationId="{DF7636FE-BB67-AC0D-07E1-EB6CDF3BBD25}"/>
          </ac:spMkLst>
        </pc:spChg>
        <pc:spChg chg="add">
          <ac:chgData name="Damon Beynon" userId="S::damon.beynon@ritense.com::4e459d25-e218-4445-a18b-3d6d8848231b" providerId="AD" clId="Web-{00000000-0000-0000-0000-000000000000}" dt="2026-10-02T09:28:03.938" v="173"/>
          <ac:spMkLst>
            <pc:docMk/>
            <pc:sldMk cId="2367711094" sldId="1329"/>
            <ac:spMk id="16" creationId="{7D1B1F9D-BB20-2BBF-509D-42CD6AE475EE}"/>
          </ac:spMkLst>
        </pc:spChg>
        <pc:spChg chg="add">
          <ac:chgData name="Damon Beynon" userId="S::damon.beynon@ritense.com::4e459d25-e218-4445-a18b-3d6d8848231b" providerId="AD" clId="Web-{00000000-0000-0000-0000-000000000000}" dt="2026-10-02T09:28:03.953" v="174"/>
          <ac:spMkLst>
            <pc:docMk/>
            <pc:sldMk cId="2367711094" sldId="1329"/>
            <ac:spMk id="18" creationId="{74DF71D2-E6A1-0505-0C84-097B1E2B4F79}"/>
          </ac:spMkLst>
        </pc:spChg>
        <pc:spChg chg="add">
          <ac:chgData name="Damon Beynon" userId="S::damon.beynon@ritense.com::4e459d25-e218-4445-a18b-3d6d8848231b" providerId="AD" clId="Web-{00000000-0000-0000-0000-000000000000}" dt="2026-10-02T09:28:03.985" v="175"/>
          <ac:spMkLst>
            <pc:docMk/>
            <pc:sldMk cId="2367711094" sldId="1329"/>
            <ac:spMk id="20" creationId="{A2D14D40-3A90-FB48-AFC5-4C6A316BBC87}"/>
          </ac:spMkLst>
        </pc:spChg>
      </pc:sldChg>
      <pc:sldChg chg="addSp modSp add replId">
        <pc:chgData name="Damon Beynon" userId="S::damon.beynon@ritense.com::4e459d25-e218-4445-a18b-3d6d8848231b" providerId="AD" clId="Web-{00000000-0000-0000-0000-000000000000}" dt="2026-10-02T09:27:57.812" v="170" actId="1076"/>
        <pc:sldMkLst>
          <pc:docMk/>
          <pc:sldMk cId="466387868" sldId="1330"/>
        </pc:sldMkLst>
        <pc:spChg chg="mod">
          <ac:chgData name="Damon Beynon" userId="S::damon.beynon@ritense.com::4e459d25-e218-4445-a18b-3d6d8848231b" providerId="AD" clId="Web-{00000000-0000-0000-0000-000000000000}" dt="2026-10-02T09:24:06.034" v="60" actId="20577"/>
          <ac:spMkLst>
            <pc:docMk/>
            <pc:sldMk cId="466387868" sldId="1330"/>
            <ac:spMk id="3" creationId="{6007AFFB-7B48-8B9D-817C-9585CBC52123}"/>
          </ac:spMkLst>
        </pc:spChg>
        <pc:spChg chg="mod">
          <ac:chgData name="Damon Beynon" userId="S::damon.beynon@ritense.com::4e459d25-e218-4445-a18b-3d6d8848231b" providerId="AD" clId="Web-{00000000-0000-0000-0000-000000000000}" dt="2026-10-02T09:24:31.989" v="89" actId="20577"/>
          <ac:spMkLst>
            <pc:docMk/>
            <pc:sldMk cId="466387868" sldId="1330"/>
            <ac:spMk id="4" creationId="{17E1935F-7AC9-2689-3383-8D028FB8BB4B}"/>
          </ac:spMkLst>
        </pc:spChg>
        <pc:spChg chg="mod">
          <ac:chgData name="Damon Beynon" userId="S::damon.beynon@ritense.com::4e459d25-e218-4445-a18b-3d6d8848231b" providerId="AD" clId="Web-{00000000-0000-0000-0000-000000000000}" dt="2026-10-02T09:25:11.601" v="101" actId="1076"/>
          <ac:spMkLst>
            <pc:docMk/>
            <pc:sldMk cId="466387868" sldId="1330"/>
            <ac:spMk id="5" creationId="{EF0411F0-B04D-8353-1263-068D602E4B97}"/>
          </ac:spMkLst>
        </pc:spChg>
        <pc:spChg chg="mod">
          <ac:chgData name="Damon Beynon" userId="S::damon.beynon@ritense.com::4e459d25-e218-4445-a18b-3d6d8848231b" providerId="AD" clId="Web-{00000000-0000-0000-0000-000000000000}" dt="2026-10-02T09:25:06.272" v="100" actId="1076"/>
          <ac:spMkLst>
            <pc:docMk/>
            <pc:sldMk cId="466387868" sldId="1330"/>
            <ac:spMk id="6" creationId="{6D112471-9E24-A58D-3350-076219F3222F}"/>
          </ac:spMkLst>
        </pc:spChg>
        <pc:spChg chg="mod">
          <ac:chgData name="Damon Beynon" userId="S::damon.beynon@ritense.com::4e459d25-e218-4445-a18b-3d6d8848231b" providerId="AD" clId="Web-{00000000-0000-0000-0000-000000000000}" dt="2026-10-02T09:25:01.272" v="99" actId="1076"/>
          <ac:spMkLst>
            <pc:docMk/>
            <pc:sldMk cId="466387868" sldId="1330"/>
            <ac:spMk id="7" creationId="{ADA59AB3-B2B9-B128-CEC2-93B6B0A57CD7}"/>
          </ac:spMkLst>
        </pc:spChg>
        <pc:spChg chg="mod">
          <ac:chgData name="Damon Beynon" userId="S::damon.beynon@ritense.com::4e459d25-e218-4445-a18b-3d6d8848231b" providerId="AD" clId="Web-{00000000-0000-0000-0000-000000000000}" dt="2026-10-02T09:27:57.812" v="170" actId="1076"/>
          <ac:spMkLst>
            <pc:docMk/>
            <pc:sldMk cId="466387868" sldId="1330"/>
            <ac:spMk id="8" creationId="{F5C67C48-5C52-26D6-1119-FFA0DF58186A}"/>
          </ac:spMkLst>
        </pc:spChg>
        <pc:spChg chg="add mod">
          <ac:chgData name="Damon Beynon" userId="S::damon.beynon@ritense.com::4e459d25-e218-4445-a18b-3d6d8848231b" providerId="AD" clId="Web-{00000000-0000-0000-0000-000000000000}" dt="2026-10-02T09:24:52.521" v="98" actId="1076"/>
          <ac:spMkLst>
            <pc:docMk/>
            <pc:sldMk cId="466387868" sldId="1330"/>
            <ac:spMk id="9" creationId="{B0C48A5A-1DB2-BF79-FFCA-6D1375D9E432}"/>
          </ac:spMkLst>
        </pc:spChg>
        <pc:spChg chg="mod">
          <ac:chgData name="Damon Beynon" userId="S::damon.beynon@ritense.com::4e459d25-e218-4445-a18b-3d6d8848231b" providerId="AD" clId="Web-{00000000-0000-0000-0000-000000000000}" dt="2026-10-02T09:25:15.616" v="102" actId="1076"/>
          <ac:spMkLst>
            <pc:docMk/>
            <pc:sldMk cId="466387868" sldId="1330"/>
            <ac:spMk id="10" creationId="{0294C544-69C2-BDD2-8A06-B166F24714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7A937E2-94A7-4D73-B06D-66A1BE0B30EC}" type="datetimeFigureOut">
              <a:t>2-10-2026</a:t>
            </a:fld>
            <a:endParaRPr lang="nl-NL"/>
          </a:p>
        </p:txBody>
      </p:sp>
      <p:sp>
        <p:nvSpPr>
          <p:cNvPr id="4" name="Tijdelijke aanduiding voor dia-afbeelding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9DCE5E5D-40B4-4BF5-9877-8BF2E4A6D619}" type="slidenum">
              <a:t>‹nr.›</a:t>
            </a:fld>
            <a:endParaRPr lang="nl-NL"/>
          </a:p>
        </p:txBody>
      </p:sp>
    </p:spTree>
    <p:extLst>
      <p:ext uri="{BB962C8B-B14F-4D97-AF65-F5344CB8AC3E}">
        <p14:creationId xmlns:p14="http://schemas.microsoft.com/office/powerpoint/2010/main" val="2445200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7341F-50B6-9D16-A92A-C8C6825A51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A4AA8-B3FD-4534-B415-676A96AFC3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D72C6C-1590-966E-0A18-87F7955BFE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99C600-16F6-2529-2D3A-A6CC950BD11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35107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549B0-1786-C756-7019-AD5ABE4D8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B3F5C-B9D9-AB40-0237-83A8387009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7AE94-31CD-E906-B5DC-C1CF8F76C5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57FBF1-ED58-CCB8-B843-11EBFE6AC89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987085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EC07A-C5A7-F50E-A7D8-DA8F3ED1D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F23D85-41A4-54DB-2470-D07DE14F77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91511-3A53-8F86-B72E-82C07DB07E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936A7B-93A7-9835-FD4C-CA3E72FFAFE4}"/>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1703493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itense – Titelblad">
    <p:bg>
      <p:bgPr>
        <a:solidFill>
          <a:srgbClr val="001F3D"/>
        </a:solidFill>
        <a:effectLst/>
      </p:bgPr>
    </p:bg>
    <p:spTree>
      <p:nvGrpSpPr>
        <p:cNvPr id="1" name=""/>
        <p:cNvGrpSpPr/>
        <p:nvPr/>
      </p:nvGrpSpPr>
      <p:grpSpPr>
        <a:xfrm>
          <a:off x="0" y="0"/>
          <a:ext cx="0" cy="0"/>
          <a:chOff x="0" y="0"/>
          <a:chExt cx="0" cy="0"/>
        </a:xfrm>
      </p:grpSpPr>
      <p:pic>
        <p:nvPicPr>
          <p:cNvPr id="3" name="Image 1" descr="/home/claude/assets/dots_row_hq_thin_dark.png"/>
          <p:cNvPicPr>
            <a:picLocks noChangeAspect="1"/>
          </p:cNvPicPr>
          <p:nvPr/>
        </p:nvPicPr>
        <p:blipFill>
          <a:blip r:embed="rId2"/>
          <a:stretch>
            <a:fillRect/>
          </a:stretch>
        </p:blipFill>
        <p:spPr>
          <a:xfrm>
            <a:off x="716827" y="4160520"/>
            <a:ext cx="1371600" cy="274320"/>
          </a:xfrm>
          <a:prstGeom prst="rect">
            <a:avLst/>
          </a:prstGeom>
        </p:spPr>
      </p:pic>
      <p:sp>
        <p:nvSpPr>
          <p:cNvPr id="5" name="Text 0"/>
          <p:cNvSpPr>
            <a:spLocks noGrp="1"/>
          </p:cNvSpPr>
          <p:nvPr>
            <p:ph type="body" idx="103" hasCustomPrompt="1"/>
          </p:nvPr>
        </p:nvSpPr>
        <p:spPr>
          <a:xfrm>
            <a:off x="716827" y="1325880"/>
            <a:ext cx="9144000" cy="365760"/>
          </a:xfrm>
          <a:prstGeom prst="rect">
            <a:avLst/>
          </a:prstGeom>
          <a:noFill/>
          <a:ln/>
        </p:spPr>
        <p:txBody>
          <a:bodyPr wrap="square" rtlCol="0"/>
          <a:lstStyle>
            <a:lvl1pPr marL="0" indent="0">
              <a:buNone/>
              <a:defRPr lang="en-US" sz="1300" b="1" kern="0" spc="200" dirty="0">
                <a:solidFill>
                  <a:srgbClr val="E96532"/>
                </a:solidFill>
                <a:latin typeface="Arial" pitchFamily="34" charset="0"/>
                <a:ea typeface="Arial" pitchFamily="34" charset="-122"/>
                <a:cs typeface="Arial" pitchFamily="34" charset="-120"/>
              </a:defRPr>
            </a:lvl1pPr>
          </a:lstStyle>
          <a:p>
            <a:pPr marL="0" indent="0">
              <a:buNone/>
            </a:pPr>
            <a:r>
              <a:rPr lang="en-US" sz="1300" b="1" kern="0" spc="200">
                <a:solidFill>
                  <a:srgbClr val="E96532"/>
                </a:solidFill>
                <a:latin typeface="Arial" pitchFamily="34" charset="0"/>
                <a:ea typeface="Arial" pitchFamily="34" charset="-122"/>
                <a:cs typeface="Arial" pitchFamily="34" charset="-120"/>
              </a:rPr>
              <a:t>KICKER TEKST</a:t>
            </a:r>
            <a:endParaRPr lang="en-US" sz="1300"/>
          </a:p>
        </p:txBody>
      </p:sp>
      <p:sp>
        <p:nvSpPr>
          <p:cNvPr id="6" name="Text 0"/>
          <p:cNvSpPr>
            <a:spLocks noGrp="1"/>
          </p:cNvSpPr>
          <p:nvPr>
            <p:ph type="title" idx="104" hasCustomPrompt="1"/>
          </p:nvPr>
        </p:nvSpPr>
        <p:spPr>
          <a:xfrm>
            <a:off x="716827" y="1737360"/>
            <a:ext cx="9875520" cy="1737360"/>
          </a:xfrm>
          <a:prstGeom prst="rect">
            <a:avLst/>
          </a:prstGeom>
          <a:noFill/>
          <a:ln/>
        </p:spPr>
        <p:txBody>
          <a:bodyPr wrap="square" rtlCol="0"/>
          <a:lstStyle>
            <a:lvl1pPr marL="0" indent="0" algn="l">
              <a:buNone/>
              <a:defRPr lang="en-US" sz="4200" b="1" dirty="0">
                <a:solidFill>
                  <a:srgbClr val="FFFFFF"/>
                </a:solidFill>
                <a:latin typeface="Helvetica" pitchFamily="34" charset="0"/>
                <a:ea typeface="Helvetica" pitchFamily="34" charset="-122"/>
                <a:cs typeface="Helvetica" pitchFamily="34" charset="-120"/>
              </a:defRPr>
            </a:lvl1pPr>
          </a:lstStyle>
          <a:p>
            <a:pPr marL="0" indent="0" algn="l">
              <a:buNone/>
            </a:pPr>
            <a:r>
              <a:rPr lang="en-US" sz="4200" b="1">
                <a:solidFill>
                  <a:srgbClr val="FFFFFF"/>
                </a:solidFill>
                <a:latin typeface="Helvetica" pitchFamily="34" charset="0"/>
                <a:ea typeface="Helvetica" pitchFamily="34" charset="-122"/>
                <a:cs typeface="Helvetica" pitchFamily="34" charset="-120"/>
              </a:rPr>
              <a:t>Klik om titel toe te voegen</a:t>
            </a:r>
            <a:endParaRPr lang="en-US" sz="4200"/>
          </a:p>
        </p:txBody>
      </p:sp>
      <p:sp>
        <p:nvSpPr>
          <p:cNvPr id="7" name="Text 0"/>
          <p:cNvSpPr>
            <a:spLocks noGrp="1"/>
          </p:cNvSpPr>
          <p:nvPr>
            <p:ph type="body" idx="105" hasCustomPrompt="1"/>
          </p:nvPr>
        </p:nvSpPr>
        <p:spPr>
          <a:xfrm>
            <a:off x="716827" y="3474720"/>
            <a:ext cx="8686800" cy="548640"/>
          </a:xfrm>
          <a:prstGeom prst="rect">
            <a:avLst/>
          </a:prstGeom>
          <a:noFill/>
          <a:ln/>
        </p:spPr>
        <p:txBody>
          <a:bodyPr wrap="square" rtlCol="0"/>
          <a:lstStyle>
            <a:lvl1pPr marL="0" indent="0">
              <a:buNone/>
              <a:defRPr lang="en-US" sz="1700" i="1" dirty="0">
                <a:solidFill>
                  <a:srgbClr val="89CDF2"/>
                </a:solidFill>
                <a:latin typeface="Arial" pitchFamily="34" charset="0"/>
                <a:ea typeface="Arial" pitchFamily="34" charset="-122"/>
                <a:cs typeface="Arial" pitchFamily="34" charset="-120"/>
              </a:defRPr>
            </a:lvl1pPr>
          </a:lstStyle>
          <a:p>
            <a:pPr marL="0" indent="0">
              <a:buNone/>
            </a:pPr>
            <a:r>
              <a:rPr lang="en-US" sz="1700" i="1">
                <a:solidFill>
                  <a:srgbClr val="89CDF2"/>
                </a:solidFill>
                <a:latin typeface="Arial" pitchFamily="34" charset="0"/>
                <a:ea typeface="Arial" pitchFamily="34" charset="-122"/>
                <a:cs typeface="Arial" pitchFamily="34" charset="-120"/>
              </a:rPr>
              <a:t>Klik om subtitel toe te voegen</a:t>
            </a:r>
            <a:endParaRPr lang="en-US" sz="1700"/>
          </a:p>
        </p:txBody>
      </p:sp>
      <p:pic>
        <p:nvPicPr>
          <p:cNvPr id="11" name="Image 0" descr="/home/claude/assets/dots_grid_hq_dark.png">
            <a:extLst>
              <a:ext uri="{FF2B5EF4-FFF2-40B4-BE49-F238E27FC236}">
                <a16:creationId xmlns:a16="http://schemas.microsoft.com/office/drawing/2014/main" id="{0EE886D5-7694-3490-A02D-EB8390507964}"/>
              </a:ext>
            </a:extLst>
          </p:cNvPr>
          <p:cNvPicPr>
            <a:picLocks noChangeAspect="1"/>
          </p:cNvPicPr>
          <p:nvPr userDrawn="1"/>
        </p:nvPicPr>
        <p:blipFill>
          <a:blip r:embed="rId3"/>
          <a:stretch>
            <a:fillRect/>
          </a:stretch>
        </p:blipFill>
        <p:spPr>
          <a:xfrm>
            <a:off x="10479883" y="53886"/>
            <a:ext cx="2104342" cy="1683474"/>
          </a:xfrm>
          <a:prstGeom prst="rect">
            <a:avLst/>
          </a:prstGeom>
        </p:spPr>
      </p:pic>
      <p:pic>
        <p:nvPicPr>
          <p:cNvPr id="4" name="Graphic 3">
            <a:extLst>
              <a:ext uri="{FF2B5EF4-FFF2-40B4-BE49-F238E27FC236}">
                <a16:creationId xmlns:a16="http://schemas.microsoft.com/office/drawing/2014/main" id="{0E602309-6032-E0A7-0683-947E1BBFD8AB}"/>
              </a:ext>
            </a:extLst>
          </p:cNvPr>
          <p:cNvPicPr>
            <a:picLocks noChangeAspect="1"/>
          </p:cNvPicPr>
          <p:nvPr userDrawn="1"/>
        </p:nvPicPr>
        <p:blipFill>
          <a:blip>
            <a:extLst>
              <a:ext uri="{96DAC541-7B7A-43D3-8B79-37D633B846F1}">
                <asvg:svgBlip xmlns:asvg="http://schemas.microsoft.com/office/drawing/2016/SVG/main" r:embed="rId4"/>
              </a:ext>
            </a:extLst>
          </a:blip>
          <a:srcRect t="36090" b="37315"/>
          <a:stretch>
            <a:fillRect/>
          </a:stretch>
        </p:blipFill>
        <p:spPr>
          <a:xfrm>
            <a:off x="10503736" y="6342000"/>
            <a:ext cx="1595687" cy="29988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itense – Sectiekop (4)">
    <p:bg>
      <p:bgPr>
        <a:solidFill>
          <a:srgbClr val="001F3D"/>
        </a:solidFill>
        <a:effectLst/>
      </p:bgPr>
    </p:bg>
    <p:spTree>
      <p:nvGrpSpPr>
        <p:cNvPr id="1" name=""/>
        <p:cNvGrpSpPr/>
        <p:nvPr/>
      </p:nvGrpSpPr>
      <p:grpSpPr>
        <a:xfrm>
          <a:off x="0" y="0"/>
          <a:ext cx="0" cy="0"/>
          <a:chOff x="0" y="0"/>
          <a:chExt cx="0" cy="0"/>
        </a:xfrm>
      </p:grpSpPr>
      <p:pic>
        <p:nvPicPr>
          <p:cNvPr id="2" name="Image 0" descr="/home/claude/assets/dots_grid_hq_dark.png"/>
          <p:cNvPicPr>
            <a:picLocks noChangeAspect="1"/>
          </p:cNvPicPr>
          <p:nvPr/>
        </p:nvPicPr>
        <p:blipFill>
          <a:blip r:embed="rId2"/>
          <a:stretch>
            <a:fillRect/>
          </a:stretch>
        </p:blipFill>
        <p:spPr>
          <a:xfrm>
            <a:off x="10511234" y="2330253"/>
            <a:ext cx="2104342" cy="1683474"/>
          </a:xfrm>
          <a:prstGeom prst="rect">
            <a:avLst/>
          </a:prstGeom>
        </p:spPr>
      </p:pic>
      <p:sp>
        <p:nvSpPr>
          <p:cNvPr id="4" name="Text 0"/>
          <p:cNvSpPr>
            <a:spLocks noGrp="1"/>
          </p:cNvSpPr>
          <p:nvPr>
            <p:ph type="body" idx="102" hasCustomPrompt="1"/>
          </p:nvPr>
        </p:nvSpPr>
        <p:spPr>
          <a:xfrm>
            <a:off x="692336" y="685800"/>
            <a:ext cx="7315200" cy="320040"/>
          </a:xfrm>
          <a:prstGeom prst="rect">
            <a:avLst/>
          </a:prstGeom>
          <a:noFill/>
          <a:ln/>
        </p:spPr>
        <p:txBody>
          <a:bodyPr wrap="square" rtlCol="0"/>
          <a:lstStyle>
            <a:lvl1pPr marL="0" indent="0">
              <a:buNone/>
              <a:defRPr lang="en-US" sz="1200" b="1" kern="0" spc="200" dirty="0">
                <a:solidFill>
                  <a:srgbClr val="E96532"/>
                </a:solidFill>
                <a:latin typeface="Arial" pitchFamily="34" charset="0"/>
                <a:ea typeface="Arial" pitchFamily="34" charset="-122"/>
                <a:cs typeface="Arial" pitchFamily="34" charset="-120"/>
              </a:defRPr>
            </a:lvl1pPr>
          </a:lstStyle>
          <a:p>
            <a:pPr marL="0" indent="0">
              <a:buNone/>
            </a:pPr>
            <a:r>
              <a:rPr lang="en-US" sz="1200" b="1" kern="0" spc="200">
                <a:solidFill>
                  <a:srgbClr val="E96532"/>
                </a:solidFill>
                <a:latin typeface="Arial" pitchFamily="34" charset="0"/>
                <a:ea typeface="Arial" pitchFamily="34" charset="-122"/>
                <a:cs typeface="Arial" pitchFamily="34" charset="-120"/>
              </a:rPr>
              <a:t>HOOFDSTUK 01 VAN 04</a:t>
            </a:r>
            <a:endParaRPr lang="en-US" sz="1200"/>
          </a:p>
        </p:txBody>
      </p:sp>
      <p:sp>
        <p:nvSpPr>
          <p:cNvPr id="5" name="Text 0"/>
          <p:cNvSpPr>
            <a:spLocks noGrp="1"/>
          </p:cNvSpPr>
          <p:nvPr>
            <p:ph type="title" idx="103" hasCustomPrompt="1"/>
          </p:nvPr>
        </p:nvSpPr>
        <p:spPr>
          <a:xfrm>
            <a:off x="692336" y="2377440"/>
            <a:ext cx="9144000" cy="914400"/>
          </a:xfrm>
          <a:prstGeom prst="rect">
            <a:avLst/>
          </a:prstGeom>
          <a:noFill/>
          <a:ln/>
        </p:spPr>
        <p:txBody>
          <a:bodyPr wrap="square" rtlCol="0"/>
          <a:lstStyle>
            <a:lvl1pPr marL="0" indent="0" algn="l">
              <a:buNone/>
              <a:defRPr lang="en-US" sz="3200" b="1" dirty="0">
                <a:solidFill>
                  <a:srgbClr val="FFFFFF"/>
                </a:solidFill>
                <a:latin typeface="Helvetica" pitchFamily="34" charset="0"/>
                <a:ea typeface="Helvetica" pitchFamily="34" charset="-122"/>
                <a:cs typeface="Helvetica" pitchFamily="34" charset="-120"/>
              </a:defRPr>
            </a:lvl1pPr>
          </a:lstStyle>
          <a:p>
            <a:pPr marL="0" indent="0" algn="l">
              <a:buNone/>
            </a:pPr>
            <a:r>
              <a:rPr lang="en-US" sz="3200" b="1">
                <a:solidFill>
                  <a:srgbClr val="FFFFFF"/>
                </a:solidFill>
                <a:latin typeface="Helvetica" pitchFamily="34" charset="0"/>
                <a:ea typeface="Helvetica" pitchFamily="34" charset="-122"/>
                <a:cs typeface="Helvetica" pitchFamily="34" charset="-120"/>
              </a:rPr>
              <a:t>Klik om sectietitel toe te voegen</a:t>
            </a:r>
            <a:endParaRPr lang="en-US" sz="3200"/>
          </a:p>
        </p:txBody>
      </p:sp>
      <p:sp>
        <p:nvSpPr>
          <p:cNvPr id="6" name="Text 0"/>
          <p:cNvSpPr>
            <a:spLocks noGrp="1"/>
          </p:cNvSpPr>
          <p:nvPr>
            <p:ph type="body" idx="104" hasCustomPrompt="1"/>
          </p:nvPr>
        </p:nvSpPr>
        <p:spPr>
          <a:xfrm>
            <a:off x="692336" y="3520440"/>
            <a:ext cx="8503920" cy="640080"/>
          </a:xfrm>
          <a:prstGeom prst="rect">
            <a:avLst/>
          </a:prstGeom>
          <a:noFill/>
          <a:ln/>
        </p:spPr>
        <p:txBody>
          <a:bodyPr wrap="square" rtlCol="0"/>
          <a:lstStyle>
            <a:lvl1pPr marL="0" indent="0">
              <a:buNone/>
              <a:defRPr lang="en-US" sz="1400" i="1" dirty="0">
                <a:solidFill>
                  <a:srgbClr val="89CDF2"/>
                </a:solidFill>
                <a:latin typeface="Arial" pitchFamily="34" charset="0"/>
                <a:ea typeface="Arial" pitchFamily="34" charset="-122"/>
                <a:cs typeface="Arial" pitchFamily="34" charset="-120"/>
              </a:defRPr>
            </a:lvl1pPr>
          </a:lstStyle>
          <a:p>
            <a:pPr marL="0" indent="0">
              <a:buNone/>
            </a:pPr>
            <a:r>
              <a:rPr lang="en-US" sz="1400" i="1">
                <a:solidFill>
                  <a:srgbClr val="89CDF2"/>
                </a:solidFill>
                <a:latin typeface="Arial" pitchFamily="34" charset="0"/>
                <a:ea typeface="Arial" pitchFamily="34" charset="-122"/>
                <a:cs typeface="Arial" pitchFamily="34" charset="-120"/>
              </a:rPr>
              <a:t>Klik om korte omschrijving toe te voegen</a:t>
            </a:r>
            <a:endParaRPr lang="en-US" sz="1400"/>
          </a:p>
        </p:txBody>
      </p:sp>
      <p:sp>
        <p:nvSpPr>
          <p:cNvPr id="7" name="Shape 0"/>
          <p:cNvSpPr/>
          <p:nvPr/>
        </p:nvSpPr>
        <p:spPr>
          <a:xfrm>
            <a:off x="822960" y="5696712"/>
            <a:ext cx="10424160" cy="0"/>
          </a:xfrm>
          <a:prstGeom prst="line">
            <a:avLst/>
          </a:prstGeom>
          <a:noFill/>
          <a:ln w="19050">
            <a:solidFill>
              <a:srgbClr val="3A5A7A"/>
            </a:solidFill>
            <a:prstDash val="solid"/>
          </a:ln>
        </p:spPr>
      </p:sp>
      <p:pic>
        <p:nvPicPr>
          <p:cNvPr id="8" name="Image 2" descr="/home/claude/assets/metro_dot.png"/>
          <p:cNvPicPr>
            <a:picLocks noChangeAspect="1"/>
          </p:cNvPicPr>
          <p:nvPr/>
        </p:nvPicPr>
        <p:blipFill>
          <a:blip r:embed="rId3"/>
          <a:stretch>
            <a:fillRect/>
          </a:stretch>
        </p:blipFill>
        <p:spPr>
          <a:xfrm>
            <a:off x="749808" y="5623560"/>
            <a:ext cx="146304" cy="146304"/>
          </a:xfrm>
          <a:prstGeom prst="rect">
            <a:avLst/>
          </a:prstGeom>
        </p:spPr>
      </p:pic>
      <p:sp>
        <p:nvSpPr>
          <p:cNvPr id="9" name="Text 1"/>
          <p:cNvSpPr/>
          <p:nvPr/>
        </p:nvSpPr>
        <p:spPr>
          <a:xfrm>
            <a:off x="54864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1</a:t>
            </a:r>
            <a:endParaRPr lang="en-US" sz="950"/>
          </a:p>
        </p:txBody>
      </p:sp>
      <p:pic>
        <p:nvPicPr>
          <p:cNvPr id="10" name="Image 3" descr="/home/claude/assets/metro_dot.png"/>
          <p:cNvPicPr>
            <a:picLocks noChangeAspect="1"/>
          </p:cNvPicPr>
          <p:nvPr/>
        </p:nvPicPr>
        <p:blipFill>
          <a:blip r:embed="rId3"/>
          <a:stretch>
            <a:fillRect/>
          </a:stretch>
        </p:blipFill>
        <p:spPr>
          <a:xfrm>
            <a:off x="4224528" y="5623560"/>
            <a:ext cx="146304" cy="146304"/>
          </a:xfrm>
          <a:prstGeom prst="rect">
            <a:avLst/>
          </a:prstGeom>
        </p:spPr>
      </p:pic>
      <p:sp>
        <p:nvSpPr>
          <p:cNvPr id="11" name="Text 2"/>
          <p:cNvSpPr/>
          <p:nvPr/>
        </p:nvSpPr>
        <p:spPr>
          <a:xfrm>
            <a:off x="402336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2</a:t>
            </a:r>
            <a:endParaRPr lang="en-US" sz="950"/>
          </a:p>
        </p:txBody>
      </p:sp>
      <p:pic>
        <p:nvPicPr>
          <p:cNvPr id="12" name="Image 4" descr="/home/claude/assets/metro_dot.png"/>
          <p:cNvPicPr>
            <a:picLocks noChangeAspect="1"/>
          </p:cNvPicPr>
          <p:nvPr/>
        </p:nvPicPr>
        <p:blipFill>
          <a:blip r:embed="rId3"/>
          <a:stretch>
            <a:fillRect/>
          </a:stretch>
        </p:blipFill>
        <p:spPr>
          <a:xfrm>
            <a:off x="7699248" y="5623560"/>
            <a:ext cx="146304" cy="146304"/>
          </a:xfrm>
          <a:prstGeom prst="rect">
            <a:avLst/>
          </a:prstGeom>
        </p:spPr>
      </p:pic>
      <p:sp>
        <p:nvSpPr>
          <p:cNvPr id="13" name="Text 3"/>
          <p:cNvSpPr/>
          <p:nvPr/>
        </p:nvSpPr>
        <p:spPr>
          <a:xfrm>
            <a:off x="749808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3</a:t>
            </a:r>
            <a:endParaRPr lang="en-US" sz="950"/>
          </a:p>
        </p:txBody>
      </p:sp>
      <p:pic>
        <p:nvPicPr>
          <p:cNvPr id="14" name="Image 5" descr="/home/claude/assets/metro_dot.png"/>
          <p:cNvPicPr>
            <a:picLocks noChangeAspect="1"/>
          </p:cNvPicPr>
          <p:nvPr/>
        </p:nvPicPr>
        <p:blipFill>
          <a:blip r:embed="rId3"/>
          <a:stretch>
            <a:fillRect/>
          </a:stretch>
        </p:blipFill>
        <p:spPr>
          <a:xfrm>
            <a:off x="11173968" y="5623560"/>
            <a:ext cx="146304" cy="146304"/>
          </a:xfrm>
          <a:prstGeom prst="rect">
            <a:avLst/>
          </a:prstGeom>
        </p:spPr>
      </p:pic>
      <p:sp>
        <p:nvSpPr>
          <p:cNvPr id="15" name="Text 4"/>
          <p:cNvSpPr/>
          <p:nvPr/>
        </p:nvSpPr>
        <p:spPr>
          <a:xfrm>
            <a:off x="1097280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4</a:t>
            </a:r>
            <a:endParaRPr lang="en-US" sz="950"/>
          </a:p>
        </p:txBody>
      </p:sp>
      <p:pic>
        <p:nvPicPr>
          <p:cNvPr id="16" name="Graphic 15">
            <a:extLst>
              <a:ext uri="{FF2B5EF4-FFF2-40B4-BE49-F238E27FC236}">
                <a16:creationId xmlns:a16="http://schemas.microsoft.com/office/drawing/2014/main" id="{2350F988-6249-3128-1B05-2B967EF363BC}"/>
              </a:ext>
            </a:extLst>
          </p:cNvPr>
          <p:cNvPicPr>
            <a:picLocks noChangeAspect="1"/>
          </p:cNvPicPr>
          <p:nvPr userDrawn="1"/>
        </p:nvPicPr>
        <p:blipFill>
          <a:blip>
            <a:extLst>
              <a:ext uri="{96DAC541-7B7A-43D3-8B79-37D633B846F1}">
                <asvg:svgBlip xmlns:asvg="http://schemas.microsoft.com/office/drawing/2016/SVG/main" r:embed="rId4"/>
              </a:ext>
            </a:extLst>
          </a:blip>
          <a:srcRect t="36090" b="37315"/>
          <a:stretch>
            <a:fillRect/>
          </a:stretch>
        </p:blipFill>
        <p:spPr>
          <a:xfrm>
            <a:off x="10503736" y="6342000"/>
            <a:ext cx="1595687" cy="29988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itense – Sectiekop (5)">
    <p:bg>
      <p:bgPr>
        <a:solidFill>
          <a:srgbClr val="001F3D"/>
        </a:solidFill>
        <a:effectLst/>
      </p:bgPr>
    </p:bg>
    <p:spTree>
      <p:nvGrpSpPr>
        <p:cNvPr id="1" name=""/>
        <p:cNvGrpSpPr/>
        <p:nvPr/>
      </p:nvGrpSpPr>
      <p:grpSpPr>
        <a:xfrm>
          <a:off x="0" y="0"/>
          <a:ext cx="0" cy="0"/>
          <a:chOff x="0" y="0"/>
          <a:chExt cx="0" cy="0"/>
        </a:xfrm>
      </p:grpSpPr>
      <p:sp>
        <p:nvSpPr>
          <p:cNvPr id="4" name="Text 0"/>
          <p:cNvSpPr>
            <a:spLocks noGrp="1"/>
          </p:cNvSpPr>
          <p:nvPr>
            <p:ph type="body" idx="102" hasCustomPrompt="1"/>
          </p:nvPr>
        </p:nvSpPr>
        <p:spPr>
          <a:xfrm>
            <a:off x="692336" y="685800"/>
            <a:ext cx="7315200" cy="320040"/>
          </a:xfrm>
          <a:prstGeom prst="rect">
            <a:avLst/>
          </a:prstGeom>
          <a:noFill/>
          <a:ln/>
        </p:spPr>
        <p:txBody>
          <a:bodyPr wrap="square" rtlCol="0"/>
          <a:lstStyle>
            <a:lvl1pPr marL="0" indent="0">
              <a:buNone/>
              <a:defRPr lang="en-US" sz="1200" b="1" kern="0" spc="200" dirty="0">
                <a:solidFill>
                  <a:srgbClr val="E96532"/>
                </a:solidFill>
                <a:latin typeface="Arial" pitchFamily="34" charset="0"/>
                <a:ea typeface="Arial" pitchFamily="34" charset="-122"/>
                <a:cs typeface="Arial" pitchFamily="34" charset="-120"/>
              </a:defRPr>
            </a:lvl1pPr>
          </a:lstStyle>
          <a:p>
            <a:pPr marL="0" indent="0">
              <a:buNone/>
            </a:pPr>
            <a:r>
              <a:rPr lang="en-US" sz="1200" b="1" kern="0" spc="200">
                <a:solidFill>
                  <a:srgbClr val="E96532"/>
                </a:solidFill>
                <a:latin typeface="Arial" pitchFamily="34" charset="0"/>
                <a:ea typeface="Arial" pitchFamily="34" charset="-122"/>
                <a:cs typeface="Arial" pitchFamily="34" charset="-120"/>
              </a:rPr>
              <a:t>HOOFDSTUK 01 VAN 05</a:t>
            </a:r>
            <a:endParaRPr lang="en-US" sz="1200"/>
          </a:p>
        </p:txBody>
      </p:sp>
      <p:sp>
        <p:nvSpPr>
          <p:cNvPr id="5" name="Text 0"/>
          <p:cNvSpPr>
            <a:spLocks noGrp="1"/>
          </p:cNvSpPr>
          <p:nvPr>
            <p:ph type="title" idx="103" hasCustomPrompt="1"/>
          </p:nvPr>
        </p:nvSpPr>
        <p:spPr>
          <a:xfrm>
            <a:off x="692336" y="2377440"/>
            <a:ext cx="9144000" cy="914400"/>
          </a:xfrm>
          <a:prstGeom prst="rect">
            <a:avLst/>
          </a:prstGeom>
          <a:noFill/>
          <a:ln/>
        </p:spPr>
        <p:txBody>
          <a:bodyPr wrap="square" rtlCol="0"/>
          <a:lstStyle>
            <a:lvl1pPr marL="0" indent="0" algn="l">
              <a:buNone/>
              <a:defRPr lang="en-US" sz="3200" b="1" dirty="0">
                <a:solidFill>
                  <a:srgbClr val="FFFFFF"/>
                </a:solidFill>
                <a:latin typeface="Helvetica" pitchFamily="34" charset="0"/>
                <a:ea typeface="Helvetica" pitchFamily="34" charset="-122"/>
                <a:cs typeface="Helvetica" pitchFamily="34" charset="-120"/>
              </a:defRPr>
            </a:lvl1pPr>
          </a:lstStyle>
          <a:p>
            <a:pPr marL="0" indent="0" algn="l">
              <a:buNone/>
            </a:pPr>
            <a:r>
              <a:rPr lang="en-US" sz="3200" b="1">
                <a:solidFill>
                  <a:srgbClr val="FFFFFF"/>
                </a:solidFill>
                <a:latin typeface="Helvetica" pitchFamily="34" charset="0"/>
                <a:ea typeface="Helvetica" pitchFamily="34" charset="-122"/>
                <a:cs typeface="Helvetica" pitchFamily="34" charset="-120"/>
              </a:rPr>
              <a:t>Klik om sectietitel toe te voegen</a:t>
            </a:r>
            <a:endParaRPr lang="en-US" sz="3200"/>
          </a:p>
        </p:txBody>
      </p:sp>
      <p:sp>
        <p:nvSpPr>
          <p:cNvPr id="6" name="Text 0"/>
          <p:cNvSpPr>
            <a:spLocks noGrp="1"/>
          </p:cNvSpPr>
          <p:nvPr>
            <p:ph type="body" idx="104" hasCustomPrompt="1"/>
          </p:nvPr>
        </p:nvSpPr>
        <p:spPr>
          <a:xfrm>
            <a:off x="692336" y="3520440"/>
            <a:ext cx="8503920" cy="640080"/>
          </a:xfrm>
          <a:prstGeom prst="rect">
            <a:avLst/>
          </a:prstGeom>
          <a:noFill/>
          <a:ln/>
        </p:spPr>
        <p:txBody>
          <a:bodyPr wrap="square" rtlCol="0"/>
          <a:lstStyle>
            <a:lvl1pPr marL="0" indent="0">
              <a:buNone/>
              <a:defRPr lang="en-US" sz="1400" i="1" dirty="0">
                <a:solidFill>
                  <a:srgbClr val="89CDF2"/>
                </a:solidFill>
                <a:latin typeface="Arial" pitchFamily="34" charset="0"/>
                <a:ea typeface="Arial" pitchFamily="34" charset="-122"/>
                <a:cs typeface="Arial" pitchFamily="34" charset="-120"/>
              </a:defRPr>
            </a:lvl1pPr>
          </a:lstStyle>
          <a:p>
            <a:pPr marL="0" indent="0">
              <a:buNone/>
            </a:pPr>
            <a:r>
              <a:rPr lang="en-US" sz="1400" i="1">
                <a:solidFill>
                  <a:srgbClr val="89CDF2"/>
                </a:solidFill>
                <a:latin typeface="Arial" pitchFamily="34" charset="0"/>
                <a:ea typeface="Arial" pitchFamily="34" charset="-122"/>
                <a:cs typeface="Arial" pitchFamily="34" charset="-120"/>
              </a:rPr>
              <a:t>Klik om korte omschrijving toe te voegen</a:t>
            </a:r>
            <a:endParaRPr lang="en-US" sz="1400"/>
          </a:p>
        </p:txBody>
      </p:sp>
      <p:sp>
        <p:nvSpPr>
          <p:cNvPr id="7" name="Shape 0"/>
          <p:cNvSpPr/>
          <p:nvPr/>
        </p:nvSpPr>
        <p:spPr>
          <a:xfrm>
            <a:off x="822960" y="5696712"/>
            <a:ext cx="10424160" cy="0"/>
          </a:xfrm>
          <a:prstGeom prst="line">
            <a:avLst/>
          </a:prstGeom>
          <a:noFill/>
          <a:ln w="19050">
            <a:solidFill>
              <a:srgbClr val="3A5A7A"/>
            </a:solidFill>
            <a:prstDash val="solid"/>
          </a:ln>
        </p:spPr>
      </p:sp>
      <p:pic>
        <p:nvPicPr>
          <p:cNvPr id="8" name="Image 2" descr="/home/claude/assets/metro_dot.png"/>
          <p:cNvPicPr>
            <a:picLocks noChangeAspect="1"/>
          </p:cNvPicPr>
          <p:nvPr/>
        </p:nvPicPr>
        <p:blipFill>
          <a:blip r:embed="rId2"/>
          <a:stretch>
            <a:fillRect/>
          </a:stretch>
        </p:blipFill>
        <p:spPr>
          <a:xfrm>
            <a:off x="749808" y="5623560"/>
            <a:ext cx="146304" cy="146304"/>
          </a:xfrm>
          <a:prstGeom prst="rect">
            <a:avLst/>
          </a:prstGeom>
        </p:spPr>
      </p:pic>
      <p:sp>
        <p:nvSpPr>
          <p:cNvPr id="9" name="Text 1"/>
          <p:cNvSpPr/>
          <p:nvPr/>
        </p:nvSpPr>
        <p:spPr>
          <a:xfrm>
            <a:off x="54864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1</a:t>
            </a:r>
            <a:endParaRPr lang="en-US" sz="950"/>
          </a:p>
        </p:txBody>
      </p:sp>
      <p:pic>
        <p:nvPicPr>
          <p:cNvPr id="10" name="Image 3" descr="/home/claude/assets/metro_dot.png"/>
          <p:cNvPicPr>
            <a:picLocks noChangeAspect="1"/>
          </p:cNvPicPr>
          <p:nvPr/>
        </p:nvPicPr>
        <p:blipFill>
          <a:blip r:embed="rId2"/>
          <a:stretch>
            <a:fillRect/>
          </a:stretch>
        </p:blipFill>
        <p:spPr>
          <a:xfrm>
            <a:off x="3355848" y="5623560"/>
            <a:ext cx="146304" cy="146304"/>
          </a:xfrm>
          <a:prstGeom prst="rect">
            <a:avLst/>
          </a:prstGeom>
        </p:spPr>
      </p:pic>
      <p:sp>
        <p:nvSpPr>
          <p:cNvPr id="11" name="Text 2"/>
          <p:cNvSpPr/>
          <p:nvPr/>
        </p:nvSpPr>
        <p:spPr>
          <a:xfrm>
            <a:off x="315468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2</a:t>
            </a:r>
            <a:endParaRPr lang="en-US" sz="950"/>
          </a:p>
        </p:txBody>
      </p:sp>
      <p:pic>
        <p:nvPicPr>
          <p:cNvPr id="12" name="Image 4" descr="/home/claude/assets/metro_dot.png"/>
          <p:cNvPicPr>
            <a:picLocks noChangeAspect="1"/>
          </p:cNvPicPr>
          <p:nvPr/>
        </p:nvPicPr>
        <p:blipFill>
          <a:blip r:embed="rId2"/>
          <a:stretch>
            <a:fillRect/>
          </a:stretch>
        </p:blipFill>
        <p:spPr>
          <a:xfrm>
            <a:off x="5961888" y="5623560"/>
            <a:ext cx="146304" cy="146304"/>
          </a:xfrm>
          <a:prstGeom prst="rect">
            <a:avLst/>
          </a:prstGeom>
        </p:spPr>
      </p:pic>
      <p:sp>
        <p:nvSpPr>
          <p:cNvPr id="13" name="Text 3"/>
          <p:cNvSpPr/>
          <p:nvPr/>
        </p:nvSpPr>
        <p:spPr>
          <a:xfrm>
            <a:off x="576072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3</a:t>
            </a:r>
            <a:endParaRPr lang="en-US" sz="950"/>
          </a:p>
        </p:txBody>
      </p:sp>
      <p:pic>
        <p:nvPicPr>
          <p:cNvPr id="14" name="Image 5" descr="/home/claude/assets/metro_dot.png"/>
          <p:cNvPicPr>
            <a:picLocks noChangeAspect="1"/>
          </p:cNvPicPr>
          <p:nvPr/>
        </p:nvPicPr>
        <p:blipFill>
          <a:blip r:embed="rId2"/>
          <a:stretch>
            <a:fillRect/>
          </a:stretch>
        </p:blipFill>
        <p:spPr>
          <a:xfrm>
            <a:off x="8567928" y="5623560"/>
            <a:ext cx="146304" cy="146304"/>
          </a:xfrm>
          <a:prstGeom prst="rect">
            <a:avLst/>
          </a:prstGeom>
        </p:spPr>
      </p:pic>
      <p:sp>
        <p:nvSpPr>
          <p:cNvPr id="15" name="Text 4"/>
          <p:cNvSpPr/>
          <p:nvPr/>
        </p:nvSpPr>
        <p:spPr>
          <a:xfrm>
            <a:off x="836676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4</a:t>
            </a:r>
            <a:endParaRPr lang="en-US" sz="950"/>
          </a:p>
        </p:txBody>
      </p:sp>
      <p:pic>
        <p:nvPicPr>
          <p:cNvPr id="16" name="Image 6" descr="/home/claude/assets/metro_dot.png"/>
          <p:cNvPicPr>
            <a:picLocks noChangeAspect="1"/>
          </p:cNvPicPr>
          <p:nvPr/>
        </p:nvPicPr>
        <p:blipFill>
          <a:blip r:embed="rId2"/>
          <a:stretch>
            <a:fillRect/>
          </a:stretch>
        </p:blipFill>
        <p:spPr>
          <a:xfrm>
            <a:off x="11173968" y="5623560"/>
            <a:ext cx="146304" cy="146304"/>
          </a:xfrm>
          <a:prstGeom prst="rect">
            <a:avLst/>
          </a:prstGeom>
        </p:spPr>
      </p:pic>
      <p:sp>
        <p:nvSpPr>
          <p:cNvPr id="17" name="Text 5"/>
          <p:cNvSpPr/>
          <p:nvPr/>
        </p:nvSpPr>
        <p:spPr>
          <a:xfrm>
            <a:off x="1097280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5</a:t>
            </a:r>
            <a:endParaRPr lang="en-US" sz="950"/>
          </a:p>
        </p:txBody>
      </p:sp>
      <p:pic>
        <p:nvPicPr>
          <p:cNvPr id="23" name="Image 0" descr="/home/claude/assets/dots_grid_hq_dark.png">
            <a:extLst>
              <a:ext uri="{FF2B5EF4-FFF2-40B4-BE49-F238E27FC236}">
                <a16:creationId xmlns:a16="http://schemas.microsoft.com/office/drawing/2014/main" id="{1BF1CF39-49B4-DD75-C5F4-B8C8A6EB96B8}"/>
              </a:ext>
            </a:extLst>
          </p:cNvPr>
          <p:cNvPicPr>
            <a:picLocks noChangeAspect="1"/>
          </p:cNvPicPr>
          <p:nvPr userDrawn="1"/>
        </p:nvPicPr>
        <p:blipFill>
          <a:blip r:embed="rId3"/>
          <a:stretch>
            <a:fillRect/>
          </a:stretch>
        </p:blipFill>
        <p:spPr>
          <a:xfrm>
            <a:off x="10511234" y="2330253"/>
            <a:ext cx="2104342" cy="1683474"/>
          </a:xfrm>
          <a:prstGeom prst="rect">
            <a:avLst/>
          </a:prstGeom>
        </p:spPr>
      </p:pic>
      <p:pic>
        <p:nvPicPr>
          <p:cNvPr id="3" name="Graphic 2">
            <a:extLst>
              <a:ext uri="{FF2B5EF4-FFF2-40B4-BE49-F238E27FC236}">
                <a16:creationId xmlns:a16="http://schemas.microsoft.com/office/drawing/2014/main" id="{33285849-8A06-D6BA-7A2F-A39BF121AE48}"/>
              </a:ext>
            </a:extLst>
          </p:cNvPr>
          <p:cNvPicPr>
            <a:picLocks noChangeAspect="1"/>
          </p:cNvPicPr>
          <p:nvPr userDrawn="1"/>
        </p:nvPicPr>
        <p:blipFill>
          <a:blip>
            <a:extLst>
              <a:ext uri="{96DAC541-7B7A-43D3-8B79-37D633B846F1}">
                <asvg:svgBlip xmlns:asvg="http://schemas.microsoft.com/office/drawing/2016/SVG/main" r:embed="rId4"/>
              </a:ext>
            </a:extLst>
          </a:blip>
          <a:srcRect t="36090" b="37315"/>
          <a:stretch>
            <a:fillRect/>
          </a:stretch>
        </p:blipFill>
        <p:spPr>
          <a:xfrm>
            <a:off x="10503736" y="6342000"/>
            <a:ext cx="1595687" cy="29988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itense – Sectiekop (6)">
    <p:bg>
      <p:bgPr>
        <a:solidFill>
          <a:srgbClr val="001F3D"/>
        </a:solidFill>
        <a:effectLst/>
      </p:bgPr>
    </p:bg>
    <p:spTree>
      <p:nvGrpSpPr>
        <p:cNvPr id="1" name=""/>
        <p:cNvGrpSpPr/>
        <p:nvPr/>
      </p:nvGrpSpPr>
      <p:grpSpPr>
        <a:xfrm>
          <a:off x="0" y="0"/>
          <a:ext cx="0" cy="0"/>
          <a:chOff x="0" y="0"/>
          <a:chExt cx="0" cy="0"/>
        </a:xfrm>
      </p:grpSpPr>
      <p:sp>
        <p:nvSpPr>
          <p:cNvPr id="4" name="Text 0"/>
          <p:cNvSpPr>
            <a:spLocks noGrp="1"/>
          </p:cNvSpPr>
          <p:nvPr>
            <p:ph type="body" idx="102" hasCustomPrompt="1"/>
          </p:nvPr>
        </p:nvSpPr>
        <p:spPr>
          <a:xfrm>
            <a:off x="692341" y="685801"/>
            <a:ext cx="7315200" cy="320040"/>
          </a:xfrm>
          <a:prstGeom prst="rect">
            <a:avLst/>
          </a:prstGeom>
          <a:noFill/>
          <a:ln/>
        </p:spPr>
        <p:txBody>
          <a:bodyPr wrap="square" rtlCol="0"/>
          <a:lstStyle>
            <a:lvl1pPr marL="0" indent="0">
              <a:buNone/>
              <a:defRPr lang="en-US" sz="1200" b="1" kern="0" spc="200" dirty="0">
                <a:solidFill>
                  <a:srgbClr val="E96532"/>
                </a:solidFill>
                <a:latin typeface="Arial" pitchFamily="34" charset="0"/>
                <a:ea typeface="Arial" pitchFamily="34" charset="-122"/>
                <a:cs typeface="Arial" pitchFamily="34" charset="-120"/>
              </a:defRPr>
            </a:lvl1pPr>
          </a:lstStyle>
          <a:p>
            <a:pPr marL="0" indent="0">
              <a:buNone/>
            </a:pPr>
            <a:r>
              <a:rPr lang="en-US" sz="1200" b="1" kern="0" spc="200">
                <a:solidFill>
                  <a:srgbClr val="E96532"/>
                </a:solidFill>
                <a:latin typeface="Arial" pitchFamily="34" charset="0"/>
                <a:ea typeface="Arial" pitchFamily="34" charset="-122"/>
                <a:cs typeface="Arial" pitchFamily="34" charset="-120"/>
              </a:rPr>
              <a:t>HOOFDSTUK 01 VAN 06</a:t>
            </a:r>
            <a:endParaRPr lang="en-US" sz="1200"/>
          </a:p>
        </p:txBody>
      </p:sp>
      <p:sp>
        <p:nvSpPr>
          <p:cNvPr id="5" name="Text 0"/>
          <p:cNvSpPr>
            <a:spLocks noGrp="1"/>
          </p:cNvSpPr>
          <p:nvPr>
            <p:ph type="title" idx="103" hasCustomPrompt="1"/>
          </p:nvPr>
        </p:nvSpPr>
        <p:spPr>
          <a:xfrm>
            <a:off x="692341" y="2377441"/>
            <a:ext cx="9144000" cy="914400"/>
          </a:xfrm>
          <a:prstGeom prst="rect">
            <a:avLst/>
          </a:prstGeom>
          <a:noFill/>
          <a:ln/>
        </p:spPr>
        <p:txBody>
          <a:bodyPr wrap="square" rtlCol="0"/>
          <a:lstStyle>
            <a:lvl1pPr marL="0" indent="0" algn="l">
              <a:buNone/>
              <a:defRPr lang="en-US" sz="3200" b="1" dirty="0">
                <a:solidFill>
                  <a:srgbClr val="FFFFFF"/>
                </a:solidFill>
                <a:latin typeface="Helvetica" pitchFamily="34" charset="0"/>
                <a:ea typeface="Helvetica" pitchFamily="34" charset="-122"/>
                <a:cs typeface="Helvetica" pitchFamily="34" charset="-120"/>
              </a:defRPr>
            </a:lvl1pPr>
          </a:lstStyle>
          <a:p>
            <a:pPr marL="0" indent="0" algn="l">
              <a:buNone/>
            </a:pPr>
            <a:r>
              <a:rPr lang="en-US" sz="3200" b="1">
                <a:solidFill>
                  <a:srgbClr val="FFFFFF"/>
                </a:solidFill>
                <a:latin typeface="Helvetica" pitchFamily="34" charset="0"/>
                <a:ea typeface="Helvetica" pitchFamily="34" charset="-122"/>
                <a:cs typeface="Helvetica" pitchFamily="34" charset="-120"/>
              </a:rPr>
              <a:t>Klik om sectietitel toe te voegen</a:t>
            </a:r>
            <a:endParaRPr lang="en-US" sz="3200"/>
          </a:p>
        </p:txBody>
      </p:sp>
      <p:sp>
        <p:nvSpPr>
          <p:cNvPr id="6" name="Text 0"/>
          <p:cNvSpPr>
            <a:spLocks noGrp="1"/>
          </p:cNvSpPr>
          <p:nvPr>
            <p:ph type="body" idx="104" hasCustomPrompt="1"/>
          </p:nvPr>
        </p:nvSpPr>
        <p:spPr>
          <a:xfrm>
            <a:off x="692341" y="3520441"/>
            <a:ext cx="8503920" cy="640080"/>
          </a:xfrm>
          <a:prstGeom prst="rect">
            <a:avLst/>
          </a:prstGeom>
          <a:noFill/>
          <a:ln/>
        </p:spPr>
        <p:txBody>
          <a:bodyPr wrap="square" rtlCol="0"/>
          <a:lstStyle>
            <a:lvl1pPr marL="0" indent="0">
              <a:buNone/>
              <a:defRPr lang="en-US" sz="1400" i="1" dirty="0">
                <a:solidFill>
                  <a:srgbClr val="89CDF2"/>
                </a:solidFill>
                <a:latin typeface="Arial" pitchFamily="34" charset="0"/>
                <a:ea typeface="Arial" pitchFamily="34" charset="-122"/>
                <a:cs typeface="Arial" pitchFamily="34" charset="-120"/>
              </a:defRPr>
            </a:lvl1pPr>
          </a:lstStyle>
          <a:p>
            <a:pPr marL="0" indent="0">
              <a:buNone/>
            </a:pPr>
            <a:r>
              <a:rPr lang="en-US" sz="1400" i="1">
                <a:solidFill>
                  <a:srgbClr val="89CDF2"/>
                </a:solidFill>
                <a:latin typeface="Arial" pitchFamily="34" charset="0"/>
                <a:ea typeface="Arial" pitchFamily="34" charset="-122"/>
                <a:cs typeface="Arial" pitchFamily="34" charset="-120"/>
              </a:rPr>
              <a:t>Klik om korte omschrijving toe te voegen</a:t>
            </a:r>
            <a:endParaRPr lang="en-US" sz="1400"/>
          </a:p>
        </p:txBody>
      </p:sp>
      <p:sp>
        <p:nvSpPr>
          <p:cNvPr id="7" name="Shape 0"/>
          <p:cNvSpPr/>
          <p:nvPr/>
        </p:nvSpPr>
        <p:spPr>
          <a:xfrm>
            <a:off x="822960" y="5696712"/>
            <a:ext cx="10424160" cy="0"/>
          </a:xfrm>
          <a:prstGeom prst="line">
            <a:avLst/>
          </a:prstGeom>
          <a:noFill/>
          <a:ln w="19050">
            <a:solidFill>
              <a:srgbClr val="3A5A7A"/>
            </a:solidFill>
            <a:prstDash val="solid"/>
          </a:ln>
        </p:spPr>
      </p:sp>
      <p:pic>
        <p:nvPicPr>
          <p:cNvPr id="8" name="Image 2" descr="/home/claude/assets/metro_dot.png"/>
          <p:cNvPicPr>
            <a:picLocks noChangeAspect="1"/>
          </p:cNvPicPr>
          <p:nvPr/>
        </p:nvPicPr>
        <p:blipFill>
          <a:blip r:embed="rId2"/>
          <a:stretch>
            <a:fillRect/>
          </a:stretch>
        </p:blipFill>
        <p:spPr>
          <a:xfrm>
            <a:off x="749808" y="5623560"/>
            <a:ext cx="146304" cy="146304"/>
          </a:xfrm>
          <a:prstGeom prst="rect">
            <a:avLst/>
          </a:prstGeom>
        </p:spPr>
      </p:pic>
      <p:sp>
        <p:nvSpPr>
          <p:cNvPr id="9" name="Text 1"/>
          <p:cNvSpPr/>
          <p:nvPr/>
        </p:nvSpPr>
        <p:spPr>
          <a:xfrm>
            <a:off x="54864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1</a:t>
            </a:r>
            <a:endParaRPr lang="en-US" sz="950"/>
          </a:p>
        </p:txBody>
      </p:sp>
      <p:pic>
        <p:nvPicPr>
          <p:cNvPr id="10" name="Image 3" descr="/home/claude/assets/metro_dot.png"/>
          <p:cNvPicPr>
            <a:picLocks noChangeAspect="1"/>
          </p:cNvPicPr>
          <p:nvPr/>
        </p:nvPicPr>
        <p:blipFill>
          <a:blip r:embed="rId2"/>
          <a:stretch>
            <a:fillRect/>
          </a:stretch>
        </p:blipFill>
        <p:spPr>
          <a:xfrm>
            <a:off x="2834640" y="5623560"/>
            <a:ext cx="146304" cy="146304"/>
          </a:xfrm>
          <a:prstGeom prst="rect">
            <a:avLst/>
          </a:prstGeom>
        </p:spPr>
      </p:pic>
      <p:sp>
        <p:nvSpPr>
          <p:cNvPr id="11" name="Text 2"/>
          <p:cNvSpPr/>
          <p:nvPr/>
        </p:nvSpPr>
        <p:spPr>
          <a:xfrm>
            <a:off x="2633472"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2</a:t>
            </a:r>
            <a:endParaRPr lang="en-US" sz="950"/>
          </a:p>
        </p:txBody>
      </p:sp>
      <p:pic>
        <p:nvPicPr>
          <p:cNvPr id="12" name="Image 4" descr="/home/claude/assets/metro_dot.png"/>
          <p:cNvPicPr>
            <a:picLocks noChangeAspect="1"/>
          </p:cNvPicPr>
          <p:nvPr/>
        </p:nvPicPr>
        <p:blipFill>
          <a:blip r:embed="rId2"/>
          <a:stretch>
            <a:fillRect/>
          </a:stretch>
        </p:blipFill>
        <p:spPr>
          <a:xfrm>
            <a:off x="4919472" y="5623560"/>
            <a:ext cx="146304" cy="146304"/>
          </a:xfrm>
          <a:prstGeom prst="rect">
            <a:avLst/>
          </a:prstGeom>
        </p:spPr>
      </p:pic>
      <p:sp>
        <p:nvSpPr>
          <p:cNvPr id="13" name="Text 3"/>
          <p:cNvSpPr/>
          <p:nvPr/>
        </p:nvSpPr>
        <p:spPr>
          <a:xfrm>
            <a:off x="4718304"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3</a:t>
            </a:r>
            <a:endParaRPr lang="en-US" sz="950"/>
          </a:p>
        </p:txBody>
      </p:sp>
      <p:pic>
        <p:nvPicPr>
          <p:cNvPr id="14" name="Image 5" descr="/home/claude/assets/metro_dot.png"/>
          <p:cNvPicPr>
            <a:picLocks noChangeAspect="1"/>
          </p:cNvPicPr>
          <p:nvPr/>
        </p:nvPicPr>
        <p:blipFill>
          <a:blip r:embed="rId2"/>
          <a:stretch>
            <a:fillRect/>
          </a:stretch>
        </p:blipFill>
        <p:spPr>
          <a:xfrm>
            <a:off x="7004304" y="5623560"/>
            <a:ext cx="146304" cy="146304"/>
          </a:xfrm>
          <a:prstGeom prst="rect">
            <a:avLst/>
          </a:prstGeom>
        </p:spPr>
      </p:pic>
      <p:sp>
        <p:nvSpPr>
          <p:cNvPr id="15" name="Text 4"/>
          <p:cNvSpPr/>
          <p:nvPr/>
        </p:nvSpPr>
        <p:spPr>
          <a:xfrm>
            <a:off x="6803136"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4</a:t>
            </a:r>
            <a:endParaRPr lang="en-US" sz="950"/>
          </a:p>
        </p:txBody>
      </p:sp>
      <p:pic>
        <p:nvPicPr>
          <p:cNvPr id="16" name="Image 6" descr="/home/claude/assets/metro_dot.png"/>
          <p:cNvPicPr>
            <a:picLocks noChangeAspect="1"/>
          </p:cNvPicPr>
          <p:nvPr/>
        </p:nvPicPr>
        <p:blipFill>
          <a:blip r:embed="rId2"/>
          <a:stretch>
            <a:fillRect/>
          </a:stretch>
        </p:blipFill>
        <p:spPr>
          <a:xfrm>
            <a:off x="9089136" y="5623560"/>
            <a:ext cx="146304" cy="146304"/>
          </a:xfrm>
          <a:prstGeom prst="rect">
            <a:avLst/>
          </a:prstGeom>
        </p:spPr>
      </p:pic>
      <p:sp>
        <p:nvSpPr>
          <p:cNvPr id="17" name="Text 5"/>
          <p:cNvSpPr/>
          <p:nvPr/>
        </p:nvSpPr>
        <p:spPr>
          <a:xfrm>
            <a:off x="8887968"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5</a:t>
            </a:r>
            <a:endParaRPr lang="en-US" sz="950"/>
          </a:p>
        </p:txBody>
      </p:sp>
      <p:pic>
        <p:nvPicPr>
          <p:cNvPr id="18" name="Image 7" descr="/home/claude/assets/metro_dot.png"/>
          <p:cNvPicPr>
            <a:picLocks noChangeAspect="1"/>
          </p:cNvPicPr>
          <p:nvPr/>
        </p:nvPicPr>
        <p:blipFill>
          <a:blip r:embed="rId2"/>
          <a:stretch>
            <a:fillRect/>
          </a:stretch>
        </p:blipFill>
        <p:spPr>
          <a:xfrm>
            <a:off x="11173968" y="5623560"/>
            <a:ext cx="146304" cy="146304"/>
          </a:xfrm>
          <a:prstGeom prst="rect">
            <a:avLst/>
          </a:prstGeom>
        </p:spPr>
      </p:pic>
      <p:sp>
        <p:nvSpPr>
          <p:cNvPr id="19" name="Text 6"/>
          <p:cNvSpPr/>
          <p:nvPr/>
        </p:nvSpPr>
        <p:spPr>
          <a:xfrm>
            <a:off x="1097280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6</a:t>
            </a:r>
            <a:endParaRPr lang="en-US" sz="950"/>
          </a:p>
        </p:txBody>
      </p:sp>
      <p:pic>
        <p:nvPicPr>
          <p:cNvPr id="29" name="Image 0" descr="/home/claude/assets/dots_grid_hq_dark.png">
            <a:extLst>
              <a:ext uri="{FF2B5EF4-FFF2-40B4-BE49-F238E27FC236}">
                <a16:creationId xmlns:a16="http://schemas.microsoft.com/office/drawing/2014/main" id="{F013BAF4-4F44-A3A6-4754-EF8F2CAD8770}"/>
              </a:ext>
            </a:extLst>
          </p:cNvPr>
          <p:cNvPicPr>
            <a:picLocks noChangeAspect="1"/>
          </p:cNvPicPr>
          <p:nvPr userDrawn="1"/>
        </p:nvPicPr>
        <p:blipFill>
          <a:blip r:embed="rId3"/>
          <a:stretch>
            <a:fillRect/>
          </a:stretch>
        </p:blipFill>
        <p:spPr>
          <a:xfrm>
            <a:off x="10511234" y="2330253"/>
            <a:ext cx="2104342" cy="1683474"/>
          </a:xfrm>
          <a:prstGeom prst="rect">
            <a:avLst/>
          </a:prstGeom>
        </p:spPr>
      </p:pic>
      <p:pic>
        <p:nvPicPr>
          <p:cNvPr id="3" name="Graphic 2">
            <a:extLst>
              <a:ext uri="{FF2B5EF4-FFF2-40B4-BE49-F238E27FC236}">
                <a16:creationId xmlns:a16="http://schemas.microsoft.com/office/drawing/2014/main" id="{F9E95261-4A3C-C430-FAB0-6BBECC1278DB}"/>
              </a:ext>
            </a:extLst>
          </p:cNvPr>
          <p:cNvPicPr>
            <a:picLocks noChangeAspect="1"/>
          </p:cNvPicPr>
          <p:nvPr userDrawn="1"/>
        </p:nvPicPr>
        <p:blipFill>
          <a:blip>
            <a:extLst>
              <a:ext uri="{96DAC541-7B7A-43D3-8B79-37D633B846F1}">
                <asvg:svgBlip xmlns:asvg="http://schemas.microsoft.com/office/drawing/2016/SVG/main" r:embed="rId4"/>
              </a:ext>
            </a:extLst>
          </a:blip>
          <a:srcRect t="36090" b="37315"/>
          <a:stretch>
            <a:fillRect/>
          </a:stretch>
        </p:blipFill>
        <p:spPr>
          <a:xfrm>
            <a:off x="10503736" y="6342000"/>
            <a:ext cx="1595687" cy="29988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itense – Sectiekop (7)">
    <p:bg>
      <p:bgPr>
        <a:solidFill>
          <a:srgbClr val="001F3D"/>
        </a:solidFill>
        <a:effectLst/>
      </p:bgPr>
    </p:bg>
    <p:spTree>
      <p:nvGrpSpPr>
        <p:cNvPr id="1" name=""/>
        <p:cNvGrpSpPr/>
        <p:nvPr/>
      </p:nvGrpSpPr>
      <p:grpSpPr>
        <a:xfrm>
          <a:off x="0" y="0"/>
          <a:ext cx="0" cy="0"/>
          <a:chOff x="0" y="0"/>
          <a:chExt cx="0" cy="0"/>
        </a:xfrm>
      </p:grpSpPr>
      <p:sp>
        <p:nvSpPr>
          <p:cNvPr id="4" name="Text 0"/>
          <p:cNvSpPr>
            <a:spLocks noGrp="1"/>
          </p:cNvSpPr>
          <p:nvPr>
            <p:ph type="body" idx="102" hasCustomPrompt="1"/>
          </p:nvPr>
        </p:nvSpPr>
        <p:spPr>
          <a:xfrm>
            <a:off x="692330" y="685800"/>
            <a:ext cx="7315200" cy="320040"/>
          </a:xfrm>
          <a:prstGeom prst="rect">
            <a:avLst/>
          </a:prstGeom>
          <a:noFill/>
          <a:ln/>
        </p:spPr>
        <p:txBody>
          <a:bodyPr wrap="square" rtlCol="0"/>
          <a:lstStyle>
            <a:lvl1pPr marL="0" indent="0">
              <a:buNone/>
              <a:defRPr lang="en-US" sz="1200" b="1" kern="0" spc="200" dirty="0">
                <a:solidFill>
                  <a:srgbClr val="E96532"/>
                </a:solidFill>
                <a:latin typeface="Arial" pitchFamily="34" charset="0"/>
                <a:ea typeface="Arial" pitchFamily="34" charset="-122"/>
                <a:cs typeface="Arial" pitchFamily="34" charset="-120"/>
              </a:defRPr>
            </a:lvl1pPr>
          </a:lstStyle>
          <a:p>
            <a:pPr marL="0" indent="0">
              <a:buNone/>
            </a:pPr>
            <a:r>
              <a:rPr lang="en-US" sz="1200" b="1" kern="0" spc="200">
                <a:solidFill>
                  <a:srgbClr val="E96532"/>
                </a:solidFill>
                <a:latin typeface="Arial" pitchFamily="34" charset="0"/>
                <a:ea typeface="Arial" pitchFamily="34" charset="-122"/>
                <a:cs typeface="Arial" pitchFamily="34" charset="-120"/>
              </a:rPr>
              <a:t>HOOFDSTUK 01 VAN 07</a:t>
            </a:r>
            <a:endParaRPr lang="en-US" sz="1200"/>
          </a:p>
        </p:txBody>
      </p:sp>
      <p:sp>
        <p:nvSpPr>
          <p:cNvPr id="5" name="Text 0"/>
          <p:cNvSpPr>
            <a:spLocks noGrp="1"/>
          </p:cNvSpPr>
          <p:nvPr>
            <p:ph type="title" idx="103" hasCustomPrompt="1"/>
          </p:nvPr>
        </p:nvSpPr>
        <p:spPr>
          <a:xfrm>
            <a:off x="692330" y="2377440"/>
            <a:ext cx="9144000" cy="914400"/>
          </a:xfrm>
          <a:prstGeom prst="rect">
            <a:avLst/>
          </a:prstGeom>
          <a:noFill/>
          <a:ln/>
        </p:spPr>
        <p:txBody>
          <a:bodyPr wrap="square" rtlCol="0"/>
          <a:lstStyle>
            <a:lvl1pPr marL="0" indent="0" algn="l">
              <a:buNone/>
              <a:defRPr lang="en-US" sz="3200" b="1" dirty="0">
                <a:solidFill>
                  <a:srgbClr val="FFFFFF"/>
                </a:solidFill>
                <a:latin typeface="Helvetica" pitchFamily="34" charset="0"/>
                <a:ea typeface="Helvetica" pitchFamily="34" charset="-122"/>
                <a:cs typeface="Helvetica" pitchFamily="34" charset="-120"/>
              </a:defRPr>
            </a:lvl1pPr>
          </a:lstStyle>
          <a:p>
            <a:pPr marL="0" indent="0" algn="l">
              <a:buNone/>
            </a:pPr>
            <a:r>
              <a:rPr lang="en-US" sz="3200" b="1">
                <a:solidFill>
                  <a:srgbClr val="FFFFFF"/>
                </a:solidFill>
                <a:latin typeface="Helvetica" pitchFamily="34" charset="0"/>
                <a:ea typeface="Helvetica" pitchFamily="34" charset="-122"/>
                <a:cs typeface="Helvetica" pitchFamily="34" charset="-120"/>
              </a:rPr>
              <a:t>Klik om sectietitel toe te voegen</a:t>
            </a:r>
            <a:endParaRPr lang="en-US" sz="3200"/>
          </a:p>
        </p:txBody>
      </p:sp>
      <p:sp>
        <p:nvSpPr>
          <p:cNvPr id="6" name="Text 0"/>
          <p:cNvSpPr>
            <a:spLocks noGrp="1"/>
          </p:cNvSpPr>
          <p:nvPr>
            <p:ph type="body" idx="104" hasCustomPrompt="1"/>
          </p:nvPr>
        </p:nvSpPr>
        <p:spPr>
          <a:xfrm>
            <a:off x="692330" y="3520440"/>
            <a:ext cx="8503920" cy="640080"/>
          </a:xfrm>
          <a:prstGeom prst="rect">
            <a:avLst/>
          </a:prstGeom>
          <a:noFill/>
          <a:ln/>
        </p:spPr>
        <p:txBody>
          <a:bodyPr wrap="square" rtlCol="0"/>
          <a:lstStyle>
            <a:lvl1pPr marL="0" indent="0">
              <a:buNone/>
              <a:defRPr lang="en-US" sz="1400" i="1" dirty="0">
                <a:solidFill>
                  <a:srgbClr val="89CDF2"/>
                </a:solidFill>
                <a:latin typeface="Arial" pitchFamily="34" charset="0"/>
                <a:ea typeface="Arial" pitchFamily="34" charset="-122"/>
                <a:cs typeface="Arial" pitchFamily="34" charset="-120"/>
              </a:defRPr>
            </a:lvl1pPr>
          </a:lstStyle>
          <a:p>
            <a:pPr marL="0" indent="0">
              <a:buNone/>
            </a:pPr>
            <a:r>
              <a:rPr lang="en-US" sz="1400" i="1">
                <a:solidFill>
                  <a:srgbClr val="89CDF2"/>
                </a:solidFill>
                <a:latin typeface="Arial" pitchFamily="34" charset="0"/>
                <a:ea typeface="Arial" pitchFamily="34" charset="-122"/>
                <a:cs typeface="Arial" pitchFamily="34" charset="-120"/>
              </a:rPr>
              <a:t>Klik om korte omschrijving toe te voegen</a:t>
            </a:r>
            <a:endParaRPr lang="en-US" sz="1400"/>
          </a:p>
        </p:txBody>
      </p:sp>
      <p:sp>
        <p:nvSpPr>
          <p:cNvPr id="7" name="Shape 0"/>
          <p:cNvSpPr/>
          <p:nvPr/>
        </p:nvSpPr>
        <p:spPr>
          <a:xfrm>
            <a:off x="822960" y="5696712"/>
            <a:ext cx="10424160" cy="0"/>
          </a:xfrm>
          <a:prstGeom prst="line">
            <a:avLst/>
          </a:prstGeom>
          <a:noFill/>
          <a:ln w="19050">
            <a:solidFill>
              <a:srgbClr val="3A5A7A"/>
            </a:solidFill>
            <a:prstDash val="solid"/>
          </a:ln>
        </p:spPr>
      </p:sp>
      <p:pic>
        <p:nvPicPr>
          <p:cNvPr id="8" name="Image 2" descr="/home/claude/assets/metro_dot.png"/>
          <p:cNvPicPr>
            <a:picLocks noChangeAspect="1"/>
          </p:cNvPicPr>
          <p:nvPr/>
        </p:nvPicPr>
        <p:blipFill>
          <a:blip r:embed="rId2"/>
          <a:stretch>
            <a:fillRect/>
          </a:stretch>
        </p:blipFill>
        <p:spPr>
          <a:xfrm>
            <a:off x="749808" y="5623560"/>
            <a:ext cx="146304" cy="146304"/>
          </a:xfrm>
          <a:prstGeom prst="rect">
            <a:avLst/>
          </a:prstGeom>
        </p:spPr>
      </p:pic>
      <p:sp>
        <p:nvSpPr>
          <p:cNvPr id="9" name="Text 1"/>
          <p:cNvSpPr/>
          <p:nvPr/>
        </p:nvSpPr>
        <p:spPr>
          <a:xfrm>
            <a:off x="54864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1</a:t>
            </a:r>
            <a:endParaRPr lang="en-US" sz="950"/>
          </a:p>
        </p:txBody>
      </p:sp>
      <p:pic>
        <p:nvPicPr>
          <p:cNvPr id="10" name="Image 3" descr="/home/claude/assets/metro_dot.png"/>
          <p:cNvPicPr>
            <a:picLocks noChangeAspect="1"/>
          </p:cNvPicPr>
          <p:nvPr/>
        </p:nvPicPr>
        <p:blipFill>
          <a:blip r:embed="rId2"/>
          <a:stretch>
            <a:fillRect/>
          </a:stretch>
        </p:blipFill>
        <p:spPr>
          <a:xfrm>
            <a:off x="2487168" y="5623560"/>
            <a:ext cx="146304" cy="146304"/>
          </a:xfrm>
          <a:prstGeom prst="rect">
            <a:avLst/>
          </a:prstGeom>
        </p:spPr>
      </p:pic>
      <p:sp>
        <p:nvSpPr>
          <p:cNvPr id="11" name="Text 2"/>
          <p:cNvSpPr/>
          <p:nvPr/>
        </p:nvSpPr>
        <p:spPr>
          <a:xfrm>
            <a:off x="228600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2</a:t>
            </a:r>
            <a:endParaRPr lang="en-US" sz="950"/>
          </a:p>
        </p:txBody>
      </p:sp>
      <p:pic>
        <p:nvPicPr>
          <p:cNvPr id="12" name="Image 4" descr="/home/claude/assets/metro_dot.png"/>
          <p:cNvPicPr>
            <a:picLocks noChangeAspect="1"/>
          </p:cNvPicPr>
          <p:nvPr/>
        </p:nvPicPr>
        <p:blipFill>
          <a:blip r:embed="rId2"/>
          <a:stretch>
            <a:fillRect/>
          </a:stretch>
        </p:blipFill>
        <p:spPr>
          <a:xfrm>
            <a:off x="4224528" y="5623560"/>
            <a:ext cx="146304" cy="146304"/>
          </a:xfrm>
          <a:prstGeom prst="rect">
            <a:avLst/>
          </a:prstGeom>
        </p:spPr>
      </p:pic>
      <p:sp>
        <p:nvSpPr>
          <p:cNvPr id="13" name="Text 3"/>
          <p:cNvSpPr/>
          <p:nvPr/>
        </p:nvSpPr>
        <p:spPr>
          <a:xfrm>
            <a:off x="402336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3</a:t>
            </a:r>
            <a:endParaRPr lang="en-US" sz="950"/>
          </a:p>
        </p:txBody>
      </p:sp>
      <p:pic>
        <p:nvPicPr>
          <p:cNvPr id="14" name="Image 5" descr="/home/claude/assets/metro_dot.png"/>
          <p:cNvPicPr>
            <a:picLocks noChangeAspect="1"/>
          </p:cNvPicPr>
          <p:nvPr/>
        </p:nvPicPr>
        <p:blipFill>
          <a:blip r:embed="rId2"/>
          <a:stretch>
            <a:fillRect/>
          </a:stretch>
        </p:blipFill>
        <p:spPr>
          <a:xfrm>
            <a:off x="5961888" y="5623560"/>
            <a:ext cx="146304" cy="146304"/>
          </a:xfrm>
          <a:prstGeom prst="rect">
            <a:avLst/>
          </a:prstGeom>
        </p:spPr>
      </p:pic>
      <p:sp>
        <p:nvSpPr>
          <p:cNvPr id="15" name="Text 4"/>
          <p:cNvSpPr/>
          <p:nvPr/>
        </p:nvSpPr>
        <p:spPr>
          <a:xfrm>
            <a:off x="576072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4</a:t>
            </a:r>
            <a:endParaRPr lang="en-US" sz="950"/>
          </a:p>
        </p:txBody>
      </p:sp>
      <p:pic>
        <p:nvPicPr>
          <p:cNvPr id="16" name="Image 6" descr="/home/claude/assets/metro_dot.png"/>
          <p:cNvPicPr>
            <a:picLocks noChangeAspect="1"/>
          </p:cNvPicPr>
          <p:nvPr/>
        </p:nvPicPr>
        <p:blipFill>
          <a:blip r:embed="rId2"/>
          <a:stretch>
            <a:fillRect/>
          </a:stretch>
        </p:blipFill>
        <p:spPr>
          <a:xfrm>
            <a:off x="7699248" y="5623560"/>
            <a:ext cx="146304" cy="146304"/>
          </a:xfrm>
          <a:prstGeom prst="rect">
            <a:avLst/>
          </a:prstGeom>
        </p:spPr>
      </p:pic>
      <p:sp>
        <p:nvSpPr>
          <p:cNvPr id="17" name="Text 5"/>
          <p:cNvSpPr/>
          <p:nvPr/>
        </p:nvSpPr>
        <p:spPr>
          <a:xfrm>
            <a:off x="749808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5</a:t>
            </a:r>
            <a:endParaRPr lang="en-US" sz="950"/>
          </a:p>
        </p:txBody>
      </p:sp>
      <p:pic>
        <p:nvPicPr>
          <p:cNvPr id="18" name="Image 7" descr="/home/claude/assets/metro_dot.png"/>
          <p:cNvPicPr>
            <a:picLocks noChangeAspect="1"/>
          </p:cNvPicPr>
          <p:nvPr/>
        </p:nvPicPr>
        <p:blipFill>
          <a:blip r:embed="rId2"/>
          <a:stretch>
            <a:fillRect/>
          </a:stretch>
        </p:blipFill>
        <p:spPr>
          <a:xfrm>
            <a:off x="9436608" y="5623560"/>
            <a:ext cx="146304" cy="146304"/>
          </a:xfrm>
          <a:prstGeom prst="rect">
            <a:avLst/>
          </a:prstGeom>
        </p:spPr>
      </p:pic>
      <p:sp>
        <p:nvSpPr>
          <p:cNvPr id="19" name="Text 6"/>
          <p:cNvSpPr/>
          <p:nvPr/>
        </p:nvSpPr>
        <p:spPr>
          <a:xfrm>
            <a:off x="923544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6</a:t>
            </a:r>
            <a:endParaRPr lang="en-US" sz="950"/>
          </a:p>
        </p:txBody>
      </p:sp>
      <p:pic>
        <p:nvPicPr>
          <p:cNvPr id="20" name="Image 8" descr="/home/claude/assets/metro_dot.png"/>
          <p:cNvPicPr>
            <a:picLocks noChangeAspect="1"/>
          </p:cNvPicPr>
          <p:nvPr/>
        </p:nvPicPr>
        <p:blipFill>
          <a:blip r:embed="rId2"/>
          <a:stretch>
            <a:fillRect/>
          </a:stretch>
        </p:blipFill>
        <p:spPr>
          <a:xfrm>
            <a:off x="11173968" y="5623560"/>
            <a:ext cx="146304" cy="146304"/>
          </a:xfrm>
          <a:prstGeom prst="rect">
            <a:avLst/>
          </a:prstGeom>
        </p:spPr>
      </p:pic>
      <p:sp>
        <p:nvSpPr>
          <p:cNvPr id="21" name="Text 7"/>
          <p:cNvSpPr/>
          <p:nvPr/>
        </p:nvSpPr>
        <p:spPr>
          <a:xfrm>
            <a:off x="1097280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7</a:t>
            </a:r>
            <a:endParaRPr lang="en-US" sz="950"/>
          </a:p>
        </p:txBody>
      </p:sp>
      <p:pic>
        <p:nvPicPr>
          <p:cNvPr id="31" name="Image 0" descr="/home/claude/assets/dots_grid_hq_dark.png">
            <a:extLst>
              <a:ext uri="{FF2B5EF4-FFF2-40B4-BE49-F238E27FC236}">
                <a16:creationId xmlns:a16="http://schemas.microsoft.com/office/drawing/2014/main" id="{6394CB44-7D15-8D58-A421-CBEF8C122EA7}"/>
              </a:ext>
            </a:extLst>
          </p:cNvPr>
          <p:cNvPicPr>
            <a:picLocks noChangeAspect="1"/>
          </p:cNvPicPr>
          <p:nvPr userDrawn="1"/>
        </p:nvPicPr>
        <p:blipFill>
          <a:blip r:embed="rId3"/>
          <a:stretch>
            <a:fillRect/>
          </a:stretch>
        </p:blipFill>
        <p:spPr>
          <a:xfrm>
            <a:off x="10511234" y="2330253"/>
            <a:ext cx="2104342" cy="1683474"/>
          </a:xfrm>
          <a:prstGeom prst="rect">
            <a:avLst/>
          </a:prstGeom>
        </p:spPr>
      </p:pic>
      <p:pic>
        <p:nvPicPr>
          <p:cNvPr id="3" name="Graphic 2">
            <a:extLst>
              <a:ext uri="{FF2B5EF4-FFF2-40B4-BE49-F238E27FC236}">
                <a16:creationId xmlns:a16="http://schemas.microsoft.com/office/drawing/2014/main" id="{9EFF1945-3281-C172-2D95-CAE38B1FCC53}"/>
              </a:ext>
            </a:extLst>
          </p:cNvPr>
          <p:cNvPicPr>
            <a:picLocks noChangeAspect="1"/>
          </p:cNvPicPr>
          <p:nvPr userDrawn="1"/>
        </p:nvPicPr>
        <p:blipFill>
          <a:blip>
            <a:extLst>
              <a:ext uri="{96DAC541-7B7A-43D3-8B79-37D633B846F1}">
                <asvg:svgBlip xmlns:asvg="http://schemas.microsoft.com/office/drawing/2016/SVG/main" r:embed="rId4"/>
              </a:ext>
            </a:extLst>
          </a:blip>
          <a:srcRect t="36090" b="37315"/>
          <a:stretch>
            <a:fillRect/>
          </a:stretch>
        </p:blipFill>
        <p:spPr>
          <a:xfrm>
            <a:off x="10503736" y="6342000"/>
            <a:ext cx="1595687" cy="29988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itense – Sectiekop (3)">
    <p:bg>
      <p:bgPr>
        <a:solidFill>
          <a:srgbClr val="001F3D"/>
        </a:solidFill>
        <a:effectLst/>
      </p:bgPr>
    </p:bg>
    <p:spTree>
      <p:nvGrpSpPr>
        <p:cNvPr id="1" name=""/>
        <p:cNvGrpSpPr/>
        <p:nvPr/>
      </p:nvGrpSpPr>
      <p:grpSpPr>
        <a:xfrm>
          <a:off x="0" y="0"/>
          <a:ext cx="0" cy="0"/>
          <a:chOff x="0" y="0"/>
          <a:chExt cx="0" cy="0"/>
        </a:xfrm>
      </p:grpSpPr>
      <p:sp>
        <p:nvSpPr>
          <p:cNvPr id="4" name="Text 0"/>
          <p:cNvSpPr>
            <a:spLocks noGrp="1"/>
          </p:cNvSpPr>
          <p:nvPr>
            <p:ph type="body" idx="102" hasCustomPrompt="1"/>
          </p:nvPr>
        </p:nvSpPr>
        <p:spPr>
          <a:xfrm>
            <a:off x="692330" y="685800"/>
            <a:ext cx="7315200" cy="320040"/>
          </a:xfrm>
          <a:prstGeom prst="rect">
            <a:avLst/>
          </a:prstGeom>
          <a:noFill/>
          <a:ln/>
        </p:spPr>
        <p:txBody>
          <a:bodyPr wrap="square" rtlCol="0"/>
          <a:lstStyle>
            <a:lvl1pPr marL="0" indent="0">
              <a:buNone/>
              <a:defRPr lang="en-US" sz="1200" b="1" kern="0" spc="200" dirty="0">
                <a:solidFill>
                  <a:srgbClr val="E96532"/>
                </a:solidFill>
                <a:latin typeface="Arial" pitchFamily="34" charset="0"/>
                <a:ea typeface="Arial" pitchFamily="34" charset="-122"/>
                <a:cs typeface="Arial" pitchFamily="34" charset="-120"/>
              </a:defRPr>
            </a:lvl1pPr>
          </a:lstStyle>
          <a:p>
            <a:pPr marL="0" indent="0">
              <a:buNone/>
            </a:pPr>
            <a:r>
              <a:rPr lang="en-US" sz="1200" b="1" kern="0" spc="200">
                <a:solidFill>
                  <a:srgbClr val="E96532"/>
                </a:solidFill>
                <a:latin typeface="Arial" pitchFamily="34" charset="0"/>
                <a:ea typeface="Arial" pitchFamily="34" charset="-122"/>
                <a:cs typeface="Arial" pitchFamily="34" charset="-120"/>
              </a:rPr>
              <a:t>HOOFDSTUK 01 VAN 03</a:t>
            </a:r>
            <a:endParaRPr lang="en-US" sz="1200"/>
          </a:p>
        </p:txBody>
      </p:sp>
      <p:sp>
        <p:nvSpPr>
          <p:cNvPr id="5" name="Text 0"/>
          <p:cNvSpPr>
            <a:spLocks noGrp="1"/>
          </p:cNvSpPr>
          <p:nvPr>
            <p:ph type="title" idx="103" hasCustomPrompt="1"/>
          </p:nvPr>
        </p:nvSpPr>
        <p:spPr>
          <a:xfrm>
            <a:off x="692330" y="2377440"/>
            <a:ext cx="9144000" cy="914400"/>
          </a:xfrm>
          <a:prstGeom prst="rect">
            <a:avLst/>
          </a:prstGeom>
          <a:noFill/>
          <a:ln/>
        </p:spPr>
        <p:txBody>
          <a:bodyPr wrap="square" rtlCol="0"/>
          <a:lstStyle>
            <a:lvl1pPr marL="0" indent="0" algn="l">
              <a:buNone/>
              <a:defRPr lang="en-US" sz="3200" b="1" dirty="0">
                <a:solidFill>
                  <a:srgbClr val="FFFFFF"/>
                </a:solidFill>
                <a:latin typeface="Helvetica" pitchFamily="34" charset="0"/>
                <a:ea typeface="Helvetica" pitchFamily="34" charset="-122"/>
                <a:cs typeface="Helvetica" pitchFamily="34" charset="-120"/>
              </a:defRPr>
            </a:lvl1pPr>
          </a:lstStyle>
          <a:p>
            <a:pPr marL="0" indent="0" algn="l">
              <a:buNone/>
            </a:pPr>
            <a:r>
              <a:rPr lang="en-US" sz="3200" b="1">
                <a:solidFill>
                  <a:srgbClr val="FFFFFF"/>
                </a:solidFill>
                <a:latin typeface="Helvetica" pitchFamily="34" charset="0"/>
                <a:ea typeface="Helvetica" pitchFamily="34" charset="-122"/>
                <a:cs typeface="Helvetica" pitchFamily="34" charset="-120"/>
              </a:rPr>
              <a:t>Klik om sectietitel toe te voegen</a:t>
            </a:r>
            <a:endParaRPr lang="en-US" sz="3200"/>
          </a:p>
        </p:txBody>
      </p:sp>
      <p:sp>
        <p:nvSpPr>
          <p:cNvPr id="6" name="Text 0"/>
          <p:cNvSpPr>
            <a:spLocks noGrp="1"/>
          </p:cNvSpPr>
          <p:nvPr>
            <p:ph type="body" idx="104" hasCustomPrompt="1"/>
          </p:nvPr>
        </p:nvSpPr>
        <p:spPr>
          <a:xfrm>
            <a:off x="692330" y="3520440"/>
            <a:ext cx="8503920" cy="640080"/>
          </a:xfrm>
          <a:prstGeom prst="rect">
            <a:avLst/>
          </a:prstGeom>
          <a:noFill/>
          <a:ln/>
        </p:spPr>
        <p:txBody>
          <a:bodyPr wrap="square" rtlCol="0"/>
          <a:lstStyle>
            <a:lvl1pPr marL="0" indent="0">
              <a:buNone/>
              <a:defRPr lang="en-US" sz="1400" i="1" dirty="0">
                <a:solidFill>
                  <a:srgbClr val="89CDF2"/>
                </a:solidFill>
                <a:latin typeface="Arial" pitchFamily="34" charset="0"/>
                <a:ea typeface="Arial" pitchFamily="34" charset="-122"/>
                <a:cs typeface="Arial" pitchFamily="34" charset="-120"/>
              </a:defRPr>
            </a:lvl1pPr>
          </a:lstStyle>
          <a:p>
            <a:pPr marL="0" indent="0">
              <a:buNone/>
            </a:pPr>
            <a:r>
              <a:rPr lang="en-US" sz="1400" i="1">
                <a:solidFill>
                  <a:srgbClr val="89CDF2"/>
                </a:solidFill>
                <a:latin typeface="Arial" pitchFamily="34" charset="0"/>
                <a:ea typeface="Arial" pitchFamily="34" charset="-122"/>
                <a:cs typeface="Arial" pitchFamily="34" charset="-120"/>
              </a:rPr>
              <a:t>Klik om korte omschrijving toe te voegen</a:t>
            </a:r>
            <a:endParaRPr lang="en-US" sz="1400"/>
          </a:p>
        </p:txBody>
      </p:sp>
      <p:sp>
        <p:nvSpPr>
          <p:cNvPr id="7" name="Shape 0"/>
          <p:cNvSpPr/>
          <p:nvPr/>
        </p:nvSpPr>
        <p:spPr>
          <a:xfrm>
            <a:off x="822960" y="5696712"/>
            <a:ext cx="10424160" cy="0"/>
          </a:xfrm>
          <a:prstGeom prst="line">
            <a:avLst/>
          </a:prstGeom>
          <a:noFill/>
          <a:ln w="19050">
            <a:solidFill>
              <a:srgbClr val="3A5A7A"/>
            </a:solidFill>
            <a:prstDash val="solid"/>
          </a:ln>
        </p:spPr>
      </p:sp>
      <p:pic>
        <p:nvPicPr>
          <p:cNvPr id="8" name="Image 2" descr="/home/claude/assets/metro_dot.png"/>
          <p:cNvPicPr>
            <a:picLocks noChangeAspect="1"/>
          </p:cNvPicPr>
          <p:nvPr/>
        </p:nvPicPr>
        <p:blipFill>
          <a:blip r:embed="rId2"/>
          <a:stretch>
            <a:fillRect/>
          </a:stretch>
        </p:blipFill>
        <p:spPr>
          <a:xfrm>
            <a:off x="749808" y="5623560"/>
            <a:ext cx="146304" cy="146304"/>
          </a:xfrm>
          <a:prstGeom prst="rect">
            <a:avLst/>
          </a:prstGeom>
        </p:spPr>
      </p:pic>
      <p:sp>
        <p:nvSpPr>
          <p:cNvPr id="9" name="Text 1"/>
          <p:cNvSpPr/>
          <p:nvPr/>
        </p:nvSpPr>
        <p:spPr>
          <a:xfrm>
            <a:off x="54864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1</a:t>
            </a:r>
            <a:endParaRPr lang="en-US" sz="950"/>
          </a:p>
        </p:txBody>
      </p:sp>
      <p:pic>
        <p:nvPicPr>
          <p:cNvPr id="10" name="Image 3" descr="/home/claude/assets/metro_dot.png"/>
          <p:cNvPicPr>
            <a:picLocks noChangeAspect="1"/>
          </p:cNvPicPr>
          <p:nvPr/>
        </p:nvPicPr>
        <p:blipFill>
          <a:blip r:embed="rId2"/>
          <a:stretch>
            <a:fillRect/>
          </a:stretch>
        </p:blipFill>
        <p:spPr>
          <a:xfrm>
            <a:off x="5961888" y="5623560"/>
            <a:ext cx="146304" cy="146304"/>
          </a:xfrm>
          <a:prstGeom prst="rect">
            <a:avLst/>
          </a:prstGeom>
        </p:spPr>
      </p:pic>
      <p:sp>
        <p:nvSpPr>
          <p:cNvPr id="11" name="Text 2"/>
          <p:cNvSpPr/>
          <p:nvPr/>
        </p:nvSpPr>
        <p:spPr>
          <a:xfrm>
            <a:off x="576072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2</a:t>
            </a:r>
            <a:endParaRPr lang="en-US" sz="950"/>
          </a:p>
        </p:txBody>
      </p:sp>
      <p:pic>
        <p:nvPicPr>
          <p:cNvPr id="12" name="Image 4" descr="/home/claude/assets/metro_dot.png"/>
          <p:cNvPicPr>
            <a:picLocks noChangeAspect="1"/>
          </p:cNvPicPr>
          <p:nvPr/>
        </p:nvPicPr>
        <p:blipFill>
          <a:blip r:embed="rId2"/>
          <a:stretch>
            <a:fillRect/>
          </a:stretch>
        </p:blipFill>
        <p:spPr>
          <a:xfrm>
            <a:off x="11173968" y="5623560"/>
            <a:ext cx="146304" cy="146304"/>
          </a:xfrm>
          <a:prstGeom prst="rect">
            <a:avLst/>
          </a:prstGeom>
        </p:spPr>
      </p:pic>
      <p:sp>
        <p:nvSpPr>
          <p:cNvPr id="13" name="Text 3"/>
          <p:cNvSpPr/>
          <p:nvPr/>
        </p:nvSpPr>
        <p:spPr>
          <a:xfrm>
            <a:off x="10972800" y="5824728"/>
            <a:ext cx="548640" cy="256032"/>
          </a:xfrm>
          <a:prstGeom prst="rect">
            <a:avLst/>
          </a:prstGeom>
          <a:noFill/>
          <a:ln/>
        </p:spPr>
        <p:txBody>
          <a:bodyPr wrap="square" rtlCol="0" anchor="ctr"/>
          <a:lstStyle/>
          <a:p>
            <a:pPr marL="0" indent="0" algn="ctr">
              <a:buNone/>
            </a:pPr>
            <a:r>
              <a:rPr lang="en-US" sz="950">
                <a:solidFill>
                  <a:srgbClr val="6E93B5"/>
                </a:solidFill>
                <a:latin typeface="Arial" pitchFamily="34" charset="0"/>
                <a:ea typeface="Arial" pitchFamily="34" charset="-122"/>
                <a:cs typeface="Arial" pitchFamily="34" charset="-120"/>
              </a:rPr>
              <a:t>3</a:t>
            </a:r>
            <a:endParaRPr lang="en-US" sz="950"/>
          </a:p>
        </p:txBody>
      </p:sp>
      <p:pic>
        <p:nvPicPr>
          <p:cNvPr id="23" name="Image 0" descr="/home/claude/assets/dots_grid_hq_dark.png">
            <a:extLst>
              <a:ext uri="{FF2B5EF4-FFF2-40B4-BE49-F238E27FC236}">
                <a16:creationId xmlns:a16="http://schemas.microsoft.com/office/drawing/2014/main" id="{849625D0-E36C-D953-328C-2DA0316ADBB4}"/>
              </a:ext>
            </a:extLst>
          </p:cNvPr>
          <p:cNvPicPr>
            <a:picLocks noChangeAspect="1"/>
          </p:cNvPicPr>
          <p:nvPr userDrawn="1"/>
        </p:nvPicPr>
        <p:blipFill>
          <a:blip r:embed="rId3"/>
          <a:stretch>
            <a:fillRect/>
          </a:stretch>
        </p:blipFill>
        <p:spPr>
          <a:xfrm>
            <a:off x="10511234" y="2330253"/>
            <a:ext cx="2104342" cy="1683474"/>
          </a:xfrm>
          <a:prstGeom prst="rect">
            <a:avLst/>
          </a:prstGeom>
        </p:spPr>
      </p:pic>
      <p:pic>
        <p:nvPicPr>
          <p:cNvPr id="3" name="Graphic 2">
            <a:extLst>
              <a:ext uri="{FF2B5EF4-FFF2-40B4-BE49-F238E27FC236}">
                <a16:creationId xmlns:a16="http://schemas.microsoft.com/office/drawing/2014/main" id="{47638D6E-8EBE-ECA9-30ED-CD44D345BD74}"/>
              </a:ext>
            </a:extLst>
          </p:cNvPr>
          <p:cNvPicPr>
            <a:picLocks noChangeAspect="1"/>
          </p:cNvPicPr>
          <p:nvPr userDrawn="1"/>
        </p:nvPicPr>
        <p:blipFill>
          <a:blip>
            <a:extLst>
              <a:ext uri="{96DAC541-7B7A-43D3-8B79-37D633B846F1}">
                <asvg:svgBlip xmlns:asvg="http://schemas.microsoft.com/office/drawing/2016/SVG/main" r:embed="rId4"/>
              </a:ext>
            </a:extLst>
          </a:blip>
          <a:srcRect t="36090" b="37315"/>
          <a:stretch>
            <a:fillRect/>
          </a:stretch>
        </p:blipFill>
        <p:spPr>
          <a:xfrm>
            <a:off x="10503736" y="6342000"/>
            <a:ext cx="1595687" cy="299886"/>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itense – Titel en inhoud">
    <p:bg>
      <p:bgPr>
        <a:solidFill>
          <a:srgbClr val="FFFFFF"/>
        </a:solidFill>
        <a:effectLst/>
      </p:bgPr>
    </p:bg>
    <p:spTree>
      <p:nvGrpSpPr>
        <p:cNvPr id="1" name=""/>
        <p:cNvGrpSpPr/>
        <p:nvPr/>
      </p:nvGrpSpPr>
      <p:grpSpPr>
        <a:xfrm>
          <a:off x="0" y="0"/>
          <a:ext cx="0" cy="0"/>
          <a:chOff x="0" y="0"/>
          <a:chExt cx="0" cy="0"/>
        </a:xfrm>
      </p:grpSpPr>
      <p:pic>
        <p:nvPicPr>
          <p:cNvPr id="2" name="Image 0" descr="/home/claude/assets/dots_row_hq_thin.png"/>
          <p:cNvPicPr>
            <a:picLocks noChangeAspect="1"/>
          </p:cNvPicPr>
          <p:nvPr/>
        </p:nvPicPr>
        <p:blipFill>
          <a:blip r:embed="rId2"/>
          <a:stretch>
            <a:fillRect/>
          </a:stretch>
        </p:blipFill>
        <p:spPr>
          <a:xfrm>
            <a:off x="558577" y="146304"/>
            <a:ext cx="566928" cy="113386"/>
          </a:xfrm>
          <a:prstGeom prst="rect">
            <a:avLst/>
          </a:prstGeom>
        </p:spPr>
      </p:pic>
      <p:sp>
        <p:nvSpPr>
          <p:cNvPr id="3" name="Shape 0"/>
          <p:cNvSpPr/>
          <p:nvPr/>
        </p:nvSpPr>
        <p:spPr>
          <a:xfrm>
            <a:off x="0" y="6748272"/>
            <a:ext cx="12188952" cy="109728"/>
          </a:xfrm>
          <a:prstGeom prst="rect">
            <a:avLst/>
          </a:prstGeom>
          <a:solidFill>
            <a:srgbClr val="003361"/>
          </a:solidFill>
          <a:ln/>
        </p:spPr>
      </p:sp>
      <p:pic>
        <p:nvPicPr>
          <p:cNvPr id="4" name="Image 1" descr="/home/claude/assets/logo.png"/>
          <p:cNvPicPr>
            <a:picLocks noChangeAspect="1"/>
          </p:cNvPicPr>
          <p:nvPr/>
        </p:nvPicPr>
        <p:blipFill>
          <a:blip r:embed="rId3"/>
          <a:stretch>
            <a:fillRect/>
          </a:stretch>
        </p:blipFill>
        <p:spPr>
          <a:xfrm>
            <a:off x="10771632" y="6400800"/>
            <a:ext cx="1051560" cy="205684"/>
          </a:xfrm>
          <a:prstGeom prst="rect">
            <a:avLst/>
          </a:prstGeom>
        </p:spPr>
      </p:pic>
      <p:sp>
        <p:nvSpPr>
          <p:cNvPr id="5" name="Text 1"/>
          <p:cNvSpPr>
            <a:spLocks noGrp="1"/>
          </p:cNvSpPr>
          <p:nvPr>
            <p:ph type="body" idx="103" hasCustomPrompt="1"/>
          </p:nvPr>
        </p:nvSpPr>
        <p:spPr>
          <a:xfrm>
            <a:off x="502920" y="347472"/>
            <a:ext cx="9144000" cy="292608"/>
          </a:xfrm>
          <a:prstGeom prst="rect">
            <a:avLst/>
          </a:prstGeom>
          <a:noFill/>
          <a:ln/>
        </p:spPr>
        <p:txBody>
          <a:bodyPr wrap="square" rtlCol="0"/>
          <a:lstStyle>
            <a:lvl1pPr marL="0" indent="0">
              <a:buNone/>
              <a:defRPr lang="en-US" sz="1100" b="1" kern="0" spc="150" dirty="0">
                <a:solidFill>
                  <a:srgbClr val="E96532"/>
                </a:solidFill>
                <a:latin typeface="Arial" pitchFamily="34" charset="0"/>
                <a:ea typeface="Arial" pitchFamily="34" charset="-122"/>
                <a:cs typeface="Arial" pitchFamily="34" charset="-120"/>
              </a:defRPr>
            </a:lvl1pPr>
          </a:lstStyle>
          <a:p>
            <a:pPr marL="0" indent="0">
              <a:buNone/>
            </a:pPr>
            <a:r>
              <a:rPr lang="en-US" sz="1100" b="1" kern="0" spc="150">
                <a:solidFill>
                  <a:srgbClr val="E96532"/>
                </a:solidFill>
                <a:latin typeface="Arial" pitchFamily="34" charset="0"/>
                <a:ea typeface="Arial" pitchFamily="34" charset="-122"/>
                <a:cs typeface="Arial" pitchFamily="34" charset="-120"/>
              </a:rPr>
              <a:t>KICKER</a:t>
            </a:r>
            <a:endParaRPr lang="en-US" sz="1100"/>
          </a:p>
        </p:txBody>
      </p:sp>
      <p:sp>
        <p:nvSpPr>
          <p:cNvPr id="6" name="Text 1"/>
          <p:cNvSpPr>
            <a:spLocks noGrp="1"/>
          </p:cNvSpPr>
          <p:nvPr>
            <p:ph type="title" idx="104" hasCustomPrompt="1"/>
          </p:nvPr>
        </p:nvSpPr>
        <p:spPr>
          <a:xfrm>
            <a:off x="502920" y="621792"/>
            <a:ext cx="10515600" cy="640080"/>
          </a:xfrm>
          <a:prstGeom prst="rect">
            <a:avLst/>
          </a:prstGeom>
          <a:noFill/>
          <a:ln/>
        </p:spPr>
        <p:txBody>
          <a:bodyPr wrap="square" rtlCol="0"/>
          <a:lstStyle>
            <a:lvl1pPr marL="0" indent="0" algn="l">
              <a:buNone/>
              <a:defRPr lang="en-US" sz="2600" b="1" dirty="0">
                <a:solidFill>
                  <a:srgbClr val="003361"/>
                </a:solidFill>
                <a:latin typeface="Helvetica" pitchFamily="34" charset="0"/>
                <a:ea typeface="Helvetica" pitchFamily="34" charset="-122"/>
                <a:cs typeface="Helvetica" pitchFamily="34" charset="-120"/>
              </a:defRPr>
            </a:lvl1pPr>
          </a:lstStyle>
          <a:p>
            <a:pPr marL="0" indent="0" algn="l">
              <a:buNone/>
            </a:pPr>
            <a:r>
              <a:rPr lang="en-US" sz="2600" b="1">
                <a:solidFill>
                  <a:srgbClr val="003361"/>
                </a:solidFill>
                <a:latin typeface="Helvetica" pitchFamily="34" charset="0"/>
                <a:ea typeface="Helvetica" pitchFamily="34" charset="-122"/>
                <a:cs typeface="Helvetica" pitchFamily="34" charset="-120"/>
              </a:rPr>
              <a:t>Klik om titel toe te voegen</a:t>
            </a:r>
            <a:endParaRPr lang="en-US" sz="2600"/>
          </a:p>
        </p:txBody>
      </p:sp>
      <p:sp>
        <p:nvSpPr>
          <p:cNvPr id="7" name="Text 1"/>
          <p:cNvSpPr>
            <a:spLocks noGrp="1"/>
          </p:cNvSpPr>
          <p:nvPr>
            <p:ph type="body" idx="105" hasCustomPrompt="1"/>
          </p:nvPr>
        </p:nvSpPr>
        <p:spPr>
          <a:xfrm>
            <a:off x="502920" y="1417320"/>
            <a:ext cx="11183112" cy="4572000"/>
          </a:xfrm>
          <a:prstGeom prst="rect">
            <a:avLst/>
          </a:prstGeom>
          <a:noFill/>
          <a:ln/>
        </p:spPr>
        <p:txBody>
          <a:bodyPr wrap="square" rtlCol="0"/>
          <a:lstStyle>
            <a:lvl1pPr marL="0" indent="0">
              <a:buNone/>
              <a:defRPr lang="en-US" sz="1500" dirty="0">
                <a:solidFill>
                  <a:srgbClr val="2B3033"/>
                </a:solidFill>
                <a:latin typeface="Arial" pitchFamily="34" charset="0"/>
                <a:ea typeface="Arial" pitchFamily="34" charset="-122"/>
                <a:cs typeface="Arial" pitchFamily="34" charset="-120"/>
              </a:defRPr>
            </a:lvl1pPr>
          </a:lstStyle>
          <a:p>
            <a:pPr marL="0" indent="0">
              <a:buNone/>
            </a:pPr>
            <a:r>
              <a:rPr lang="en-US" sz="1500">
                <a:solidFill>
                  <a:srgbClr val="2B3033"/>
                </a:solidFill>
                <a:latin typeface="Arial" pitchFamily="34" charset="0"/>
                <a:ea typeface="Arial" pitchFamily="34" charset="-122"/>
                <a:cs typeface="Arial" pitchFamily="34" charset="-120"/>
              </a:rPr>
              <a:t>Klik om inhoud toe te voegen</a:t>
            </a:r>
            <a:endParaRPr lang="en-US" sz="15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itense – Twee inhoud">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6748272"/>
            <a:ext cx="12188952" cy="109728"/>
          </a:xfrm>
          <a:prstGeom prst="rect">
            <a:avLst/>
          </a:prstGeom>
          <a:solidFill>
            <a:srgbClr val="003361"/>
          </a:solidFill>
          <a:ln/>
        </p:spPr>
      </p:sp>
      <p:pic>
        <p:nvPicPr>
          <p:cNvPr id="4" name="Image 1" descr="/home/claude/assets/logo.png"/>
          <p:cNvPicPr>
            <a:picLocks noChangeAspect="1"/>
          </p:cNvPicPr>
          <p:nvPr/>
        </p:nvPicPr>
        <p:blipFill>
          <a:blip r:embed="rId2"/>
          <a:stretch>
            <a:fillRect/>
          </a:stretch>
        </p:blipFill>
        <p:spPr>
          <a:xfrm>
            <a:off x="10771632" y="6400800"/>
            <a:ext cx="1051560" cy="205684"/>
          </a:xfrm>
          <a:prstGeom prst="rect">
            <a:avLst/>
          </a:prstGeom>
        </p:spPr>
      </p:pic>
      <p:sp>
        <p:nvSpPr>
          <p:cNvPr id="5" name="Text 1"/>
          <p:cNvSpPr>
            <a:spLocks noGrp="1"/>
          </p:cNvSpPr>
          <p:nvPr>
            <p:ph type="body" idx="103" hasCustomPrompt="1"/>
          </p:nvPr>
        </p:nvSpPr>
        <p:spPr>
          <a:xfrm>
            <a:off x="502920" y="347472"/>
            <a:ext cx="9144000" cy="292608"/>
          </a:xfrm>
          <a:prstGeom prst="rect">
            <a:avLst/>
          </a:prstGeom>
          <a:noFill/>
          <a:ln/>
        </p:spPr>
        <p:txBody>
          <a:bodyPr wrap="square" rtlCol="0"/>
          <a:lstStyle>
            <a:lvl1pPr marL="0" indent="0">
              <a:buNone/>
              <a:defRPr lang="en-US" sz="1100" b="1" kern="0" spc="150" dirty="0">
                <a:solidFill>
                  <a:srgbClr val="E96532"/>
                </a:solidFill>
                <a:latin typeface="Arial" pitchFamily="34" charset="0"/>
                <a:ea typeface="Arial" pitchFamily="34" charset="-122"/>
                <a:cs typeface="Arial" pitchFamily="34" charset="-120"/>
              </a:defRPr>
            </a:lvl1pPr>
          </a:lstStyle>
          <a:p>
            <a:pPr marL="0" indent="0">
              <a:buNone/>
            </a:pPr>
            <a:r>
              <a:rPr lang="en-US" sz="1100" b="1" kern="0" spc="150">
                <a:solidFill>
                  <a:srgbClr val="E96532"/>
                </a:solidFill>
                <a:latin typeface="Arial" pitchFamily="34" charset="0"/>
                <a:ea typeface="Arial" pitchFamily="34" charset="-122"/>
                <a:cs typeface="Arial" pitchFamily="34" charset="-120"/>
              </a:rPr>
              <a:t>KICKER</a:t>
            </a:r>
            <a:endParaRPr lang="en-US" sz="1100"/>
          </a:p>
        </p:txBody>
      </p:sp>
      <p:sp>
        <p:nvSpPr>
          <p:cNvPr id="6" name="Text 1"/>
          <p:cNvSpPr>
            <a:spLocks noGrp="1"/>
          </p:cNvSpPr>
          <p:nvPr>
            <p:ph type="title" idx="104" hasCustomPrompt="1"/>
          </p:nvPr>
        </p:nvSpPr>
        <p:spPr>
          <a:xfrm>
            <a:off x="502920" y="621792"/>
            <a:ext cx="10515600" cy="640080"/>
          </a:xfrm>
          <a:prstGeom prst="rect">
            <a:avLst/>
          </a:prstGeom>
          <a:noFill/>
          <a:ln/>
        </p:spPr>
        <p:txBody>
          <a:bodyPr wrap="square" rtlCol="0"/>
          <a:lstStyle>
            <a:lvl1pPr marL="0" indent="0" algn="l">
              <a:buNone/>
              <a:defRPr lang="en-US" sz="2600" b="1" dirty="0">
                <a:solidFill>
                  <a:srgbClr val="003361"/>
                </a:solidFill>
                <a:latin typeface="Helvetica" pitchFamily="34" charset="0"/>
                <a:ea typeface="Helvetica" pitchFamily="34" charset="-122"/>
                <a:cs typeface="Helvetica" pitchFamily="34" charset="-120"/>
              </a:defRPr>
            </a:lvl1pPr>
          </a:lstStyle>
          <a:p>
            <a:pPr marL="0" indent="0" algn="l">
              <a:buNone/>
            </a:pPr>
            <a:r>
              <a:rPr lang="en-US" sz="2600" b="1">
                <a:solidFill>
                  <a:srgbClr val="003361"/>
                </a:solidFill>
                <a:latin typeface="Helvetica" pitchFamily="34" charset="0"/>
                <a:ea typeface="Helvetica" pitchFamily="34" charset="-122"/>
                <a:cs typeface="Helvetica" pitchFamily="34" charset="-120"/>
              </a:rPr>
              <a:t>Klik om titel toe te voegen</a:t>
            </a:r>
            <a:endParaRPr lang="en-US" sz="2600"/>
          </a:p>
        </p:txBody>
      </p:sp>
      <p:sp>
        <p:nvSpPr>
          <p:cNvPr id="7" name="Text 1"/>
          <p:cNvSpPr>
            <a:spLocks noGrp="1"/>
          </p:cNvSpPr>
          <p:nvPr>
            <p:ph type="body" idx="105" hasCustomPrompt="1"/>
          </p:nvPr>
        </p:nvSpPr>
        <p:spPr>
          <a:xfrm>
            <a:off x="502920" y="1554480"/>
            <a:ext cx="5349240" cy="4434840"/>
          </a:xfrm>
          <a:prstGeom prst="rect">
            <a:avLst/>
          </a:prstGeom>
          <a:noFill/>
          <a:ln/>
        </p:spPr>
        <p:txBody>
          <a:bodyPr wrap="square" rtlCol="0"/>
          <a:lstStyle>
            <a:lvl1pPr marL="0" indent="0">
              <a:buNone/>
              <a:defRPr lang="en-US" sz="1400" dirty="0">
                <a:solidFill>
                  <a:srgbClr val="2B3033"/>
                </a:solidFill>
                <a:latin typeface="Arial" pitchFamily="34" charset="0"/>
                <a:ea typeface="Arial" pitchFamily="34" charset="-122"/>
                <a:cs typeface="Arial" pitchFamily="34" charset="-120"/>
              </a:defRPr>
            </a:lvl1pPr>
          </a:lstStyle>
          <a:p>
            <a:pPr marL="0" indent="0">
              <a:buNone/>
            </a:pPr>
            <a:r>
              <a:rPr lang="en-US" sz="1400">
                <a:solidFill>
                  <a:srgbClr val="2B3033"/>
                </a:solidFill>
                <a:latin typeface="Arial" pitchFamily="34" charset="0"/>
                <a:ea typeface="Arial" pitchFamily="34" charset="-122"/>
                <a:cs typeface="Arial" pitchFamily="34" charset="-120"/>
              </a:rPr>
              <a:t>Klik om linkerinhoud toe te voegen</a:t>
            </a:r>
            <a:endParaRPr lang="en-US" sz="1400"/>
          </a:p>
        </p:txBody>
      </p:sp>
      <p:sp>
        <p:nvSpPr>
          <p:cNvPr id="8" name="Text 1"/>
          <p:cNvSpPr>
            <a:spLocks noGrp="1"/>
          </p:cNvSpPr>
          <p:nvPr>
            <p:ph type="body" idx="106" hasCustomPrompt="1"/>
          </p:nvPr>
        </p:nvSpPr>
        <p:spPr>
          <a:xfrm>
            <a:off x="6336792" y="1554480"/>
            <a:ext cx="5349240" cy="4434840"/>
          </a:xfrm>
          <a:prstGeom prst="rect">
            <a:avLst/>
          </a:prstGeom>
          <a:noFill/>
          <a:ln/>
        </p:spPr>
        <p:txBody>
          <a:bodyPr wrap="square" rtlCol="0"/>
          <a:lstStyle>
            <a:lvl1pPr marL="0" indent="0">
              <a:buNone/>
              <a:defRPr lang="en-US" sz="1400" dirty="0">
                <a:solidFill>
                  <a:srgbClr val="2B3033"/>
                </a:solidFill>
                <a:latin typeface="Arial" pitchFamily="34" charset="0"/>
                <a:ea typeface="Arial" pitchFamily="34" charset="-122"/>
                <a:cs typeface="Arial" pitchFamily="34" charset="-120"/>
              </a:defRPr>
            </a:lvl1pPr>
          </a:lstStyle>
          <a:p>
            <a:pPr marL="0" indent="0">
              <a:buNone/>
            </a:pPr>
            <a:r>
              <a:rPr lang="en-US" sz="1400">
                <a:solidFill>
                  <a:srgbClr val="2B3033"/>
                </a:solidFill>
                <a:latin typeface="Arial" pitchFamily="34" charset="0"/>
                <a:ea typeface="Arial" pitchFamily="34" charset="-122"/>
                <a:cs typeface="Arial" pitchFamily="34" charset="-120"/>
              </a:rPr>
              <a:t>Klik om rechterinhoud toe te voegen</a:t>
            </a:r>
            <a:endParaRPr lang="en-US" sz="1400"/>
          </a:p>
        </p:txBody>
      </p:sp>
      <p:sp>
        <p:nvSpPr>
          <p:cNvPr id="9" name="Shape 1"/>
          <p:cNvSpPr/>
          <p:nvPr/>
        </p:nvSpPr>
        <p:spPr>
          <a:xfrm>
            <a:off x="6094476" y="1554480"/>
            <a:ext cx="0" cy="4434840"/>
          </a:xfrm>
          <a:prstGeom prst="line">
            <a:avLst/>
          </a:prstGeom>
          <a:noFill/>
          <a:ln w="12700">
            <a:solidFill>
              <a:srgbClr val="E3E8EA"/>
            </a:solidFill>
            <a:prstDash val="solid"/>
          </a:ln>
        </p:spPr>
      </p:sp>
      <p:pic>
        <p:nvPicPr>
          <p:cNvPr id="11" name="Image 0" descr="/home/claude/assets/dots_row_hq_thin.png">
            <a:extLst>
              <a:ext uri="{FF2B5EF4-FFF2-40B4-BE49-F238E27FC236}">
                <a16:creationId xmlns:a16="http://schemas.microsoft.com/office/drawing/2014/main" id="{ED028D95-4FE8-D6A5-3A66-583896108603}"/>
              </a:ext>
            </a:extLst>
          </p:cNvPr>
          <p:cNvPicPr>
            <a:picLocks noChangeAspect="1"/>
          </p:cNvPicPr>
          <p:nvPr userDrawn="1"/>
        </p:nvPicPr>
        <p:blipFill>
          <a:blip r:embed="rId3"/>
          <a:stretch>
            <a:fillRect/>
          </a:stretch>
        </p:blipFill>
        <p:spPr>
          <a:xfrm>
            <a:off x="558577" y="146304"/>
            <a:ext cx="566928" cy="11338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Ritense – Titel alleen">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6748272"/>
            <a:ext cx="12188952" cy="109728"/>
          </a:xfrm>
          <a:prstGeom prst="rect">
            <a:avLst/>
          </a:prstGeom>
          <a:solidFill>
            <a:srgbClr val="003361"/>
          </a:solidFill>
          <a:ln/>
        </p:spPr>
      </p:sp>
      <p:pic>
        <p:nvPicPr>
          <p:cNvPr id="4" name="Image 1" descr="/home/claude/assets/logo.png"/>
          <p:cNvPicPr>
            <a:picLocks noChangeAspect="1"/>
          </p:cNvPicPr>
          <p:nvPr/>
        </p:nvPicPr>
        <p:blipFill>
          <a:blip r:embed="rId2"/>
          <a:stretch>
            <a:fillRect/>
          </a:stretch>
        </p:blipFill>
        <p:spPr>
          <a:xfrm>
            <a:off x="10771632" y="6400800"/>
            <a:ext cx="1051560" cy="205684"/>
          </a:xfrm>
          <a:prstGeom prst="rect">
            <a:avLst/>
          </a:prstGeom>
        </p:spPr>
      </p:pic>
      <p:sp>
        <p:nvSpPr>
          <p:cNvPr id="5" name="Text 1"/>
          <p:cNvSpPr>
            <a:spLocks noGrp="1"/>
          </p:cNvSpPr>
          <p:nvPr>
            <p:ph type="body" idx="103" hasCustomPrompt="1"/>
          </p:nvPr>
        </p:nvSpPr>
        <p:spPr>
          <a:xfrm>
            <a:off x="502920" y="347472"/>
            <a:ext cx="9144000" cy="292608"/>
          </a:xfrm>
          <a:prstGeom prst="rect">
            <a:avLst/>
          </a:prstGeom>
          <a:noFill/>
          <a:ln/>
        </p:spPr>
        <p:txBody>
          <a:bodyPr wrap="square" rtlCol="0"/>
          <a:lstStyle>
            <a:lvl1pPr marL="0" indent="0">
              <a:buNone/>
              <a:defRPr lang="en-US" sz="1100" b="1" kern="0" spc="150" dirty="0">
                <a:solidFill>
                  <a:srgbClr val="E96532"/>
                </a:solidFill>
                <a:latin typeface="Arial" pitchFamily="34" charset="0"/>
                <a:ea typeface="Arial" pitchFamily="34" charset="-122"/>
                <a:cs typeface="Arial" pitchFamily="34" charset="-120"/>
              </a:defRPr>
            </a:lvl1pPr>
          </a:lstStyle>
          <a:p>
            <a:pPr marL="0" indent="0">
              <a:buNone/>
            </a:pPr>
            <a:r>
              <a:rPr lang="en-US" sz="1100" b="1" kern="0" spc="150">
                <a:solidFill>
                  <a:srgbClr val="E96532"/>
                </a:solidFill>
                <a:latin typeface="Arial" pitchFamily="34" charset="0"/>
                <a:ea typeface="Arial" pitchFamily="34" charset="-122"/>
                <a:cs typeface="Arial" pitchFamily="34" charset="-120"/>
              </a:rPr>
              <a:t>KICKER</a:t>
            </a:r>
            <a:endParaRPr lang="en-US" sz="1100"/>
          </a:p>
        </p:txBody>
      </p:sp>
      <p:sp>
        <p:nvSpPr>
          <p:cNvPr id="6" name="Text 1"/>
          <p:cNvSpPr>
            <a:spLocks noGrp="1"/>
          </p:cNvSpPr>
          <p:nvPr>
            <p:ph type="title" idx="104" hasCustomPrompt="1"/>
          </p:nvPr>
        </p:nvSpPr>
        <p:spPr>
          <a:xfrm>
            <a:off x="502920" y="621792"/>
            <a:ext cx="10515600" cy="640080"/>
          </a:xfrm>
          <a:prstGeom prst="rect">
            <a:avLst/>
          </a:prstGeom>
          <a:noFill/>
          <a:ln/>
        </p:spPr>
        <p:txBody>
          <a:bodyPr wrap="square" rtlCol="0"/>
          <a:lstStyle>
            <a:lvl1pPr marL="0" indent="0" algn="l">
              <a:buNone/>
              <a:defRPr lang="en-US" sz="2600" b="1" dirty="0">
                <a:solidFill>
                  <a:srgbClr val="003361"/>
                </a:solidFill>
                <a:latin typeface="Helvetica" pitchFamily="34" charset="0"/>
                <a:ea typeface="Helvetica" pitchFamily="34" charset="-122"/>
                <a:cs typeface="Helvetica" pitchFamily="34" charset="-120"/>
              </a:defRPr>
            </a:lvl1pPr>
          </a:lstStyle>
          <a:p>
            <a:pPr marL="0" indent="0" algn="l">
              <a:buNone/>
            </a:pPr>
            <a:r>
              <a:rPr lang="en-US" sz="2600" b="1">
                <a:solidFill>
                  <a:srgbClr val="003361"/>
                </a:solidFill>
                <a:latin typeface="Helvetica" pitchFamily="34" charset="0"/>
                <a:ea typeface="Helvetica" pitchFamily="34" charset="-122"/>
                <a:cs typeface="Helvetica" pitchFamily="34" charset="-120"/>
              </a:rPr>
              <a:t>Klik om titel toe te voegen</a:t>
            </a:r>
            <a:endParaRPr lang="en-US" sz="2600"/>
          </a:p>
        </p:txBody>
      </p:sp>
      <p:pic>
        <p:nvPicPr>
          <p:cNvPr id="8" name="Image 0" descr="/home/claude/assets/dots_row_hq_thin.png">
            <a:extLst>
              <a:ext uri="{FF2B5EF4-FFF2-40B4-BE49-F238E27FC236}">
                <a16:creationId xmlns:a16="http://schemas.microsoft.com/office/drawing/2014/main" id="{C10A6A62-F7C3-1643-ACA2-5FF0064FF272}"/>
              </a:ext>
            </a:extLst>
          </p:cNvPr>
          <p:cNvPicPr>
            <a:picLocks noChangeAspect="1"/>
          </p:cNvPicPr>
          <p:nvPr userDrawn="1"/>
        </p:nvPicPr>
        <p:blipFill>
          <a:blip r:embed="rId3"/>
          <a:stretch>
            <a:fillRect/>
          </a:stretch>
        </p:blipFill>
        <p:spPr>
          <a:xfrm>
            <a:off x="558577" y="146304"/>
            <a:ext cx="566928" cy="11338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itense – Afbeelding met titel">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6748272"/>
            <a:ext cx="12188952" cy="109728"/>
          </a:xfrm>
          <a:prstGeom prst="rect">
            <a:avLst/>
          </a:prstGeom>
          <a:solidFill>
            <a:srgbClr val="003361"/>
          </a:solidFill>
          <a:ln/>
        </p:spPr>
      </p:sp>
      <p:pic>
        <p:nvPicPr>
          <p:cNvPr id="4" name="Image 1" descr="/home/claude/assets/logo.png"/>
          <p:cNvPicPr>
            <a:picLocks noChangeAspect="1"/>
          </p:cNvPicPr>
          <p:nvPr/>
        </p:nvPicPr>
        <p:blipFill>
          <a:blip r:embed="rId2"/>
          <a:stretch>
            <a:fillRect/>
          </a:stretch>
        </p:blipFill>
        <p:spPr>
          <a:xfrm>
            <a:off x="10771632" y="6400800"/>
            <a:ext cx="1051560" cy="205684"/>
          </a:xfrm>
          <a:prstGeom prst="rect">
            <a:avLst/>
          </a:prstGeom>
        </p:spPr>
      </p:pic>
      <p:sp>
        <p:nvSpPr>
          <p:cNvPr id="5" name="Text 1"/>
          <p:cNvSpPr>
            <a:spLocks noGrp="1"/>
          </p:cNvSpPr>
          <p:nvPr>
            <p:ph type="body" idx="103" hasCustomPrompt="1"/>
          </p:nvPr>
        </p:nvSpPr>
        <p:spPr>
          <a:xfrm>
            <a:off x="502920" y="347472"/>
            <a:ext cx="9144000" cy="292608"/>
          </a:xfrm>
          <a:prstGeom prst="rect">
            <a:avLst/>
          </a:prstGeom>
          <a:noFill/>
          <a:ln/>
        </p:spPr>
        <p:txBody>
          <a:bodyPr wrap="square" rtlCol="0"/>
          <a:lstStyle>
            <a:lvl1pPr marL="0" indent="0">
              <a:buNone/>
              <a:defRPr lang="en-US" sz="1100" b="1" kern="0" spc="150" dirty="0">
                <a:solidFill>
                  <a:srgbClr val="E96532"/>
                </a:solidFill>
                <a:latin typeface="Arial" pitchFamily="34" charset="0"/>
                <a:ea typeface="Arial" pitchFamily="34" charset="-122"/>
                <a:cs typeface="Arial" pitchFamily="34" charset="-120"/>
              </a:defRPr>
            </a:lvl1pPr>
          </a:lstStyle>
          <a:p>
            <a:pPr marL="0" indent="0">
              <a:buNone/>
            </a:pPr>
            <a:r>
              <a:rPr lang="en-US" sz="1100" b="1" kern="0" spc="150">
                <a:solidFill>
                  <a:srgbClr val="E96532"/>
                </a:solidFill>
                <a:latin typeface="Arial" pitchFamily="34" charset="0"/>
                <a:ea typeface="Arial" pitchFamily="34" charset="-122"/>
                <a:cs typeface="Arial" pitchFamily="34" charset="-120"/>
              </a:rPr>
              <a:t>KICKER</a:t>
            </a:r>
            <a:endParaRPr lang="en-US" sz="1100"/>
          </a:p>
        </p:txBody>
      </p:sp>
      <p:sp>
        <p:nvSpPr>
          <p:cNvPr id="6" name="Text 1"/>
          <p:cNvSpPr>
            <a:spLocks noGrp="1"/>
          </p:cNvSpPr>
          <p:nvPr>
            <p:ph type="title" idx="104" hasCustomPrompt="1"/>
          </p:nvPr>
        </p:nvSpPr>
        <p:spPr>
          <a:xfrm>
            <a:off x="502920" y="621792"/>
            <a:ext cx="10515600" cy="640080"/>
          </a:xfrm>
          <a:prstGeom prst="rect">
            <a:avLst/>
          </a:prstGeom>
          <a:noFill/>
          <a:ln/>
        </p:spPr>
        <p:txBody>
          <a:bodyPr wrap="square" rtlCol="0"/>
          <a:lstStyle>
            <a:lvl1pPr marL="0" indent="0" algn="l">
              <a:buNone/>
              <a:defRPr lang="en-US" sz="2600" b="1" dirty="0">
                <a:solidFill>
                  <a:srgbClr val="003361"/>
                </a:solidFill>
                <a:latin typeface="Helvetica" pitchFamily="34" charset="0"/>
                <a:ea typeface="Helvetica" pitchFamily="34" charset="-122"/>
                <a:cs typeface="Helvetica" pitchFamily="34" charset="-120"/>
              </a:defRPr>
            </a:lvl1pPr>
          </a:lstStyle>
          <a:p>
            <a:pPr marL="0" indent="0" algn="l">
              <a:buNone/>
            </a:pPr>
            <a:r>
              <a:rPr lang="en-US" sz="2600" b="1">
                <a:solidFill>
                  <a:srgbClr val="003361"/>
                </a:solidFill>
                <a:latin typeface="Helvetica" pitchFamily="34" charset="0"/>
                <a:ea typeface="Helvetica" pitchFamily="34" charset="-122"/>
                <a:cs typeface="Helvetica" pitchFamily="34" charset="-120"/>
              </a:rPr>
              <a:t>Klik om titel toe te voegen</a:t>
            </a:r>
            <a:endParaRPr lang="en-US" sz="2600"/>
          </a:p>
        </p:txBody>
      </p:sp>
      <p:sp>
        <p:nvSpPr>
          <p:cNvPr id="7" name="Text 1"/>
          <p:cNvSpPr>
            <a:spLocks noGrp="1"/>
          </p:cNvSpPr>
          <p:nvPr>
            <p:ph idx="105" hasCustomPrompt="1"/>
          </p:nvPr>
        </p:nvSpPr>
        <p:spPr>
          <a:xfrm>
            <a:off x="502920" y="1508760"/>
            <a:ext cx="6766560" cy="4434840"/>
          </a:xfrm>
          <a:prstGeom prst="rect">
            <a:avLst/>
          </a:prstGeom>
          <a:noFill/>
          <a:ln/>
        </p:spPr>
        <p:txBody>
          <a:bodyPr wrap="square" rtlCol="0"/>
          <a:lstStyle>
            <a:lvl1pPr marL="0" indent="0">
              <a:buNone/>
              <a:defRPr lang="en-US" dirty="0"/>
            </a:lvl1pPr>
          </a:lstStyle>
          <a:p>
            <a:pPr marL="0" indent="0">
              <a:buNone/>
            </a:pPr>
            <a:endParaRPr lang="en-US"/>
          </a:p>
        </p:txBody>
      </p:sp>
      <p:sp>
        <p:nvSpPr>
          <p:cNvPr id="8" name="Text 1"/>
          <p:cNvSpPr>
            <a:spLocks noGrp="1"/>
          </p:cNvSpPr>
          <p:nvPr>
            <p:ph type="body" idx="106" hasCustomPrompt="1"/>
          </p:nvPr>
        </p:nvSpPr>
        <p:spPr>
          <a:xfrm>
            <a:off x="7543800" y="1508760"/>
            <a:ext cx="4142232" cy="4434840"/>
          </a:xfrm>
          <a:prstGeom prst="rect">
            <a:avLst/>
          </a:prstGeom>
          <a:noFill/>
          <a:ln/>
        </p:spPr>
        <p:txBody>
          <a:bodyPr wrap="square" rtlCol="0"/>
          <a:lstStyle>
            <a:lvl1pPr marL="0" indent="0">
              <a:buNone/>
              <a:defRPr lang="en-US" sz="1300" dirty="0">
                <a:solidFill>
                  <a:srgbClr val="2B3033"/>
                </a:solidFill>
                <a:latin typeface="Arial" pitchFamily="34" charset="0"/>
                <a:ea typeface="Arial" pitchFamily="34" charset="-122"/>
                <a:cs typeface="Arial" pitchFamily="34" charset="-120"/>
              </a:defRPr>
            </a:lvl1pPr>
          </a:lstStyle>
          <a:p>
            <a:pPr marL="0" indent="0">
              <a:buNone/>
            </a:pPr>
            <a:r>
              <a:rPr lang="en-US" sz="1300">
                <a:solidFill>
                  <a:srgbClr val="2B3033"/>
                </a:solidFill>
                <a:latin typeface="Arial" pitchFamily="34" charset="0"/>
                <a:ea typeface="Arial" pitchFamily="34" charset="-122"/>
                <a:cs typeface="Arial" pitchFamily="34" charset="-120"/>
              </a:rPr>
              <a:t>Klik om toelichting toe te voegen</a:t>
            </a:r>
            <a:endParaRPr lang="en-US" sz="1300"/>
          </a:p>
        </p:txBody>
      </p:sp>
      <p:pic>
        <p:nvPicPr>
          <p:cNvPr id="10" name="Image 0" descr="/home/claude/assets/dots_row_hq_thin.png">
            <a:extLst>
              <a:ext uri="{FF2B5EF4-FFF2-40B4-BE49-F238E27FC236}">
                <a16:creationId xmlns:a16="http://schemas.microsoft.com/office/drawing/2014/main" id="{74D5CB00-50DB-228C-4D02-A0B042316194}"/>
              </a:ext>
            </a:extLst>
          </p:cNvPr>
          <p:cNvPicPr>
            <a:picLocks noChangeAspect="1"/>
          </p:cNvPicPr>
          <p:nvPr userDrawn="1"/>
        </p:nvPicPr>
        <p:blipFill>
          <a:blip r:embed="rId3"/>
          <a:stretch>
            <a:fillRect/>
          </a:stretch>
        </p:blipFill>
        <p:spPr>
          <a:xfrm>
            <a:off x="558577" y="146304"/>
            <a:ext cx="566928" cy="11338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itense – Leeg">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6748272"/>
            <a:ext cx="12188952" cy="109728"/>
          </a:xfrm>
          <a:prstGeom prst="rect">
            <a:avLst/>
          </a:prstGeom>
          <a:solidFill>
            <a:srgbClr val="003361"/>
          </a:solidFill>
          <a:ln/>
        </p:spPr>
      </p:sp>
      <p:pic>
        <p:nvPicPr>
          <p:cNvPr id="4" name="Image 1" descr="/home/claude/assets/logo.png"/>
          <p:cNvPicPr>
            <a:picLocks noChangeAspect="1"/>
          </p:cNvPicPr>
          <p:nvPr/>
        </p:nvPicPr>
        <p:blipFill>
          <a:blip r:embed="rId2"/>
          <a:stretch>
            <a:fillRect/>
          </a:stretch>
        </p:blipFill>
        <p:spPr>
          <a:xfrm>
            <a:off x="10771632" y="6400800"/>
            <a:ext cx="1051560" cy="205684"/>
          </a:xfrm>
          <a:prstGeom prst="rect">
            <a:avLst/>
          </a:prstGeom>
        </p:spPr>
      </p:pic>
      <p:pic>
        <p:nvPicPr>
          <p:cNvPr id="6" name="Image 0" descr="/home/claude/assets/dots_row_hq_thin.png">
            <a:extLst>
              <a:ext uri="{FF2B5EF4-FFF2-40B4-BE49-F238E27FC236}">
                <a16:creationId xmlns:a16="http://schemas.microsoft.com/office/drawing/2014/main" id="{384A49FC-0B3F-A06B-C02D-E12D2594D5EC}"/>
              </a:ext>
            </a:extLst>
          </p:cNvPr>
          <p:cNvPicPr>
            <a:picLocks noChangeAspect="1"/>
          </p:cNvPicPr>
          <p:nvPr userDrawn="1"/>
        </p:nvPicPr>
        <p:blipFill>
          <a:blip r:embed="rId3"/>
          <a:stretch>
            <a:fillRect/>
          </a:stretch>
        </p:blipFill>
        <p:spPr>
          <a:xfrm>
            <a:off x="558577" y="146304"/>
            <a:ext cx="566928" cy="11338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Ritense – Afsluiting">
    <p:bg>
      <p:bgPr>
        <a:solidFill>
          <a:srgbClr val="001F3D"/>
        </a:solidFill>
        <a:effectLst/>
      </p:bgPr>
    </p:bg>
    <p:spTree>
      <p:nvGrpSpPr>
        <p:cNvPr id="1" name=""/>
        <p:cNvGrpSpPr/>
        <p:nvPr/>
      </p:nvGrpSpPr>
      <p:grpSpPr>
        <a:xfrm>
          <a:off x="0" y="0"/>
          <a:ext cx="0" cy="0"/>
          <a:chOff x="0" y="0"/>
          <a:chExt cx="0" cy="0"/>
        </a:xfrm>
      </p:grpSpPr>
      <p:pic>
        <p:nvPicPr>
          <p:cNvPr id="2" name="Image 0" descr="/home/claude/assets/dots_grid_hq_dark.png"/>
          <p:cNvPicPr>
            <a:picLocks noChangeAspect="1"/>
          </p:cNvPicPr>
          <p:nvPr userDrawn="1"/>
        </p:nvPicPr>
        <p:blipFill>
          <a:blip r:embed="rId2"/>
          <a:stretch>
            <a:fillRect/>
          </a:stretch>
        </p:blipFill>
        <p:spPr>
          <a:xfrm>
            <a:off x="-520884" y="-40827"/>
            <a:ext cx="2406831" cy="1925465"/>
          </a:xfrm>
          <a:prstGeom prst="rect">
            <a:avLst/>
          </a:prstGeom>
        </p:spPr>
      </p:pic>
      <p:sp>
        <p:nvSpPr>
          <p:cNvPr id="4" name="Text 0"/>
          <p:cNvSpPr>
            <a:spLocks noGrp="1"/>
          </p:cNvSpPr>
          <p:nvPr>
            <p:ph type="title" idx="102" hasCustomPrompt="1"/>
          </p:nvPr>
        </p:nvSpPr>
        <p:spPr>
          <a:xfrm>
            <a:off x="822960" y="2651760"/>
            <a:ext cx="9601200" cy="1005840"/>
          </a:xfrm>
          <a:prstGeom prst="rect">
            <a:avLst/>
          </a:prstGeom>
          <a:noFill/>
          <a:ln/>
        </p:spPr>
        <p:txBody>
          <a:bodyPr wrap="square" rtlCol="0"/>
          <a:lstStyle>
            <a:lvl1pPr marL="0" indent="0" algn="l">
              <a:buNone/>
              <a:defRPr lang="en-US" sz="3400" b="1" dirty="0">
                <a:solidFill>
                  <a:srgbClr val="FFFFFF"/>
                </a:solidFill>
                <a:latin typeface="Helvetica" pitchFamily="34" charset="0"/>
                <a:ea typeface="Helvetica" pitchFamily="34" charset="-122"/>
                <a:cs typeface="Helvetica" pitchFamily="34" charset="-120"/>
              </a:defRPr>
            </a:lvl1pPr>
          </a:lstStyle>
          <a:p>
            <a:pPr marL="0" indent="0" algn="l">
              <a:buNone/>
            </a:pPr>
            <a:r>
              <a:rPr lang="en-US" sz="3400" b="1">
                <a:solidFill>
                  <a:srgbClr val="FFFFFF"/>
                </a:solidFill>
                <a:latin typeface="Helvetica" pitchFamily="34" charset="0"/>
                <a:ea typeface="Helvetica" pitchFamily="34" charset="-122"/>
                <a:cs typeface="Helvetica" pitchFamily="34" charset="-120"/>
              </a:rPr>
              <a:t>Klik om titel toe te voegen</a:t>
            </a:r>
            <a:endParaRPr lang="en-US" sz="3400"/>
          </a:p>
        </p:txBody>
      </p:sp>
      <p:sp>
        <p:nvSpPr>
          <p:cNvPr id="5" name="Text 0"/>
          <p:cNvSpPr>
            <a:spLocks noGrp="1"/>
          </p:cNvSpPr>
          <p:nvPr>
            <p:ph type="body" idx="103" hasCustomPrompt="1"/>
          </p:nvPr>
        </p:nvSpPr>
        <p:spPr>
          <a:xfrm>
            <a:off x="822960" y="3566160"/>
            <a:ext cx="8412480" cy="731520"/>
          </a:xfrm>
          <a:prstGeom prst="rect">
            <a:avLst/>
          </a:prstGeom>
          <a:noFill/>
          <a:ln/>
        </p:spPr>
        <p:txBody>
          <a:bodyPr wrap="square" rtlCol="0"/>
          <a:lstStyle>
            <a:lvl1pPr marL="0" indent="0">
              <a:buNone/>
              <a:defRPr lang="en-US" sz="1400" i="1" dirty="0">
                <a:solidFill>
                  <a:srgbClr val="89CDF2"/>
                </a:solidFill>
                <a:latin typeface="Arial" pitchFamily="34" charset="0"/>
                <a:ea typeface="Arial" pitchFamily="34" charset="-122"/>
                <a:cs typeface="Arial" pitchFamily="34" charset="-120"/>
              </a:defRPr>
            </a:lvl1pPr>
          </a:lstStyle>
          <a:p>
            <a:pPr marL="0" indent="0">
              <a:buNone/>
            </a:pPr>
            <a:r>
              <a:rPr lang="en-US" sz="1400" i="1">
                <a:solidFill>
                  <a:srgbClr val="89CDF2"/>
                </a:solidFill>
                <a:latin typeface="Arial" pitchFamily="34" charset="0"/>
                <a:ea typeface="Arial" pitchFamily="34" charset="-122"/>
                <a:cs typeface="Arial" pitchFamily="34" charset="-120"/>
              </a:rPr>
              <a:t>Klik om bericht toe te voegen</a:t>
            </a:r>
            <a:endParaRPr lang="en-US" sz="1400"/>
          </a:p>
        </p:txBody>
      </p:sp>
      <p:pic>
        <p:nvPicPr>
          <p:cNvPr id="6" name="Graphic 5">
            <a:extLst>
              <a:ext uri="{FF2B5EF4-FFF2-40B4-BE49-F238E27FC236}">
                <a16:creationId xmlns:a16="http://schemas.microsoft.com/office/drawing/2014/main" id="{AF7120FB-9D1F-7A53-A8D6-5501AD02648F}"/>
              </a:ext>
            </a:extLst>
          </p:cNvPr>
          <p:cNvPicPr>
            <a:picLocks noChangeAspect="1"/>
          </p:cNvPicPr>
          <p:nvPr userDrawn="1"/>
        </p:nvPicPr>
        <p:blipFill>
          <a:blip>
            <a:extLst>
              <a:ext uri="{96DAC541-7B7A-43D3-8B79-37D633B846F1}">
                <asvg:svgBlip xmlns:asvg="http://schemas.microsoft.com/office/drawing/2016/SVG/main" r:embed="rId3"/>
              </a:ext>
            </a:extLst>
          </a:blip>
          <a:srcRect t="36090" b="37315"/>
          <a:stretch>
            <a:fillRect/>
          </a:stretch>
        </p:blipFill>
        <p:spPr>
          <a:xfrm>
            <a:off x="10503736" y="6342000"/>
            <a:ext cx="1595687" cy="29988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1"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4.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4" hasCustomPrompt="1"/>
          </p:nvPr>
        </p:nvSpPr>
        <p:spPr>
          <a:xfrm>
            <a:off x="694190" y="1737360"/>
            <a:ext cx="9875520" cy="1737360"/>
          </a:xfrm>
          <a:prstGeom prst="rect">
            <a:avLst/>
          </a:prstGeom>
          <a:noFill/>
          <a:ln/>
        </p:spPr>
        <p:txBody>
          <a:bodyPr wrap="square" lIns="91440" tIns="45720" rIns="91440" bIns="45720" rtlCol="0" anchor="t"/>
          <a:lstStyle/>
          <a:p>
            <a:r>
              <a:rPr lang="en-US" err="1">
                <a:latin typeface="Helvetica"/>
                <a:cs typeface="Helvetica"/>
              </a:rPr>
              <a:t>Functionele</a:t>
            </a:r>
            <a:r>
              <a:rPr lang="en-US">
                <a:latin typeface="Helvetica"/>
                <a:cs typeface="Helvetica"/>
              </a:rPr>
              <a:t> Discovery</a:t>
            </a:r>
            <a:endParaRPr lang="nl-NL"/>
          </a:p>
        </p:txBody>
      </p:sp>
      <p:sp>
        <p:nvSpPr>
          <p:cNvPr id="4" name="Text 0"/>
          <p:cNvSpPr>
            <a:spLocks noGrp="1"/>
          </p:cNvSpPr>
          <p:nvPr>
            <p:ph type="body" idx="105" hasCustomPrompt="1"/>
          </p:nvPr>
        </p:nvSpPr>
        <p:spPr>
          <a:xfrm>
            <a:off x="702428" y="3474720"/>
            <a:ext cx="8686800" cy="548640"/>
          </a:xfrm>
          <a:prstGeom prst="rect">
            <a:avLst/>
          </a:prstGeom>
          <a:noFill/>
          <a:ln/>
        </p:spPr>
        <p:txBody>
          <a:bodyPr wrap="square" lIns="91440" tIns="45720" rIns="91440" bIns="45720" rtlCol="0" anchor="t"/>
          <a:lstStyle/>
          <a:p>
            <a:r>
              <a:rPr lang="en-US">
                <a:latin typeface="Arial"/>
                <a:cs typeface="Arial"/>
              </a:rPr>
              <a:t>{Klantnaam} · {Bedrijfsproces}</a:t>
            </a:r>
            <a:endParaRPr lang="en-US" i="0">
              <a:solidFill>
                <a:srgbClr val="000000"/>
              </a:solidFill>
              <a:latin typeface="Arial"/>
              <a:cs typeface="Arial"/>
            </a:endParaRPr>
          </a:p>
          <a:p>
            <a:pPr marL="0" indent="0">
              <a:buNone/>
            </a:pP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38404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Onderwerpen</a:t>
            </a:r>
            <a:endParaRPr lang="en-US" sz="2600" dirty="0"/>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5" name="Text 3"/>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Functionele Discovery</a:t>
            </a:r>
            <a:endParaRPr lang="en-US" sz="950" dirty="0"/>
          </a:p>
        </p:txBody>
      </p:sp>
      <p:sp>
        <p:nvSpPr>
          <p:cNvPr id="6" name="Shape 4"/>
          <p:cNvSpPr/>
          <p:nvPr/>
        </p:nvSpPr>
        <p:spPr>
          <a:xfrm>
            <a:off x="502920" y="1234440"/>
            <a:ext cx="11183112" cy="713232"/>
          </a:xfrm>
          <a:prstGeom prst="roundRect">
            <a:avLst>
              <a:gd name="adj" fmla="val 8974"/>
            </a:avLst>
          </a:prstGeom>
          <a:solidFill>
            <a:srgbClr val="F5F8FA"/>
          </a:solidFill>
          <a:ln/>
        </p:spPr>
        <p:txBody>
          <a:bodyPr/>
          <a:lstStyle/>
          <a:p>
            <a:endParaRPr lang="nl-NL"/>
          </a:p>
        </p:txBody>
      </p:sp>
      <p:sp>
        <p:nvSpPr>
          <p:cNvPr id="7" name="Shape 5"/>
          <p:cNvSpPr/>
          <p:nvPr/>
        </p:nvSpPr>
        <p:spPr>
          <a:xfrm>
            <a:off x="502920" y="1234440"/>
            <a:ext cx="82296" cy="713232"/>
          </a:xfrm>
          <a:prstGeom prst="rect">
            <a:avLst/>
          </a:prstGeom>
          <a:solidFill>
            <a:srgbClr val="E76734"/>
          </a:solidFill>
          <a:ln/>
        </p:spPr>
        <p:txBody>
          <a:bodyPr/>
          <a:lstStyle/>
          <a:p>
            <a:endParaRPr lang="nl-NL"/>
          </a:p>
        </p:txBody>
      </p:sp>
      <p:sp>
        <p:nvSpPr>
          <p:cNvPr id="8" name="Shape 6"/>
          <p:cNvSpPr/>
          <p:nvPr/>
        </p:nvSpPr>
        <p:spPr>
          <a:xfrm>
            <a:off x="777240" y="1380744"/>
            <a:ext cx="420624" cy="420624"/>
          </a:xfrm>
          <a:prstGeom prst="ellipse">
            <a:avLst/>
          </a:prstGeom>
          <a:solidFill>
            <a:srgbClr val="E76734"/>
          </a:solidFill>
          <a:ln/>
        </p:spPr>
        <p:txBody>
          <a:bodyPr/>
          <a:lstStyle/>
          <a:p>
            <a:endParaRPr lang="nl-NL"/>
          </a:p>
        </p:txBody>
      </p:sp>
      <p:sp>
        <p:nvSpPr>
          <p:cNvPr id="9" name="Text 7"/>
          <p:cNvSpPr/>
          <p:nvPr/>
        </p:nvSpPr>
        <p:spPr>
          <a:xfrm>
            <a:off x="777240" y="1380744"/>
            <a:ext cx="420624" cy="420624"/>
          </a:xfrm>
          <a:prstGeom prst="rect">
            <a:avLst/>
          </a:prstGeom>
          <a:noFill/>
          <a:ln/>
        </p:spPr>
        <p:txBody>
          <a:bodyPr wrap="square" rtlCol="0" anchor="ctr"/>
          <a:lstStyle/>
          <a:p>
            <a:pPr marL="0" indent="0" algn="ctr">
              <a:buNone/>
            </a:pPr>
            <a:r>
              <a:rPr lang="en-US" sz="1200" b="1" dirty="0">
                <a:solidFill>
                  <a:srgbClr val="FFFFFF"/>
                </a:solidFill>
                <a:latin typeface="Helvetica" pitchFamily="34" charset="0"/>
                <a:ea typeface="Helvetica" pitchFamily="34" charset="-122"/>
                <a:cs typeface="Helvetica" pitchFamily="34" charset="-120"/>
              </a:rPr>
              <a:t>01</a:t>
            </a:r>
            <a:endParaRPr lang="en-US" sz="1200" dirty="0"/>
          </a:p>
        </p:txBody>
      </p:sp>
      <p:sp>
        <p:nvSpPr>
          <p:cNvPr id="10" name="Text 8"/>
          <p:cNvSpPr/>
          <p:nvPr/>
        </p:nvSpPr>
        <p:spPr>
          <a:xfrm>
            <a:off x="1417320" y="1234440"/>
            <a:ext cx="9144000" cy="713232"/>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Introductie &amp; doelstelling</a:t>
            </a:r>
            <a:endParaRPr lang="en-US" sz="1500" dirty="0"/>
          </a:p>
        </p:txBody>
      </p:sp>
      <p:sp>
        <p:nvSpPr>
          <p:cNvPr id="11" name="Shape 9"/>
          <p:cNvSpPr/>
          <p:nvPr/>
        </p:nvSpPr>
        <p:spPr>
          <a:xfrm>
            <a:off x="502920" y="2075688"/>
            <a:ext cx="11183112" cy="713232"/>
          </a:xfrm>
          <a:prstGeom prst="roundRect">
            <a:avLst>
              <a:gd name="adj" fmla="val 8974"/>
            </a:avLst>
          </a:prstGeom>
          <a:solidFill>
            <a:srgbClr val="F5F8FA"/>
          </a:solidFill>
          <a:ln/>
        </p:spPr>
        <p:txBody>
          <a:bodyPr/>
          <a:lstStyle/>
          <a:p>
            <a:endParaRPr lang="nl-NL"/>
          </a:p>
        </p:txBody>
      </p:sp>
      <p:sp>
        <p:nvSpPr>
          <p:cNvPr id="12" name="Shape 10"/>
          <p:cNvSpPr/>
          <p:nvPr/>
        </p:nvSpPr>
        <p:spPr>
          <a:xfrm>
            <a:off x="502920" y="2075688"/>
            <a:ext cx="82296" cy="713232"/>
          </a:xfrm>
          <a:prstGeom prst="rect">
            <a:avLst/>
          </a:prstGeom>
          <a:solidFill>
            <a:srgbClr val="89CDF2"/>
          </a:solidFill>
          <a:ln/>
        </p:spPr>
        <p:txBody>
          <a:bodyPr/>
          <a:lstStyle/>
          <a:p>
            <a:endParaRPr lang="nl-NL"/>
          </a:p>
        </p:txBody>
      </p:sp>
      <p:sp>
        <p:nvSpPr>
          <p:cNvPr id="13" name="Shape 11"/>
          <p:cNvSpPr/>
          <p:nvPr/>
        </p:nvSpPr>
        <p:spPr>
          <a:xfrm>
            <a:off x="777240" y="2221992"/>
            <a:ext cx="420624" cy="420624"/>
          </a:xfrm>
          <a:prstGeom prst="ellipse">
            <a:avLst/>
          </a:prstGeom>
          <a:solidFill>
            <a:srgbClr val="89CDF2"/>
          </a:solidFill>
          <a:ln/>
        </p:spPr>
        <p:txBody>
          <a:bodyPr/>
          <a:lstStyle/>
          <a:p>
            <a:endParaRPr lang="nl-NL"/>
          </a:p>
        </p:txBody>
      </p:sp>
      <p:sp>
        <p:nvSpPr>
          <p:cNvPr id="14" name="Text 12"/>
          <p:cNvSpPr/>
          <p:nvPr/>
        </p:nvSpPr>
        <p:spPr>
          <a:xfrm>
            <a:off x="777240" y="2221992"/>
            <a:ext cx="420624" cy="420624"/>
          </a:xfrm>
          <a:prstGeom prst="rect">
            <a:avLst/>
          </a:prstGeom>
          <a:noFill/>
          <a:ln/>
        </p:spPr>
        <p:txBody>
          <a:bodyPr wrap="square" rtlCol="0" anchor="ctr"/>
          <a:lstStyle/>
          <a:p>
            <a:pPr marL="0" indent="0" algn="ctr">
              <a:buNone/>
            </a:pPr>
            <a:r>
              <a:rPr lang="en-US" sz="1200" b="1" dirty="0">
                <a:solidFill>
                  <a:srgbClr val="003362"/>
                </a:solidFill>
                <a:latin typeface="Helvetica" pitchFamily="34" charset="0"/>
                <a:ea typeface="Helvetica" pitchFamily="34" charset="-122"/>
                <a:cs typeface="Helvetica" pitchFamily="34" charset="-120"/>
              </a:rPr>
              <a:t>02</a:t>
            </a:r>
            <a:endParaRPr lang="en-US" sz="1200" dirty="0"/>
          </a:p>
        </p:txBody>
      </p:sp>
      <p:sp>
        <p:nvSpPr>
          <p:cNvPr id="15" name="Text 13"/>
          <p:cNvSpPr/>
          <p:nvPr/>
        </p:nvSpPr>
        <p:spPr>
          <a:xfrm>
            <a:off x="1417320" y="2075688"/>
            <a:ext cx="9144000" cy="713232"/>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Businesscontext &amp; doelen</a:t>
            </a:r>
            <a:endParaRPr lang="en-US" sz="1500" dirty="0"/>
          </a:p>
        </p:txBody>
      </p:sp>
      <p:sp>
        <p:nvSpPr>
          <p:cNvPr id="16" name="Shape 14"/>
          <p:cNvSpPr/>
          <p:nvPr/>
        </p:nvSpPr>
        <p:spPr>
          <a:xfrm>
            <a:off x="502920" y="2916936"/>
            <a:ext cx="11183112" cy="713232"/>
          </a:xfrm>
          <a:prstGeom prst="roundRect">
            <a:avLst>
              <a:gd name="adj" fmla="val 8974"/>
            </a:avLst>
          </a:prstGeom>
          <a:solidFill>
            <a:srgbClr val="F5F8FA"/>
          </a:solidFill>
          <a:ln/>
        </p:spPr>
        <p:txBody>
          <a:bodyPr/>
          <a:lstStyle/>
          <a:p>
            <a:endParaRPr lang="nl-NL"/>
          </a:p>
        </p:txBody>
      </p:sp>
      <p:sp>
        <p:nvSpPr>
          <p:cNvPr id="17" name="Shape 15"/>
          <p:cNvSpPr/>
          <p:nvPr/>
        </p:nvSpPr>
        <p:spPr>
          <a:xfrm>
            <a:off x="502920" y="2916936"/>
            <a:ext cx="82296" cy="713232"/>
          </a:xfrm>
          <a:prstGeom prst="rect">
            <a:avLst/>
          </a:prstGeom>
          <a:solidFill>
            <a:srgbClr val="003362"/>
          </a:solidFill>
          <a:ln/>
        </p:spPr>
        <p:txBody>
          <a:bodyPr/>
          <a:lstStyle/>
          <a:p>
            <a:endParaRPr lang="nl-NL"/>
          </a:p>
        </p:txBody>
      </p:sp>
      <p:sp>
        <p:nvSpPr>
          <p:cNvPr id="18" name="Shape 16"/>
          <p:cNvSpPr/>
          <p:nvPr/>
        </p:nvSpPr>
        <p:spPr>
          <a:xfrm>
            <a:off x="777240" y="3063240"/>
            <a:ext cx="420624" cy="420624"/>
          </a:xfrm>
          <a:prstGeom prst="ellipse">
            <a:avLst/>
          </a:prstGeom>
          <a:solidFill>
            <a:srgbClr val="003362"/>
          </a:solidFill>
          <a:ln/>
        </p:spPr>
        <p:txBody>
          <a:bodyPr/>
          <a:lstStyle/>
          <a:p>
            <a:endParaRPr lang="nl-NL"/>
          </a:p>
        </p:txBody>
      </p:sp>
      <p:sp>
        <p:nvSpPr>
          <p:cNvPr id="19" name="Text 17"/>
          <p:cNvSpPr/>
          <p:nvPr/>
        </p:nvSpPr>
        <p:spPr>
          <a:xfrm>
            <a:off x="777240" y="3063240"/>
            <a:ext cx="420624" cy="420624"/>
          </a:xfrm>
          <a:prstGeom prst="rect">
            <a:avLst/>
          </a:prstGeom>
          <a:noFill/>
          <a:ln/>
        </p:spPr>
        <p:txBody>
          <a:bodyPr wrap="square" rtlCol="0" anchor="ctr"/>
          <a:lstStyle/>
          <a:p>
            <a:pPr marL="0" indent="0" algn="ctr">
              <a:buNone/>
            </a:pPr>
            <a:r>
              <a:rPr lang="en-US" sz="1200" b="1" dirty="0">
                <a:solidFill>
                  <a:srgbClr val="FFFFFF"/>
                </a:solidFill>
                <a:latin typeface="Helvetica" pitchFamily="34" charset="0"/>
                <a:ea typeface="Helvetica" pitchFamily="34" charset="-122"/>
                <a:cs typeface="Helvetica" pitchFamily="34" charset="-120"/>
              </a:rPr>
              <a:t>03</a:t>
            </a:r>
            <a:endParaRPr lang="en-US" sz="1200" dirty="0"/>
          </a:p>
        </p:txBody>
      </p:sp>
      <p:sp>
        <p:nvSpPr>
          <p:cNvPr id="20" name="Text 18"/>
          <p:cNvSpPr/>
          <p:nvPr/>
        </p:nvSpPr>
        <p:spPr>
          <a:xfrm>
            <a:off x="1417320" y="2916936"/>
            <a:ext cx="9144000" cy="713232"/>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Event Storming óf Functionele invulling</a:t>
            </a:r>
            <a:endParaRPr lang="en-US" sz="1500" dirty="0"/>
          </a:p>
        </p:txBody>
      </p:sp>
      <p:sp>
        <p:nvSpPr>
          <p:cNvPr id="21" name="Shape 19"/>
          <p:cNvSpPr/>
          <p:nvPr/>
        </p:nvSpPr>
        <p:spPr>
          <a:xfrm>
            <a:off x="502920" y="3758184"/>
            <a:ext cx="11183112" cy="713232"/>
          </a:xfrm>
          <a:prstGeom prst="roundRect">
            <a:avLst>
              <a:gd name="adj" fmla="val 8974"/>
            </a:avLst>
          </a:prstGeom>
          <a:solidFill>
            <a:srgbClr val="F5F8FA"/>
          </a:solidFill>
          <a:ln/>
        </p:spPr>
        <p:txBody>
          <a:bodyPr/>
          <a:lstStyle/>
          <a:p>
            <a:endParaRPr lang="nl-NL"/>
          </a:p>
        </p:txBody>
      </p:sp>
      <p:sp>
        <p:nvSpPr>
          <p:cNvPr id="22" name="Shape 20"/>
          <p:cNvSpPr/>
          <p:nvPr/>
        </p:nvSpPr>
        <p:spPr>
          <a:xfrm>
            <a:off x="502920" y="3758184"/>
            <a:ext cx="82296" cy="713232"/>
          </a:xfrm>
          <a:prstGeom prst="rect">
            <a:avLst/>
          </a:prstGeom>
          <a:solidFill>
            <a:srgbClr val="E76734"/>
          </a:solidFill>
          <a:ln/>
        </p:spPr>
        <p:txBody>
          <a:bodyPr/>
          <a:lstStyle/>
          <a:p>
            <a:endParaRPr lang="nl-NL"/>
          </a:p>
        </p:txBody>
      </p:sp>
      <p:sp>
        <p:nvSpPr>
          <p:cNvPr id="23" name="Shape 21"/>
          <p:cNvSpPr/>
          <p:nvPr/>
        </p:nvSpPr>
        <p:spPr>
          <a:xfrm>
            <a:off x="777240" y="3904488"/>
            <a:ext cx="420624" cy="420624"/>
          </a:xfrm>
          <a:prstGeom prst="ellipse">
            <a:avLst/>
          </a:prstGeom>
          <a:solidFill>
            <a:srgbClr val="E76734"/>
          </a:solidFill>
          <a:ln/>
        </p:spPr>
        <p:txBody>
          <a:bodyPr/>
          <a:lstStyle/>
          <a:p>
            <a:endParaRPr lang="nl-NL"/>
          </a:p>
        </p:txBody>
      </p:sp>
      <p:sp>
        <p:nvSpPr>
          <p:cNvPr id="24" name="Text 22"/>
          <p:cNvSpPr/>
          <p:nvPr/>
        </p:nvSpPr>
        <p:spPr>
          <a:xfrm>
            <a:off x="777240" y="3904488"/>
            <a:ext cx="420624" cy="420624"/>
          </a:xfrm>
          <a:prstGeom prst="rect">
            <a:avLst/>
          </a:prstGeom>
          <a:noFill/>
          <a:ln/>
        </p:spPr>
        <p:txBody>
          <a:bodyPr wrap="square" rtlCol="0" anchor="ctr"/>
          <a:lstStyle/>
          <a:p>
            <a:pPr marL="0" indent="0" algn="ctr">
              <a:buNone/>
            </a:pPr>
            <a:r>
              <a:rPr lang="en-US" sz="1200" b="1" dirty="0">
                <a:solidFill>
                  <a:srgbClr val="FFFFFF"/>
                </a:solidFill>
                <a:latin typeface="Helvetica" pitchFamily="34" charset="0"/>
                <a:ea typeface="Helvetica" pitchFamily="34" charset="-122"/>
                <a:cs typeface="Helvetica" pitchFamily="34" charset="-120"/>
              </a:rPr>
              <a:t>04</a:t>
            </a:r>
            <a:endParaRPr lang="en-US" sz="1200" dirty="0"/>
          </a:p>
        </p:txBody>
      </p:sp>
      <p:sp>
        <p:nvSpPr>
          <p:cNvPr id="25" name="Text 23"/>
          <p:cNvSpPr/>
          <p:nvPr/>
        </p:nvSpPr>
        <p:spPr>
          <a:xfrm>
            <a:off x="1417320" y="3758184"/>
            <a:ext cx="9144000" cy="713232"/>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Werkwijze</a:t>
            </a:r>
            <a:endParaRPr lang="en-US" sz="1500" dirty="0"/>
          </a:p>
        </p:txBody>
      </p:sp>
      <p:sp>
        <p:nvSpPr>
          <p:cNvPr id="26" name="Shape 24"/>
          <p:cNvSpPr/>
          <p:nvPr/>
        </p:nvSpPr>
        <p:spPr>
          <a:xfrm>
            <a:off x="502920" y="4599432"/>
            <a:ext cx="11183112" cy="713232"/>
          </a:xfrm>
          <a:prstGeom prst="roundRect">
            <a:avLst>
              <a:gd name="adj" fmla="val 8974"/>
            </a:avLst>
          </a:prstGeom>
          <a:solidFill>
            <a:srgbClr val="F5F8FA"/>
          </a:solidFill>
          <a:ln/>
        </p:spPr>
        <p:txBody>
          <a:bodyPr/>
          <a:lstStyle/>
          <a:p>
            <a:endParaRPr lang="nl-NL"/>
          </a:p>
        </p:txBody>
      </p:sp>
      <p:sp>
        <p:nvSpPr>
          <p:cNvPr id="27" name="Shape 25"/>
          <p:cNvSpPr/>
          <p:nvPr/>
        </p:nvSpPr>
        <p:spPr>
          <a:xfrm>
            <a:off x="502920" y="4599432"/>
            <a:ext cx="82296" cy="713232"/>
          </a:xfrm>
          <a:prstGeom prst="rect">
            <a:avLst/>
          </a:prstGeom>
          <a:solidFill>
            <a:srgbClr val="89CDF2"/>
          </a:solidFill>
          <a:ln/>
        </p:spPr>
        <p:txBody>
          <a:bodyPr/>
          <a:lstStyle/>
          <a:p>
            <a:endParaRPr lang="nl-NL"/>
          </a:p>
        </p:txBody>
      </p:sp>
      <p:sp>
        <p:nvSpPr>
          <p:cNvPr id="28" name="Shape 26"/>
          <p:cNvSpPr/>
          <p:nvPr/>
        </p:nvSpPr>
        <p:spPr>
          <a:xfrm>
            <a:off x="777240" y="4745736"/>
            <a:ext cx="420624" cy="420624"/>
          </a:xfrm>
          <a:prstGeom prst="ellipse">
            <a:avLst/>
          </a:prstGeom>
          <a:solidFill>
            <a:srgbClr val="89CDF2"/>
          </a:solidFill>
          <a:ln/>
        </p:spPr>
        <p:txBody>
          <a:bodyPr/>
          <a:lstStyle/>
          <a:p>
            <a:endParaRPr lang="nl-NL"/>
          </a:p>
        </p:txBody>
      </p:sp>
      <p:sp>
        <p:nvSpPr>
          <p:cNvPr id="29" name="Text 27"/>
          <p:cNvSpPr/>
          <p:nvPr/>
        </p:nvSpPr>
        <p:spPr>
          <a:xfrm>
            <a:off x="777240" y="4745736"/>
            <a:ext cx="420624" cy="420624"/>
          </a:xfrm>
          <a:prstGeom prst="rect">
            <a:avLst/>
          </a:prstGeom>
          <a:noFill/>
          <a:ln/>
        </p:spPr>
        <p:txBody>
          <a:bodyPr wrap="square" rtlCol="0" anchor="ctr"/>
          <a:lstStyle/>
          <a:p>
            <a:pPr marL="0" indent="0" algn="ctr">
              <a:buNone/>
            </a:pPr>
            <a:r>
              <a:rPr lang="en-US" sz="1200" b="1" dirty="0">
                <a:solidFill>
                  <a:srgbClr val="003362"/>
                </a:solidFill>
                <a:latin typeface="Helvetica" pitchFamily="34" charset="0"/>
                <a:ea typeface="Helvetica" pitchFamily="34" charset="-122"/>
                <a:cs typeface="Helvetica" pitchFamily="34" charset="-120"/>
              </a:rPr>
              <a:t>05</a:t>
            </a:r>
            <a:endParaRPr lang="en-US" sz="1200" dirty="0"/>
          </a:p>
        </p:txBody>
      </p:sp>
      <p:sp>
        <p:nvSpPr>
          <p:cNvPr id="30" name="Text 28"/>
          <p:cNvSpPr/>
          <p:nvPr/>
        </p:nvSpPr>
        <p:spPr>
          <a:xfrm>
            <a:off x="1417320" y="4599432"/>
            <a:ext cx="9144000" cy="713232"/>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Vervolgstappen</a:t>
            </a:r>
            <a:endParaRPr lang="en-US" sz="1500" dirty="0"/>
          </a:p>
        </p:txBody>
      </p:sp>
      <p:sp>
        <p:nvSpPr>
          <p:cNvPr id="31" name="Text 29"/>
          <p:cNvSpPr/>
          <p:nvPr/>
        </p:nvSpPr>
        <p:spPr>
          <a:xfrm>
            <a:off x="502920" y="5486400"/>
            <a:ext cx="11155680" cy="457200"/>
          </a:xfrm>
          <a:prstGeom prst="rect">
            <a:avLst/>
          </a:prstGeom>
          <a:noFill/>
          <a:ln/>
        </p:spPr>
        <p:txBody>
          <a:bodyPr wrap="square" lIns="91440" tIns="45720" rIns="91440" bIns="45720" rtlCol="0" anchor="ctr"/>
          <a:lstStyle/>
          <a:p>
            <a:pPr marL="0" indent="0">
              <a:lnSpc>
                <a:spcPts val="1300"/>
              </a:lnSpc>
              <a:buNone/>
            </a:pPr>
            <a:r>
              <a:rPr lang="en-US" sz="1050" i="1" dirty="0" err="1">
                <a:solidFill>
                  <a:srgbClr val="6B7680"/>
                </a:solidFill>
                <a:latin typeface="Arial"/>
                <a:ea typeface="Arial" pitchFamily="34" charset="-122"/>
                <a:cs typeface="Arial"/>
              </a:rPr>
              <a:t>Onderdeel</a:t>
            </a:r>
            <a:r>
              <a:rPr lang="en-US" sz="1050" i="1" dirty="0">
                <a:solidFill>
                  <a:srgbClr val="6B7680"/>
                </a:solidFill>
                <a:latin typeface="Arial"/>
                <a:ea typeface="Arial" pitchFamily="34" charset="-122"/>
                <a:cs typeface="Arial"/>
              </a:rPr>
              <a:t> 3 is </a:t>
            </a:r>
            <a:r>
              <a:rPr lang="en-US" sz="1050" i="1" dirty="0" err="1">
                <a:solidFill>
                  <a:srgbClr val="6B7680"/>
                </a:solidFill>
                <a:latin typeface="Arial"/>
                <a:ea typeface="Arial" pitchFamily="34" charset="-122"/>
                <a:cs typeface="Arial"/>
              </a:rPr>
              <a:t>een</a:t>
            </a:r>
            <a:r>
              <a:rPr lang="en-US" sz="1050" i="1" dirty="0">
                <a:solidFill>
                  <a:srgbClr val="6B7680"/>
                </a:solidFill>
                <a:latin typeface="Arial"/>
                <a:ea typeface="Arial" pitchFamily="34" charset="-122"/>
                <a:cs typeface="Arial"/>
              </a:rPr>
              <a:t> </a:t>
            </a:r>
            <a:r>
              <a:rPr lang="en-US" sz="1050" i="1" dirty="0" err="1">
                <a:solidFill>
                  <a:srgbClr val="6B7680"/>
                </a:solidFill>
                <a:latin typeface="Arial"/>
                <a:ea typeface="Arial" pitchFamily="34" charset="-122"/>
                <a:cs typeface="Arial"/>
              </a:rPr>
              <a:t>keuze</a:t>
            </a:r>
            <a:r>
              <a:rPr lang="en-US" sz="1050" i="1" dirty="0">
                <a:solidFill>
                  <a:srgbClr val="6B7680"/>
                </a:solidFill>
                <a:latin typeface="Arial"/>
                <a:ea typeface="Arial" pitchFamily="34" charset="-122"/>
                <a:cs typeface="Arial"/>
              </a:rPr>
              <a:t>: </a:t>
            </a:r>
            <a:r>
              <a:rPr lang="en-US" sz="1050" i="1" dirty="0" err="1">
                <a:solidFill>
                  <a:srgbClr val="6B7680"/>
                </a:solidFill>
                <a:latin typeface="Arial"/>
                <a:ea typeface="Arial" pitchFamily="34" charset="-122"/>
                <a:cs typeface="Arial"/>
              </a:rPr>
              <a:t>afhankelijk</a:t>
            </a:r>
            <a:r>
              <a:rPr lang="en-US" sz="1050" i="1" dirty="0">
                <a:solidFill>
                  <a:srgbClr val="6B7680"/>
                </a:solidFill>
                <a:latin typeface="Arial"/>
                <a:ea typeface="Arial" pitchFamily="34" charset="-122"/>
                <a:cs typeface="Arial"/>
              </a:rPr>
              <a:t> van de </a:t>
            </a:r>
            <a:r>
              <a:rPr lang="en-US" sz="1050" i="1" dirty="0" err="1">
                <a:solidFill>
                  <a:srgbClr val="6B7680"/>
                </a:solidFill>
                <a:latin typeface="Arial"/>
                <a:ea typeface="Arial" pitchFamily="34" charset="-122"/>
                <a:cs typeface="Arial"/>
              </a:rPr>
              <a:t>sessievorm</a:t>
            </a:r>
            <a:r>
              <a:rPr lang="en-US" sz="1050" i="1" dirty="0">
                <a:solidFill>
                  <a:srgbClr val="6B7680"/>
                </a:solidFill>
                <a:latin typeface="Arial"/>
                <a:ea typeface="Arial" pitchFamily="34" charset="-122"/>
                <a:cs typeface="Arial"/>
              </a:rPr>
              <a:t> </a:t>
            </a:r>
            <a:r>
              <a:rPr lang="en-US" sz="1050" i="1" dirty="0" err="1">
                <a:solidFill>
                  <a:srgbClr val="6B7680"/>
                </a:solidFill>
                <a:latin typeface="Arial"/>
                <a:ea typeface="Arial" pitchFamily="34" charset="-122"/>
                <a:cs typeface="Arial"/>
              </a:rPr>
              <a:t>doorlopen</a:t>
            </a:r>
            <a:r>
              <a:rPr lang="en-US" sz="1050" i="1" dirty="0">
                <a:solidFill>
                  <a:srgbClr val="6B7680"/>
                </a:solidFill>
                <a:latin typeface="Arial"/>
                <a:ea typeface="Arial" pitchFamily="34" charset="-122"/>
                <a:cs typeface="Arial"/>
              </a:rPr>
              <a:t> we Event Storming </a:t>
            </a:r>
            <a:r>
              <a:rPr lang="en-US" sz="1050" i="1" dirty="0" err="1">
                <a:solidFill>
                  <a:srgbClr val="6B7680"/>
                </a:solidFill>
                <a:latin typeface="Arial"/>
                <a:ea typeface="Arial" pitchFamily="34" charset="-122"/>
                <a:cs typeface="Arial"/>
              </a:rPr>
              <a:t>óf</a:t>
            </a:r>
            <a:r>
              <a:rPr lang="en-US" sz="1050" i="1" dirty="0">
                <a:solidFill>
                  <a:srgbClr val="6B7680"/>
                </a:solidFill>
                <a:latin typeface="Arial"/>
                <a:ea typeface="Arial" pitchFamily="34" charset="-122"/>
                <a:cs typeface="Arial"/>
              </a:rPr>
              <a:t> de </a:t>
            </a:r>
            <a:r>
              <a:rPr lang="en-US" sz="1050" i="1" dirty="0" err="1">
                <a:solidFill>
                  <a:srgbClr val="6B7680"/>
                </a:solidFill>
                <a:latin typeface="Arial"/>
                <a:ea typeface="Arial" pitchFamily="34" charset="-122"/>
                <a:cs typeface="Arial"/>
              </a:rPr>
              <a:t>klassieke</a:t>
            </a:r>
            <a:r>
              <a:rPr lang="en-US" sz="1050" i="1" dirty="0">
                <a:solidFill>
                  <a:srgbClr val="6B7680"/>
                </a:solidFill>
                <a:latin typeface="Arial"/>
                <a:ea typeface="Arial" pitchFamily="34" charset="-122"/>
                <a:cs typeface="Arial"/>
              </a:rPr>
              <a:t> </a:t>
            </a:r>
            <a:r>
              <a:rPr lang="en-US" sz="1050" i="1" dirty="0" err="1">
                <a:solidFill>
                  <a:srgbClr val="6B7680"/>
                </a:solidFill>
                <a:latin typeface="Arial"/>
                <a:ea typeface="Arial" pitchFamily="34" charset="-122"/>
                <a:cs typeface="Arial"/>
              </a:rPr>
              <a:t>functionele</a:t>
            </a:r>
            <a:r>
              <a:rPr lang="en-US" sz="1050" i="1" dirty="0">
                <a:solidFill>
                  <a:srgbClr val="6B7680"/>
                </a:solidFill>
                <a:latin typeface="Arial"/>
                <a:ea typeface="Arial" pitchFamily="34" charset="-122"/>
                <a:cs typeface="Arial"/>
              </a:rPr>
              <a:t> </a:t>
            </a:r>
            <a:r>
              <a:rPr lang="en-US" sz="1050" i="1" dirty="0" err="1">
                <a:solidFill>
                  <a:srgbClr val="6B7680"/>
                </a:solidFill>
                <a:latin typeface="Arial"/>
                <a:ea typeface="Arial" pitchFamily="34" charset="-122"/>
                <a:cs typeface="Arial"/>
              </a:rPr>
              <a:t>invulling</a:t>
            </a:r>
            <a:r>
              <a:rPr lang="en-US" sz="1050" i="1" dirty="0">
                <a:solidFill>
                  <a:srgbClr val="6B7680"/>
                </a:solidFill>
                <a:latin typeface="Arial"/>
                <a:ea typeface="Arial" pitchFamily="34" charset="-122"/>
                <a:cs typeface="Arial"/>
              </a:rPr>
              <a:t>.</a:t>
            </a:r>
            <a:endParaRPr lang="en-US" sz="1050" dirty="0">
              <a:latin typeface="Arial"/>
              <a:ea typeface="Calibri" panose="020F0502020204030204"/>
              <a:cs typeface="Calibri" panose="020F0502020204030204"/>
            </a:endParaRPr>
          </a:p>
        </p:txBody>
      </p:sp>
    </p:spTree>
    <p:extLst>
      <p:ext uri="{BB962C8B-B14F-4D97-AF65-F5344CB8AC3E}">
        <p14:creationId xmlns:p14="http://schemas.microsoft.com/office/powerpoint/2010/main" val="4804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INTRODUCTIE</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Dagindeling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Introductie</a:t>
            </a:r>
            <a:endParaRPr lang="en-US" sz="950" dirty="0"/>
          </a:p>
        </p:txBody>
      </p:sp>
      <p:sp>
        <p:nvSpPr>
          <p:cNvPr id="12" name="Shape 10"/>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13" name="Text 11"/>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14" name="Shape 12"/>
          <p:cNvSpPr/>
          <p:nvPr/>
        </p:nvSpPr>
        <p:spPr>
          <a:xfrm>
            <a:off x="2788920" y="1682496"/>
            <a:ext cx="0" cy="3950208"/>
          </a:xfrm>
          <a:prstGeom prst="line">
            <a:avLst/>
          </a:prstGeom>
          <a:noFill/>
          <a:ln w="25400">
            <a:solidFill>
              <a:srgbClr val="DCE6EA"/>
            </a:solidFill>
            <a:prstDash val="solid"/>
          </a:ln>
        </p:spPr>
        <p:txBody>
          <a:bodyPr/>
          <a:lstStyle/>
          <a:p>
            <a:endParaRPr lang="nl-NL"/>
          </a:p>
        </p:txBody>
      </p:sp>
      <p:sp>
        <p:nvSpPr>
          <p:cNvPr id="15" name="Text 13"/>
          <p:cNvSpPr/>
          <p:nvPr/>
        </p:nvSpPr>
        <p:spPr>
          <a:xfrm>
            <a:off x="502920" y="1463040"/>
            <a:ext cx="2011680" cy="438912"/>
          </a:xfrm>
          <a:prstGeom prst="rect">
            <a:avLst/>
          </a:prstGeom>
          <a:noFill/>
          <a:ln/>
        </p:spPr>
        <p:txBody>
          <a:bodyPr wrap="square" rtlCol="0" anchor="ctr"/>
          <a:lstStyle/>
          <a:p>
            <a:pPr marL="0" indent="0" algn="r">
              <a:buNone/>
            </a:pPr>
            <a:r>
              <a:rPr lang="en-US" sz="1300" b="1" dirty="0">
                <a:solidFill>
                  <a:srgbClr val="003362"/>
                </a:solidFill>
                <a:latin typeface="Arial" pitchFamily="34" charset="0"/>
                <a:ea typeface="Arial" pitchFamily="34" charset="-122"/>
                <a:cs typeface="Arial" pitchFamily="34" charset="-120"/>
              </a:rPr>
              <a:t>09:00 – 09:30</a:t>
            </a:r>
            <a:endParaRPr lang="en-US" sz="1300" dirty="0"/>
          </a:p>
        </p:txBody>
      </p:sp>
      <p:sp>
        <p:nvSpPr>
          <p:cNvPr id="16" name="Shape 14"/>
          <p:cNvSpPr/>
          <p:nvPr/>
        </p:nvSpPr>
        <p:spPr>
          <a:xfrm>
            <a:off x="2706624" y="1600200"/>
            <a:ext cx="164592" cy="164592"/>
          </a:xfrm>
          <a:prstGeom prst="ellipse">
            <a:avLst/>
          </a:prstGeom>
          <a:solidFill>
            <a:srgbClr val="E76734"/>
          </a:solidFill>
          <a:ln w="19050">
            <a:solidFill>
              <a:srgbClr val="FFFFFF"/>
            </a:solidFill>
            <a:prstDash val="solid"/>
          </a:ln>
        </p:spPr>
        <p:txBody>
          <a:bodyPr/>
          <a:lstStyle/>
          <a:p>
            <a:endParaRPr lang="nl-NL"/>
          </a:p>
        </p:txBody>
      </p:sp>
      <p:sp>
        <p:nvSpPr>
          <p:cNvPr id="17" name="Shape 15"/>
          <p:cNvSpPr/>
          <p:nvPr/>
        </p:nvSpPr>
        <p:spPr>
          <a:xfrm>
            <a:off x="3108960" y="1463040"/>
            <a:ext cx="7955280" cy="438912"/>
          </a:xfrm>
          <a:prstGeom prst="roundRect">
            <a:avLst>
              <a:gd name="adj" fmla="val 14583"/>
            </a:avLst>
          </a:prstGeom>
          <a:solidFill>
            <a:srgbClr val="F5F8FA"/>
          </a:solidFill>
          <a:ln/>
        </p:spPr>
        <p:txBody>
          <a:bodyPr/>
          <a:lstStyle/>
          <a:p>
            <a:endParaRPr lang="nl-NL"/>
          </a:p>
        </p:txBody>
      </p:sp>
      <p:sp>
        <p:nvSpPr>
          <p:cNvPr id="18" name="Shape 16"/>
          <p:cNvSpPr/>
          <p:nvPr/>
        </p:nvSpPr>
        <p:spPr>
          <a:xfrm>
            <a:off x="3108960" y="1463040"/>
            <a:ext cx="73152" cy="438912"/>
          </a:xfrm>
          <a:prstGeom prst="rect">
            <a:avLst/>
          </a:prstGeom>
          <a:solidFill>
            <a:srgbClr val="E76734"/>
          </a:solidFill>
          <a:ln/>
        </p:spPr>
        <p:txBody>
          <a:bodyPr/>
          <a:lstStyle/>
          <a:p>
            <a:endParaRPr lang="nl-NL"/>
          </a:p>
        </p:txBody>
      </p:sp>
      <p:sp>
        <p:nvSpPr>
          <p:cNvPr id="19" name="Text 17"/>
          <p:cNvSpPr/>
          <p:nvPr/>
        </p:nvSpPr>
        <p:spPr>
          <a:xfrm>
            <a:off x="3337560" y="1463040"/>
            <a:ext cx="7589520" cy="438912"/>
          </a:xfrm>
          <a:prstGeom prst="rect">
            <a:avLst/>
          </a:prstGeom>
          <a:noFill/>
          <a:ln/>
        </p:spPr>
        <p:txBody>
          <a:bodyPr wrap="square" rtlCol="0" anchor="ctr"/>
          <a:lstStyle/>
          <a:p>
            <a:pPr marL="0" indent="0">
              <a:buNone/>
            </a:pPr>
            <a:r>
              <a:rPr lang="en-US" sz="1400" b="1" dirty="0">
                <a:solidFill>
                  <a:srgbClr val="003362"/>
                </a:solidFill>
                <a:latin typeface="Arial" pitchFamily="34" charset="0"/>
                <a:ea typeface="Arial" pitchFamily="34" charset="-122"/>
                <a:cs typeface="Arial" pitchFamily="34" charset="-120"/>
              </a:rPr>
              <a:t>Introductie &amp; doelstelling</a:t>
            </a:r>
            <a:endParaRPr lang="en-US" sz="1400" dirty="0"/>
          </a:p>
        </p:txBody>
      </p:sp>
      <p:sp>
        <p:nvSpPr>
          <p:cNvPr id="20" name="Text 18"/>
          <p:cNvSpPr/>
          <p:nvPr/>
        </p:nvSpPr>
        <p:spPr>
          <a:xfrm>
            <a:off x="502920" y="1975104"/>
            <a:ext cx="2011680" cy="438912"/>
          </a:xfrm>
          <a:prstGeom prst="rect">
            <a:avLst/>
          </a:prstGeom>
          <a:noFill/>
          <a:ln/>
        </p:spPr>
        <p:txBody>
          <a:bodyPr wrap="square" rtlCol="0" anchor="ctr"/>
          <a:lstStyle/>
          <a:p>
            <a:pPr marL="0" indent="0" algn="r">
              <a:buNone/>
            </a:pPr>
            <a:r>
              <a:rPr lang="en-US" sz="1300" b="1" dirty="0">
                <a:solidFill>
                  <a:srgbClr val="003362"/>
                </a:solidFill>
                <a:latin typeface="Arial" pitchFamily="34" charset="0"/>
                <a:ea typeface="Arial" pitchFamily="34" charset="-122"/>
                <a:cs typeface="Arial" pitchFamily="34" charset="-120"/>
              </a:rPr>
              <a:t>09:30 – 10:30</a:t>
            </a:r>
            <a:endParaRPr lang="en-US" sz="1300" dirty="0"/>
          </a:p>
        </p:txBody>
      </p:sp>
      <p:sp>
        <p:nvSpPr>
          <p:cNvPr id="21" name="Shape 19"/>
          <p:cNvSpPr/>
          <p:nvPr/>
        </p:nvSpPr>
        <p:spPr>
          <a:xfrm>
            <a:off x="2706624" y="2112264"/>
            <a:ext cx="164592" cy="164592"/>
          </a:xfrm>
          <a:prstGeom prst="ellipse">
            <a:avLst/>
          </a:prstGeom>
          <a:solidFill>
            <a:srgbClr val="89CDF2"/>
          </a:solidFill>
          <a:ln w="19050">
            <a:solidFill>
              <a:srgbClr val="FFFFFF"/>
            </a:solidFill>
            <a:prstDash val="solid"/>
          </a:ln>
        </p:spPr>
        <p:txBody>
          <a:bodyPr/>
          <a:lstStyle/>
          <a:p>
            <a:endParaRPr lang="nl-NL"/>
          </a:p>
        </p:txBody>
      </p:sp>
      <p:sp>
        <p:nvSpPr>
          <p:cNvPr id="22" name="Shape 20"/>
          <p:cNvSpPr/>
          <p:nvPr/>
        </p:nvSpPr>
        <p:spPr>
          <a:xfrm>
            <a:off x="3108960" y="1975104"/>
            <a:ext cx="7955280" cy="438912"/>
          </a:xfrm>
          <a:prstGeom prst="roundRect">
            <a:avLst>
              <a:gd name="adj" fmla="val 14583"/>
            </a:avLst>
          </a:prstGeom>
          <a:solidFill>
            <a:srgbClr val="F5F8FA"/>
          </a:solidFill>
          <a:ln/>
        </p:spPr>
        <p:txBody>
          <a:bodyPr/>
          <a:lstStyle/>
          <a:p>
            <a:endParaRPr lang="nl-NL"/>
          </a:p>
        </p:txBody>
      </p:sp>
      <p:sp>
        <p:nvSpPr>
          <p:cNvPr id="23" name="Shape 21"/>
          <p:cNvSpPr/>
          <p:nvPr/>
        </p:nvSpPr>
        <p:spPr>
          <a:xfrm>
            <a:off x="3108960" y="1975104"/>
            <a:ext cx="73152" cy="438912"/>
          </a:xfrm>
          <a:prstGeom prst="rect">
            <a:avLst/>
          </a:prstGeom>
          <a:solidFill>
            <a:srgbClr val="89CDF2"/>
          </a:solidFill>
          <a:ln/>
        </p:spPr>
        <p:txBody>
          <a:bodyPr/>
          <a:lstStyle/>
          <a:p>
            <a:endParaRPr lang="nl-NL"/>
          </a:p>
        </p:txBody>
      </p:sp>
      <p:sp>
        <p:nvSpPr>
          <p:cNvPr id="24" name="Text 22"/>
          <p:cNvSpPr/>
          <p:nvPr/>
        </p:nvSpPr>
        <p:spPr>
          <a:xfrm>
            <a:off x="3337560" y="1975104"/>
            <a:ext cx="7589520" cy="438912"/>
          </a:xfrm>
          <a:prstGeom prst="rect">
            <a:avLst/>
          </a:prstGeom>
          <a:noFill/>
          <a:ln/>
        </p:spPr>
        <p:txBody>
          <a:bodyPr wrap="square" rtlCol="0" anchor="ctr"/>
          <a:lstStyle/>
          <a:p>
            <a:pPr marL="0" indent="0">
              <a:buNone/>
            </a:pPr>
            <a:r>
              <a:rPr lang="en-US" sz="1400" b="1" dirty="0">
                <a:solidFill>
                  <a:srgbClr val="003362"/>
                </a:solidFill>
                <a:latin typeface="Arial" pitchFamily="34" charset="0"/>
                <a:ea typeface="Arial" pitchFamily="34" charset="-122"/>
                <a:cs typeface="Arial" pitchFamily="34" charset="-120"/>
              </a:rPr>
              <a:t>Businesscontext &amp; doelen</a:t>
            </a:r>
            <a:endParaRPr lang="en-US" sz="1400" dirty="0"/>
          </a:p>
        </p:txBody>
      </p:sp>
      <p:sp>
        <p:nvSpPr>
          <p:cNvPr id="25" name="Text 23"/>
          <p:cNvSpPr/>
          <p:nvPr/>
        </p:nvSpPr>
        <p:spPr>
          <a:xfrm>
            <a:off x="502920" y="2487168"/>
            <a:ext cx="2011680" cy="219456"/>
          </a:xfrm>
          <a:prstGeom prst="rect">
            <a:avLst/>
          </a:prstGeom>
          <a:noFill/>
          <a:ln/>
        </p:spPr>
        <p:txBody>
          <a:bodyPr wrap="square" rtlCol="0" anchor="ctr"/>
          <a:lstStyle/>
          <a:p>
            <a:pPr marL="0" indent="0" algn="r">
              <a:buNone/>
            </a:pPr>
            <a:r>
              <a:rPr lang="en-US" sz="1050" dirty="0">
                <a:solidFill>
                  <a:srgbClr val="6B7680"/>
                </a:solidFill>
                <a:latin typeface="Arial" pitchFamily="34" charset="0"/>
                <a:ea typeface="Arial" pitchFamily="34" charset="-122"/>
                <a:cs typeface="Arial" pitchFamily="34" charset="-120"/>
              </a:rPr>
              <a:t>10:30 – 10:45</a:t>
            </a:r>
            <a:endParaRPr lang="en-US" sz="1050" dirty="0"/>
          </a:p>
        </p:txBody>
      </p:sp>
      <p:sp>
        <p:nvSpPr>
          <p:cNvPr id="26" name="Shape 24"/>
          <p:cNvSpPr/>
          <p:nvPr/>
        </p:nvSpPr>
        <p:spPr>
          <a:xfrm>
            <a:off x="2747772" y="2555748"/>
            <a:ext cx="82296" cy="82296"/>
          </a:xfrm>
          <a:prstGeom prst="ellipse">
            <a:avLst/>
          </a:prstGeom>
          <a:solidFill>
            <a:srgbClr val="C7D2D6"/>
          </a:solidFill>
          <a:ln/>
        </p:spPr>
        <p:txBody>
          <a:bodyPr/>
          <a:lstStyle/>
          <a:p>
            <a:endParaRPr lang="nl-NL"/>
          </a:p>
        </p:txBody>
      </p:sp>
      <p:sp>
        <p:nvSpPr>
          <p:cNvPr id="27" name="Text 25"/>
          <p:cNvSpPr/>
          <p:nvPr/>
        </p:nvSpPr>
        <p:spPr>
          <a:xfrm>
            <a:off x="3108960" y="2487168"/>
            <a:ext cx="3657600" cy="219456"/>
          </a:xfrm>
          <a:prstGeom prst="rect">
            <a:avLst/>
          </a:prstGeom>
          <a:noFill/>
          <a:ln/>
        </p:spPr>
        <p:txBody>
          <a:bodyPr wrap="square" rtlCol="0" anchor="ctr"/>
          <a:lstStyle/>
          <a:p>
            <a:pPr marL="0" indent="0">
              <a:buNone/>
            </a:pPr>
            <a:r>
              <a:rPr lang="en-US" sz="1050" i="1" dirty="0">
                <a:solidFill>
                  <a:srgbClr val="6B7680"/>
                </a:solidFill>
                <a:latin typeface="Arial" pitchFamily="34" charset="0"/>
                <a:ea typeface="Arial" pitchFamily="34" charset="-122"/>
                <a:cs typeface="Arial" pitchFamily="34" charset="-120"/>
              </a:rPr>
              <a:t>Pauze</a:t>
            </a:r>
            <a:endParaRPr lang="en-US" sz="1050" dirty="0"/>
          </a:p>
        </p:txBody>
      </p:sp>
      <p:sp>
        <p:nvSpPr>
          <p:cNvPr id="28" name="Text 26"/>
          <p:cNvSpPr/>
          <p:nvPr/>
        </p:nvSpPr>
        <p:spPr>
          <a:xfrm>
            <a:off x="502920" y="2779776"/>
            <a:ext cx="2011680" cy="438912"/>
          </a:xfrm>
          <a:prstGeom prst="rect">
            <a:avLst/>
          </a:prstGeom>
          <a:noFill/>
          <a:ln/>
        </p:spPr>
        <p:txBody>
          <a:bodyPr wrap="square" rtlCol="0" anchor="ctr"/>
          <a:lstStyle/>
          <a:p>
            <a:pPr marL="0" indent="0" algn="r">
              <a:buNone/>
            </a:pPr>
            <a:r>
              <a:rPr lang="en-US" sz="1300" b="1" dirty="0">
                <a:solidFill>
                  <a:srgbClr val="003362"/>
                </a:solidFill>
                <a:latin typeface="Arial" pitchFamily="34" charset="0"/>
                <a:ea typeface="Arial" pitchFamily="34" charset="-122"/>
                <a:cs typeface="Arial" pitchFamily="34" charset="-120"/>
              </a:rPr>
              <a:t>10:45 – 12:15</a:t>
            </a:r>
            <a:endParaRPr lang="en-US" sz="1300" dirty="0"/>
          </a:p>
        </p:txBody>
      </p:sp>
      <p:sp>
        <p:nvSpPr>
          <p:cNvPr id="29" name="Shape 27"/>
          <p:cNvSpPr/>
          <p:nvPr/>
        </p:nvSpPr>
        <p:spPr>
          <a:xfrm>
            <a:off x="2706624" y="2916936"/>
            <a:ext cx="164592" cy="164592"/>
          </a:xfrm>
          <a:prstGeom prst="ellipse">
            <a:avLst/>
          </a:prstGeom>
          <a:solidFill>
            <a:srgbClr val="003362"/>
          </a:solidFill>
          <a:ln w="19050">
            <a:solidFill>
              <a:srgbClr val="FFFFFF"/>
            </a:solidFill>
            <a:prstDash val="solid"/>
          </a:ln>
        </p:spPr>
        <p:txBody>
          <a:bodyPr/>
          <a:lstStyle/>
          <a:p>
            <a:endParaRPr lang="nl-NL"/>
          </a:p>
        </p:txBody>
      </p:sp>
      <p:sp>
        <p:nvSpPr>
          <p:cNvPr id="30" name="Shape 28"/>
          <p:cNvSpPr/>
          <p:nvPr/>
        </p:nvSpPr>
        <p:spPr>
          <a:xfrm>
            <a:off x="3108960" y="2779776"/>
            <a:ext cx="7955280" cy="438912"/>
          </a:xfrm>
          <a:prstGeom prst="roundRect">
            <a:avLst>
              <a:gd name="adj" fmla="val 14583"/>
            </a:avLst>
          </a:prstGeom>
          <a:solidFill>
            <a:srgbClr val="F5F8FA"/>
          </a:solidFill>
          <a:ln/>
        </p:spPr>
        <p:txBody>
          <a:bodyPr/>
          <a:lstStyle/>
          <a:p>
            <a:endParaRPr lang="nl-NL"/>
          </a:p>
        </p:txBody>
      </p:sp>
      <p:sp>
        <p:nvSpPr>
          <p:cNvPr id="31" name="Shape 29"/>
          <p:cNvSpPr/>
          <p:nvPr/>
        </p:nvSpPr>
        <p:spPr>
          <a:xfrm>
            <a:off x="3108960" y="2779776"/>
            <a:ext cx="73152" cy="438912"/>
          </a:xfrm>
          <a:prstGeom prst="rect">
            <a:avLst/>
          </a:prstGeom>
          <a:solidFill>
            <a:srgbClr val="003362"/>
          </a:solidFill>
          <a:ln/>
        </p:spPr>
        <p:txBody>
          <a:bodyPr/>
          <a:lstStyle/>
          <a:p>
            <a:endParaRPr lang="nl-NL"/>
          </a:p>
        </p:txBody>
      </p:sp>
      <p:sp>
        <p:nvSpPr>
          <p:cNvPr id="32" name="Text 30"/>
          <p:cNvSpPr/>
          <p:nvPr/>
        </p:nvSpPr>
        <p:spPr>
          <a:xfrm>
            <a:off x="3337560" y="2779776"/>
            <a:ext cx="7589520" cy="438912"/>
          </a:xfrm>
          <a:prstGeom prst="rect">
            <a:avLst/>
          </a:prstGeom>
          <a:noFill/>
          <a:ln/>
        </p:spPr>
        <p:txBody>
          <a:bodyPr wrap="square" rtlCol="0" anchor="ctr"/>
          <a:lstStyle/>
          <a:p>
            <a:pPr marL="0" indent="0">
              <a:buNone/>
            </a:pPr>
            <a:r>
              <a:rPr lang="en-US" sz="1400" b="1" dirty="0">
                <a:solidFill>
                  <a:srgbClr val="003362"/>
                </a:solidFill>
                <a:latin typeface="Arial" pitchFamily="34" charset="0"/>
                <a:ea typeface="Arial" pitchFamily="34" charset="-122"/>
                <a:cs typeface="Arial" pitchFamily="34" charset="-120"/>
              </a:rPr>
              <a:t>Event Storming / Functionele invulling</a:t>
            </a:r>
            <a:endParaRPr lang="en-US" sz="1400" dirty="0"/>
          </a:p>
        </p:txBody>
      </p:sp>
      <p:sp>
        <p:nvSpPr>
          <p:cNvPr id="33" name="Text 31"/>
          <p:cNvSpPr/>
          <p:nvPr/>
        </p:nvSpPr>
        <p:spPr>
          <a:xfrm>
            <a:off x="502920" y="3291840"/>
            <a:ext cx="2011680" cy="219456"/>
          </a:xfrm>
          <a:prstGeom prst="rect">
            <a:avLst/>
          </a:prstGeom>
          <a:noFill/>
          <a:ln/>
        </p:spPr>
        <p:txBody>
          <a:bodyPr wrap="square" rtlCol="0" anchor="ctr"/>
          <a:lstStyle/>
          <a:p>
            <a:pPr marL="0" indent="0" algn="r">
              <a:buNone/>
            </a:pPr>
            <a:r>
              <a:rPr lang="en-US" sz="1050" dirty="0">
                <a:solidFill>
                  <a:srgbClr val="6B7680"/>
                </a:solidFill>
                <a:latin typeface="Arial" pitchFamily="34" charset="0"/>
                <a:ea typeface="Arial" pitchFamily="34" charset="-122"/>
                <a:cs typeface="Arial" pitchFamily="34" charset="-120"/>
              </a:rPr>
              <a:t>12:15 – 13:00</a:t>
            </a:r>
            <a:endParaRPr lang="en-US" sz="1050" dirty="0"/>
          </a:p>
        </p:txBody>
      </p:sp>
      <p:sp>
        <p:nvSpPr>
          <p:cNvPr id="34" name="Shape 32"/>
          <p:cNvSpPr/>
          <p:nvPr/>
        </p:nvSpPr>
        <p:spPr>
          <a:xfrm>
            <a:off x="2747772" y="3360420"/>
            <a:ext cx="82296" cy="82296"/>
          </a:xfrm>
          <a:prstGeom prst="ellipse">
            <a:avLst/>
          </a:prstGeom>
          <a:solidFill>
            <a:srgbClr val="C7D2D6"/>
          </a:solidFill>
          <a:ln/>
        </p:spPr>
        <p:txBody>
          <a:bodyPr/>
          <a:lstStyle/>
          <a:p>
            <a:endParaRPr lang="nl-NL"/>
          </a:p>
        </p:txBody>
      </p:sp>
      <p:sp>
        <p:nvSpPr>
          <p:cNvPr id="35" name="Text 33"/>
          <p:cNvSpPr/>
          <p:nvPr/>
        </p:nvSpPr>
        <p:spPr>
          <a:xfrm>
            <a:off x="3108960" y="3291840"/>
            <a:ext cx="3657600" cy="219456"/>
          </a:xfrm>
          <a:prstGeom prst="rect">
            <a:avLst/>
          </a:prstGeom>
          <a:noFill/>
          <a:ln/>
        </p:spPr>
        <p:txBody>
          <a:bodyPr wrap="square" rtlCol="0" anchor="ctr"/>
          <a:lstStyle/>
          <a:p>
            <a:pPr marL="0" indent="0">
              <a:buNone/>
            </a:pPr>
            <a:r>
              <a:rPr lang="en-US" sz="1050" i="1" dirty="0">
                <a:solidFill>
                  <a:srgbClr val="6B7680"/>
                </a:solidFill>
                <a:latin typeface="Arial" pitchFamily="34" charset="0"/>
                <a:ea typeface="Arial" pitchFamily="34" charset="-122"/>
                <a:cs typeface="Arial" pitchFamily="34" charset="-120"/>
              </a:rPr>
              <a:t>Lunch</a:t>
            </a:r>
            <a:endParaRPr lang="en-US" sz="1050" dirty="0"/>
          </a:p>
        </p:txBody>
      </p:sp>
      <p:sp>
        <p:nvSpPr>
          <p:cNvPr id="36" name="Text 34"/>
          <p:cNvSpPr/>
          <p:nvPr/>
        </p:nvSpPr>
        <p:spPr>
          <a:xfrm>
            <a:off x="502920" y="3584448"/>
            <a:ext cx="2011680" cy="438912"/>
          </a:xfrm>
          <a:prstGeom prst="rect">
            <a:avLst/>
          </a:prstGeom>
          <a:noFill/>
          <a:ln/>
        </p:spPr>
        <p:txBody>
          <a:bodyPr wrap="square" rtlCol="0" anchor="ctr"/>
          <a:lstStyle/>
          <a:p>
            <a:pPr marL="0" indent="0" algn="r">
              <a:buNone/>
            </a:pPr>
            <a:r>
              <a:rPr lang="en-US" sz="1300" b="1" dirty="0">
                <a:solidFill>
                  <a:srgbClr val="003362"/>
                </a:solidFill>
                <a:latin typeface="Arial" pitchFamily="34" charset="0"/>
                <a:ea typeface="Arial" pitchFamily="34" charset="-122"/>
                <a:cs typeface="Arial" pitchFamily="34" charset="-120"/>
              </a:rPr>
              <a:t>13:00 – 14:00</a:t>
            </a:r>
            <a:endParaRPr lang="en-US" sz="1300" dirty="0"/>
          </a:p>
        </p:txBody>
      </p:sp>
      <p:sp>
        <p:nvSpPr>
          <p:cNvPr id="37" name="Shape 35"/>
          <p:cNvSpPr/>
          <p:nvPr/>
        </p:nvSpPr>
        <p:spPr>
          <a:xfrm>
            <a:off x="2706624" y="3721608"/>
            <a:ext cx="164592" cy="164592"/>
          </a:xfrm>
          <a:prstGeom prst="ellipse">
            <a:avLst/>
          </a:prstGeom>
          <a:solidFill>
            <a:srgbClr val="003362"/>
          </a:solidFill>
          <a:ln w="19050">
            <a:solidFill>
              <a:srgbClr val="FFFFFF"/>
            </a:solidFill>
            <a:prstDash val="solid"/>
          </a:ln>
        </p:spPr>
        <p:txBody>
          <a:bodyPr/>
          <a:lstStyle/>
          <a:p>
            <a:endParaRPr lang="nl-NL"/>
          </a:p>
        </p:txBody>
      </p:sp>
      <p:sp>
        <p:nvSpPr>
          <p:cNvPr id="38" name="Shape 36"/>
          <p:cNvSpPr/>
          <p:nvPr/>
        </p:nvSpPr>
        <p:spPr>
          <a:xfrm>
            <a:off x="3108960" y="3584448"/>
            <a:ext cx="7955280" cy="438912"/>
          </a:xfrm>
          <a:prstGeom prst="roundRect">
            <a:avLst>
              <a:gd name="adj" fmla="val 14583"/>
            </a:avLst>
          </a:prstGeom>
          <a:solidFill>
            <a:srgbClr val="F5F8FA"/>
          </a:solidFill>
          <a:ln/>
        </p:spPr>
        <p:txBody>
          <a:bodyPr/>
          <a:lstStyle/>
          <a:p>
            <a:endParaRPr lang="nl-NL"/>
          </a:p>
        </p:txBody>
      </p:sp>
      <p:sp>
        <p:nvSpPr>
          <p:cNvPr id="39" name="Shape 37"/>
          <p:cNvSpPr/>
          <p:nvPr/>
        </p:nvSpPr>
        <p:spPr>
          <a:xfrm>
            <a:off x="3108960" y="3584448"/>
            <a:ext cx="73152" cy="438912"/>
          </a:xfrm>
          <a:prstGeom prst="rect">
            <a:avLst/>
          </a:prstGeom>
          <a:solidFill>
            <a:srgbClr val="003362"/>
          </a:solidFill>
          <a:ln/>
        </p:spPr>
        <p:txBody>
          <a:bodyPr/>
          <a:lstStyle/>
          <a:p>
            <a:endParaRPr lang="nl-NL"/>
          </a:p>
        </p:txBody>
      </p:sp>
      <p:sp>
        <p:nvSpPr>
          <p:cNvPr id="40" name="Text 38"/>
          <p:cNvSpPr/>
          <p:nvPr/>
        </p:nvSpPr>
        <p:spPr>
          <a:xfrm>
            <a:off x="3337560" y="3584448"/>
            <a:ext cx="7589520" cy="438912"/>
          </a:xfrm>
          <a:prstGeom prst="rect">
            <a:avLst/>
          </a:prstGeom>
          <a:noFill/>
          <a:ln/>
        </p:spPr>
        <p:txBody>
          <a:bodyPr wrap="square" rtlCol="0" anchor="ctr"/>
          <a:lstStyle/>
          <a:p>
            <a:pPr marL="0" indent="0">
              <a:buNone/>
            </a:pPr>
            <a:r>
              <a:rPr lang="en-US" sz="1400" b="1" dirty="0">
                <a:solidFill>
                  <a:srgbClr val="003362"/>
                </a:solidFill>
                <a:latin typeface="Arial" pitchFamily="34" charset="0"/>
                <a:ea typeface="Arial" pitchFamily="34" charset="-122"/>
                <a:cs typeface="Arial" pitchFamily="34" charset="-120"/>
              </a:rPr>
              <a:t>Event Storming / Functionele invulling</a:t>
            </a:r>
            <a:endParaRPr lang="en-US" sz="1400" dirty="0"/>
          </a:p>
        </p:txBody>
      </p:sp>
      <p:sp>
        <p:nvSpPr>
          <p:cNvPr id="41" name="Text 39"/>
          <p:cNvSpPr/>
          <p:nvPr/>
        </p:nvSpPr>
        <p:spPr>
          <a:xfrm>
            <a:off x="502920" y="4096512"/>
            <a:ext cx="2011680" cy="219456"/>
          </a:xfrm>
          <a:prstGeom prst="rect">
            <a:avLst/>
          </a:prstGeom>
          <a:noFill/>
          <a:ln/>
        </p:spPr>
        <p:txBody>
          <a:bodyPr wrap="square" rtlCol="0" anchor="ctr"/>
          <a:lstStyle/>
          <a:p>
            <a:pPr marL="0" indent="0" algn="r">
              <a:buNone/>
            </a:pPr>
            <a:r>
              <a:rPr lang="en-US" sz="1050" dirty="0">
                <a:solidFill>
                  <a:srgbClr val="6B7680"/>
                </a:solidFill>
                <a:latin typeface="Arial" pitchFamily="34" charset="0"/>
                <a:ea typeface="Arial" pitchFamily="34" charset="-122"/>
                <a:cs typeface="Arial" pitchFamily="34" charset="-120"/>
              </a:rPr>
              <a:t>14:00 – 14:15</a:t>
            </a:r>
            <a:endParaRPr lang="en-US" sz="1050" dirty="0"/>
          </a:p>
        </p:txBody>
      </p:sp>
      <p:sp>
        <p:nvSpPr>
          <p:cNvPr id="42" name="Shape 40"/>
          <p:cNvSpPr/>
          <p:nvPr/>
        </p:nvSpPr>
        <p:spPr>
          <a:xfrm>
            <a:off x="2747772" y="4165092"/>
            <a:ext cx="82296" cy="82296"/>
          </a:xfrm>
          <a:prstGeom prst="ellipse">
            <a:avLst/>
          </a:prstGeom>
          <a:solidFill>
            <a:srgbClr val="C7D2D6"/>
          </a:solidFill>
          <a:ln/>
        </p:spPr>
        <p:txBody>
          <a:bodyPr/>
          <a:lstStyle/>
          <a:p>
            <a:endParaRPr lang="nl-NL"/>
          </a:p>
        </p:txBody>
      </p:sp>
      <p:sp>
        <p:nvSpPr>
          <p:cNvPr id="43" name="Text 41"/>
          <p:cNvSpPr/>
          <p:nvPr/>
        </p:nvSpPr>
        <p:spPr>
          <a:xfrm>
            <a:off x="3108960" y="4096512"/>
            <a:ext cx="3657600" cy="219456"/>
          </a:xfrm>
          <a:prstGeom prst="rect">
            <a:avLst/>
          </a:prstGeom>
          <a:noFill/>
          <a:ln/>
        </p:spPr>
        <p:txBody>
          <a:bodyPr wrap="square" rtlCol="0" anchor="ctr"/>
          <a:lstStyle/>
          <a:p>
            <a:pPr marL="0" indent="0">
              <a:buNone/>
            </a:pPr>
            <a:r>
              <a:rPr lang="en-US" sz="1050" i="1" dirty="0">
                <a:solidFill>
                  <a:srgbClr val="6B7680"/>
                </a:solidFill>
                <a:latin typeface="Arial" pitchFamily="34" charset="0"/>
                <a:ea typeface="Arial" pitchFamily="34" charset="-122"/>
                <a:cs typeface="Arial" pitchFamily="34" charset="-120"/>
              </a:rPr>
              <a:t>Pauze</a:t>
            </a:r>
            <a:endParaRPr lang="en-US" sz="1050" dirty="0"/>
          </a:p>
        </p:txBody>
      </p:sp>
      <p:sp>
        <p:nvSpPr>
          <p:cNvPr id="44" name="Text 42"/>
          <p:cNvSpPr/>
          <p:nvPr/>
        </p:nvSpPr>
        <p:spPr>
          <a:xfrm>
            <a:off x="502920" y="4389120"/>
            <a:ext cx="2011680" cy="438912"/>
          </a:xfrm>
          <a:prstGeom prst="rect">
            <a:avLst/>
          </a:prstGeom>
          <a:noFill/>
          <a:ln/>
        </p:spPr>
        <p:txBody>
          <a:bodyPr wrap="square" rtlCol="0" anchor="ctr"/>
          <a:lstStyle/>
          <a:p>
            <a:pPr marL="0" indent="0" algn="r">
              <a:buNone/>
            </a:pPr>
            <a:r>
              <a:rPr lang="en-US" sz="1300" b="1" dirty="0">
                <a:solidFill>
                  <a:srgbClr val="003362"/>
                </a:solidFill>
                <a:latin typeface="Arial" pitchFamily="34" charset="0"/>
                <a:ea typeface="Arial" pitchFamily="34" charset="-122"/>
                <a:cs typeface="Arial" pitchFamily="34" charset="-120"/>
              </a:rPr>
              <a:t>14:15 – 15:00</a:t>
            </a:r>
            <a:endParaRPr lang="en-US" sz="1300" dirty="0"/>
          </a:p>
        </p:txBody>
      </p:sp>
      <p:sp>
        <p:nvSpPr>
          <p:cNvPr id="45" name="Shape 43"/>
          <p:cNvSpPr/>
          <p:nvPr/>
        </p:nvSpPr>
        <p:spPr>
          <a:xfrm>
            <a:off x="2706624" y="4526280"/>
            <a:ext cx="164592" cy="164592"/>
          </a:xfrm>
          <a:prstGeom prst="ellipse">
            <a:avLst/>
          </a:prstGeom>
          <a:solidFill>
            <a:srgbClr val="E76734"/>
          </a:solidFill>
          <a:ln w="19050">
            <a:solidFill>
              <a:srgbClr val="FFFFFF"/>
            </a:solidFill>
            <a:prstDash val="solid"/>
          </a:ln>
        </p:spPr>
        <p:txBody>
          <a:bodyPr/>
          <a:lstStyle/>
          <a:p>
            <a:endParaRPr lang="nl-NL"/>
          </a:p>
        </p:txBody>
      </p:sp>
      <p:sp>
        <p:nvSpPr>
          <p:cNvPr id="46" name="Shape 44"/>
          <p:cNvSpPr/>
          <p:nvPr/>
        </p:nvSpPr>
        <p:spPr>
          <a:xfrm>
            <a:off x="3108960" y="4389120"/>
            <a:ext cx="7955280" cy="438912"/>
          </a:xfrm>
          <a:prstGeom prst="roundRect">
            <a:avLst>
              <a:gd name="adj" fmla="val 14583"/>
            </a:avLst>
          </a:prstGeom>
          <a:solidFill>
            <a:srgbClr val="F5F8FA"/>
          </a:solidFill>
          <a:ln/>
        </p:spPr>
        <p:txBody>
          <a:bodyPr/>
          <a:lstStyle/>
          <a:p>
            <a:endParaRPr lang="nl-NL"/>
          </a:p>
        </p:txBody>
      </p:sp>
      <p:sp>
        <p:nvSpPr>
          <p:cNvPr id="47" name="Shape 45"/>
          <p:cNvSpPr/>
          <p:nvPr/>
        </p:nvSpPr>
        <p:spPr>
          <a:xfrm>
            <a:off x="3108960" y="4389120"/>
            <a:ext cx="73152" cy="438912"/>
          </a:xfrm>
          <a:prstGeom prst="rect">
            <a:avLst/>
          </a:prstGeom>
          <a:solidFill>
            <a:srgbClr val="E76734"/>
          </a:solidFill>
          <a:ln/>
        </p:spPr>
        <p:txBody>
          <a:bodyPr/>
          <a:lstStyle/>
          <a:p>
            <a:endParaRPr lang="nl-NL"/>
          </a:p>
        </p:txBody>
      </p:sp>
      <p:sp>
        <p:nvSpPr>
          <p:cNvPr id="48" name="Text 46"/>
          <p:cNvSpPr/>
          <p:nvPr/>
        </p:nvSpPr>
        <p:spPr>
          <a:xfrm>
            <a:off x="3337560" y="4389120"/>
            <a:ext cx="7589520" cy="438912"/>
          </a:xfrm>
          <a:prstGeom prst="rect">
            <a:avLst/>
          </a:prstGeom>
          <a:noFill/>
          <a:ln/>
        </p:spPr>
        <p:txBody>
          <a:bodyPr wrap="square" rtlCol="0" anchor="ctr"/>
          <a:lstStyle/>
          <a:p>
            <a:pPr marL="0" indent="0">
              <a:buNone/>
            </a:pPr>
            <a:r>
              <a:rPr lang="en-US" sz="1400" b="1" dirty="0">
                <a:solidFill>
                  <a:srgbClr val="003362"/>
                </a:solidFill>
                <a:latin typeface="Arial" pitchFamily="34" charset="0"/>
                <a:ea typeface="Arial" pitchFamily="34" charset="-122"/>
                <a:cs typeface="Arial" pitchFamily="34" charset="-120"/>
              </a:rPr>
              <a:t>Werkwijze</a:t>
            </a:r>
            <a:endParaRPr lang="en-US" sz="1400" dirty="0"/>
          </a:p>
        </p:txBody>
      </p:sp>
      <p:sp>
        <p:nvSpPr>
          <p:cNvPr id="49" name="Text 47"/>
          <p:cNvSpPr/>
          <p:nvPr/>
        </p:nvSpPr>
        <p:spPr>
          <a:xfrm>
            <a:off x="502920" y="4901184"/>
            <a:ext cx="2011680" cy="438912"/>
          </a:xfrm>
          <a:prstGeom prst="rect">
            <a:avLst/>
          </a:prstGeom>
          <a:noFill/>
          <a:ln/>
        </p:spPr>
        <p:txBody>
          <a:bodyPr wrap="square" rtlCol="0" anchor="ctr"/>
          <a:lstStyle/>
          <a:p>
            <a:pPr marL="0" indent="0" algn="r">
              <a:buNone/>
            </a:pPr>
            <a:r>
              <a:rPr lang="en-US" sz="1300" b="1" dirty="0">
                <a:solidFill>
                  <a:srgbClr val="003362"/>
                </a:solidFill>
                <a:latin typeface="Arial" pitchFamily="34" charset="0"/>
                <a:ea typeface="Arial" pitchFamily="34" charset="-122"/>
                <a:cs typeface="Arial" pitchFamily="34" charset="-120"/>
              </a:rPr>
              <a:t>15:00 – 15:15</a:t>
            </a:r>
            <a:endParaRPr lang="en-US" sz="1300" dirty="0"/>
          </a:p>
        </p:txBody>
      </p:sp>
      <p:sp>
        <p:nvSpPr>
          <p:cNvPr id="50" name="Shape 48"/>
          <p:cNvSpPr/>
          <p:nvPr/>
        </p:nvSpPr>
        <p:spPr>
          <a:xfrm>
            <a:off x="2706624" y="5038344"/>
            <a:ext cx="164592" cy="164592"/>
          </a:xfrm>
          <a:prstGeom prst="ellipse">
            <a:avLst/>
          </a:prstGeom>
          <a:solidFill>
            <a:srgbClr val="89CDF2"/>
          </a:solidFill>
          <a:ln w="19050">
            <a:solidFill>
              <a:srgbClr val="FFFFFF"/>
            </a:solidFill>
            <a:prstDash val="solid"/>
          </a:ln>
        </p:spPr>
        <p:txBody>
          <a:bodyPr/>
          <a:lstStyle/>
          <a:p>
            <a:endParaRPr lang="nl-NL"/>
          </a:p>
        </p:txBody>
      </p:sp>
      <p:sp>
        <p:nvSpPr>
          <p:cNvPr id="51" name="Shape 49"/>
          <p:cNvSpPr/>
          <p:nvPr/>
        </p:nvSpPr>
        <p:spPr>
          <a:xfrm>
            <a:off x="3108960" y="4901184"/>
            <a:ext cx="7955280" cy="438912"/>
          </a:xfrm>
          <a:prstGeom prst="roundRect">
            <a:avLst>
              <a:gd name="adj" fmla="val 14583"/>
            </a:avLst>
          </a:prstGeom>
          <a:solidFill>
            <a:srgbClr val="F5F8FA"/>
          </a:solidFill>
          <a:ln/>
        </p:spPr>
        <p:txBody>
          <a:bodyPr/>
          <a:lstStyle/>
          <a:p>
            <a:endParaRPr lang="nl-NL"/>
          </a:p>
        </p:txBody>
      </p:sp>
      <p:sp>
        <p:nvSpPr>
          <p:cNvPr id="52" name="Shape 50"/>
          <p:cNvSpPr/>
          <p:nvPr/>
        </p:nvSpPr>
        <p:spPr>
          <a:xfrm>
            <a:off x="3108960" y="4901184"/>
            <a:ext cx="73152" cy="438912"/>
          </a:xfrm>
          <a:prstGeom prst="rect">
            <a:avLst/>
          </a:prstGeom>
          <a:solidFill>
            <a:srgbClr val="89CDF2"/>
          </a:solidFill>
          <a:ln/>
        </p:spPr>
        <p:txBody>
          <a:bodyPr/>
          <a:lstStyle/>
          <a:p>
            <a:endParaRPr lang="nl-NL"/>
          </a:p>
        </p:txBody>
      </p:sp>
      <p:sp>
        <p:nvSpPr>
          <p:cNvPr id="53" name="Text 51"/>
          <p:cNvSpPr/>
          <p:nvPr/>
        </p:nvSpPr>
        <p:spPr>
          <a:xfrm>
            <a:off x="3337560" y="4901184"/>
            <a:ext cx="7589520" cy="438912"/>
          </a:xfrm>
          <a:prstGeom prst="rect">
            <a:avLst/>
          </a:prstGeom>
          <a:noFill/>
          <a:ln/>
        </p:spPr>
        <p:txBody>
          <a:bodyPr wrap="square" rtlCol="0" anchor="ctr"/>
          <a:lstStyle/>
          <a:p>
            <a:pPr marL="0" indent="0">
              <a:buNone/>
            </a:pPr>
            <a:r>
              <a:rPr lang="en-US" sz="1400" b="1" dirty="0">
                <a:solidFill>
                  <a:srgbClr val="003362"/>
                </a:solidFill>
                <a:latin typeface="Arial" pitchFamily="34" charset="0"/>
                <a:ea typeface="Arial" pitchFamily="34" charset="-122"/>
                <a:cs typeface="Arial" pitchFamily="34" charset="-120"/>
              </a:rPr>
              <a:t>Vervolgstappen</a:t>
            </a:r>
            <a:endParaRPr lang="en-US" sz="1400" dirty="0"/>
          </a:p>
        </p:txBody>
      </p:sp>
      <p:sp>
        <p:nvSpPr>
          <p:cNvPr id="54" name="Text 52"/>
          <p:cNvSpPr/>
          <p:nvPr/>
        </p:nvSpPr>
        <p:spPr>
          <a:xfrm>
            <a:off x="502920" y="5413248"/>
            <a:ext cx="2011680" cy="438912"/>
          </a:xfrm>
          <a:prstGeom prst="rect">
            <a:avLst/>
          </a:prstGeom>
          <a:noFill/>
          <a:ln/>
        </p:spPr>
        <p:txBody>
          <a:bodyPr wrap="square" rtlCol="0" anchor="ctr"/>
          <a:lstStyle/>
          <a:p>
            <a:pPr marL="0" indent="0" algn="r">
              <a:buNone/>
            </a:pPr>
            <a:r>
              <a:rPr lang="en-US" sz="1300" b="1" dirty="0">
                <a:solidFill>
                  <a:srgbClr val="003362"/>
                </a:solidFill>
                <a:latin typeface="Arial" pitchFamily="34" charset="0"/>
                <a:ea typeface="Arial" pitchFamily="34" charset="-122"/>
                <a:cs typeface="Arial" pitchFamily="34" charset="-120"/>
              </a:rPr>
              <a:t>15:15 – 15:30</a:t>
            </a:r>
            <a:endParaRPr lang="en-US" sz="1300" dirty="0"/>
          </a:p>
        </p:txBody>
      </p:sp>
      <p:sp>
        <p:nvSpPr>
          <p:cNvPr id="55" name="Shape 53"/>
          <p:cNvSpPr/>
          <p:nvPr/>
        </p:nvSpPr>
        <p:spPr>
          <a:xfrm>
            <a:off x="2706624" y="5550408"/>
            <a:ext cx="164592" cy="164592"/>
          </a:xfrm>
          <a:prstGeom prst="ellipse">
            <a:avLst/>
          </a:prstGeom>
          <a:solidFill>
            <a:srgbClr val="003362"/>
          </a:solidFill>
          <a:ln w="19050">
            <a:solidFill>
              <a:srgbClr val="FFFFFF"/>
            </a:solidFill>
            <a:prstDash val="solid"/>
          </a:ln>
        </p:spPr>
        <p:txBody>
          <a:bodyPr/>
          <a:lstStyle/>
          <a:p>
            <a:endParaRPr lang="nl-NL"/>
          </a:p>
        </p:txBody>
      </p:sp>
      <p:sp>
        <p:nvSpPr>
          <p:cNvPr id="56" name="Shape 54"/>
          <p:cNvSpPr/>
          <p:nvPr/>
        </p:nvSpPr>
        <p:spPr>
          <a:xfrm>
            <a:off x="3108960" y="5413248"/>
            <a:ext cx="7955280" cy="438912"/>
          </a:xfrm>
          <a:prstGeom prst="roundRect">
            <a:avLst>
              <a:gd name="adj" fmla="val 14583"/>
            </a:avLst>
          </a:prstGeom>
          <a:solidFill>
            <a:srgbClr val="F5F8FA"/>
          </a:solidFill>
          <a:ln/>
        </p:spPr>
        <p:txBody>
          <a:bodyPr/>
          <a:lstStyle/>
          <a:p>
            <a:endParaRPr lang="nl-NL"/>
          </a:p>
        </p:txBody>
      </p:sp>
      <p:sp>
        <p:nvSpPr>
          <p:cNvPr id="57" name="Shape 55"/>
          <p:cNvSpPr/>
          <p:nvPr/>
        </p:nvSpPr>
        <p:spPr>
          <a:xfrm>
            <a:off x="3108960" y="5413248"/>
            <a:ext cx="73152" cy="438912"/>
          </a:xfrm>
          <a:prstGeom prst="rect">
            <a:avLst/>
          </a:prstGeom>
          <a:solidFill>
            <a:srgbClr val="003362"/>
          </a:solidFill>
          <a:ln/>
        </p:spPr>
        <p:txBody>
          <a:bodyPr/>
          <a:lstStyle/>
          <a:p>
            <a:endParaRPr lang="nl-NL"/>
          </a:p>
        </p:txBody>
      </p:sp>
      <p:sp>
        <p:nvSpPr>
          <p:cNvPr id="58" name="Text 56"/>
          <p:cNvSpPr/>
          <p:nvPr/>
        </p:nvSpPr>
        <p:spPr>
          <a:xfrm>
            <a:off x="3337560" y="5413248"/>
            <a:ext cx="7589520" cy="438912"/>
          </a:xfrm>
          <a:prstGeom prst="rect">
            <a:avLst/>
          </a:prstGeom>
          <a:noFill/>
          <a:ln/>
        </p:spPr>
        <p:txBody>
          <a:bodyPr wrap="square" rtlCol="0" anchor="ctr"/>
          <a:lstStyle/>
          <a:p>
            <a:pPr marL="0" indent="0">
              <a:buNone/>
            </a:pPr>
            <a:r>
              <a:rPr lang="en-US" sz="1400" b="1" dirty="0">
                <a:solidFill>
                  <a:srgbClr val="003362"/>
                </a:solidFill>
                <a:latin typeface="Arial" pitchFamily="34" charset="0"/>
                <a:ea typeface="Arial" pitchFamily="34" charset="-122"/>
                <a:cs typeface="Arial" pitchFamily="34" charset="-120"/>
              </a:rPr>
              <a:t>Afsluiting &amp; feedback</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29E2A48A-6A93-7092-2BB5-BF39B132D54E}"/>
              </a:ext>
            </a:extLst>
          </p:cNvPr>
          <p:cNvSpPr>
            <a:spLocks noGrp="1"/>
          </p:cNvSpPr>
          <p:nvPr>
            <p:ph type="body" idx="102"/>
          </p:nvPr>
        </p:nvSpPr>
        <p:spPr/>
        <p:txBody>
          <a:bodyPr/>
          <a:lstStyle/>
          <a:p>
            <a:endParaRPr lang="nl-NL"/>
          </a:p>
        </p:txBody>
      </p:sp>
      <p:sp>
        <p:nvSpPr>
          <p:cNvPr id="3" name="Titel 2">
            <a:extLst>
              <a:ext uri="{FF2B5EF4-FFF2-40B4-BE49-F238E27FC236}">
                <a16:creationId xmlns:a16="http://schemas.microsoft.com/office/drawing/2014/main" id="{89599E4C-1EDA-B3AD-7B64-53D3D026C528}"/>
              </a:ext>
            </a:extLst>
          </p:cNvPr>
          <p:cNvSpPr>
            <a:spLocks noGrp="1"/>
          </p:cNvSpPr>
          <p:nvPr>
            <p:ph type="title" idx="103"/>
          </p:nvPr>
        </p:nvSpPr>
        <p:spPr/>
        <p:txBody>
          <a:bodyPr wrap="square" lIns="91440" tIns="45720" rIns="91440" bIns="45720" rtlCol="0" anchor="t"/>
          <a:lstStyle/>
          <a:p>
            <a:r>
              <a:rPr lang="en-US" err="1">
                <a:latin typeface="Helvetica"/>
                <a:cs typeface="Helvetica"/>
              </a:rPr>
              <a:t>Introductie</a:t>
            </a:r>
            <a:r>
              <a:rPr lang="en-US">
                <a:latin typeface="Helvetica"/>
                <a:cs typeface="Helvetica"/>
              </a:rPr>
              <a:t> &amp; </a:t>
            </a:r>
            <a:r>
              <a:rPr lang="en-US" err="1">
                <a:latin typeface="Helvetica"/>
                <a:cs typeface="Helvetica"/>
              </a:rPr>
              <a:t>doelstelling</a:t>
            </a:r>
            <a:endParaRPr lang="nl-NL" b="0" err="1">
              <a:solidFill>
                <a:srgbClr val="000000"/>
              </a:solidFill>
              <a:latin typeface="Helvetica"/>
              <a:cs typeface="Helvetica"/>
            </a:endParaRPr>
          </a:p>
          <a:p>
            <a:endParaRPr lang="nl-NL"/>
          </a:p>
        </p:txBody>
      </p:sp>
      <p:sp>
        <p:nvSpPr>
          <p:cNvPr id="4" name="Tijdelijke aanduiding voor tekst 3">
            <a:extLst>
              <a:ext uri="{FF2B5EF4-FFF2-40B4-BE49-F238E27FC236}">
                <a16:creationId xmlns:a16="http://schemas.microsoft.com/office/drawing/2014/main" id="{5F828DD1-31DF-285A-7022-BA0DEDBF41B0}"/>
              </a:ext>
            </a:extLst>
          </p:cNvPr>
          <p:cNvSpPr>
            <a:spLocks noGrp="1"/>
          </p:cNvSpPr>
          <p:nvPr>
            <p:ph type="body" idx="104"/>
          </p:nvPr>
        </p:nvSpPr>
        <p:spPr/>
        <p:txBody>
          <a:bodyPr wrap="square" lIns="91440" tIns="45720" rIns="91440" bIns="45720" rtlCol="0" anchor="t"/>
          <a:lstStyle/>
          <a:p>
            <a:r>
              <a:rPr lang="en-US">
                <a:latin typeface="Arial"/>
                <a:cs typeface="Arial"/>
              </a:rPr>
              <a:t>Met wie zijn we </a:t>
            </a:r>
            <a:r>
              <a:rPr lang="en-US" err="1">
                <a:latin typeface="Arial"/>
                <a:cs typeface="Arial"/>
              </a:rPr>
              <a:t>aanwezig</a:t>
            </a:r>
            <a:r>
              <a:rPr lang="en-US">
                <a:latin typeface="Arial"/>
                <a:cs typeface="Arial"/>
              </a:rPr>
              <a:t> </a:t>
            </a:r>
            <a:r>
              <a:rPr lang="en-US" err="1">
                <a:latin typeface="Arial"/>
                <a:cs typeface="Arial"/>
              </a:rPr>
              <a:t>vandaag</a:t>
            </a:r>
            <a:r>
              <a:rPr lang="en-US">
                <a:latin typeface="Arial"/>
                <a:cs typeface="Arial"/>
              </a:rPr>
              <a:t> </a:t>
            </a:r>
            <a:r>
              <a:rPr lang="en-US" err="1">
                <a:latin typeface="Arial"/>
                <a:cs typeface="Arial"/>
              </a:rPr>
              <a:t>en</a:t>
            </a:r>
            <a:r>
              <a:rPr lang="en-US">
                <a:latin typeface="Arial"/>
                <a:cs typeface="Arial"/>
              </a:rPr>
              <a:t> wat </a:t>
            </a:r>
            <a:r>
              <a:rPr lang="en-US" err="1">
                <a:latin typeface="Arial"/>
                <a:cs typeface="Arial"/>
              </a:rPr>
              <a:t>willen</a:t>
            </a:r>
            <a:r>
              <a:rPr lang="en-US">
                <a:latin typeface="Arial"/>
                <a:cs typeface="Arial"/>
              </a:rPr>
              <a:t> we </a:t>
            </a:r>
            <a:r>
              <a:rPr lang="en-US" err="1">
                <a:latin typeface="Arial"/>
                <a:cs typeface="Arial"/>
              </a:rPr>
              <a:t>bereiken</a:t>
            </a:r>
            <a:r>
              <a:rPr lang="en-US">
                <a:latin typeface="Arial"/>
                <a:cs typeface="Arial"/>
              </a:rPr>
              <a:t>?</a:t>
            </a:r>
            <a:endParaRPr lang="nl-NL" i="0">
              <a:solidFill>
                <a:srgbClr val="000000"/>
              </a:solidFill>
              <a:latin typeface="Arial"/>
              <a:cs typeface="Arial"/>
            </a:endParaRPr>
          </a:p>
        </p:txBody>
      </p:sp>
      <p:sp>
        <p:nvSpPr>
          <p:cNvPr id="8" name="Shape 7">
            <a:extLst>
              <a:ext uri="{FF2B5EF4-FFF2-40B4-BE49-F238E27FC236}">
                <a16:creationId xmlns:a16="http://schemas.microsoft.com/office/drawing/2014/main" id="{45EA5104-D8EA-3D56-5177-576C9EE0E198}"/>
              </a:ext>
            </a:extLst>
          </p:cNvPr>
          <p:cNvSpPr/>
          <p:nvPr/>
        </p:nvSpPr>
        <p:spPr>
          <a:xfrm>
            <a:off x="751926" y="5630018"/>
            <a:ext cx="128016" cy="128016"/>
          </a:xfrm>
          <a:prstGeom prst="ellipse">
            <a:avLst/>
          </a:prstGeom>
          <a:solidFill>
            <a:srgbClr val="E76734"/>
          </a:solidFill>
          <a:ln w="19050">
            <a:solidFill>
              <a:srgbClr val="FFFFFF"/>
            </a:solidFill>
            <a:prstDash val="solid"/>
          </a:ln>
        </p:spPr>
        <p:txBody>
          <a:bodyPr/>
          <a:lstStyle/>
          <a:p>
            <a:endParaRPr lang="nl-NL"/>
          </a:p>
        </p:txBody>
      </p:sp>
      <p:sp>
        <p:nvSpPr>
          <p:cNvPr id="12" name="Shape 4">
            <a:extLst>
              <a:ext uri="{FF2B5EF4-FFF2-40B4-BE49-F238E27FC236}">
                <a16:creationId xmlns:a16="http://schemas.microsoft.com/office/drawing/2014/main" id="{E4B04B69-C728-55C4-B391-C86C542586F1}"/>
              </a:ext>
            </a:extLst>
          </p:cNvPr>
          <p:cNvSpPr/>
          <p:nvPr/>
        </p:nvSpPr>
        <p:spPr>
          <a:xfrm>
            <a:off x="693807" y="3025992"/>
            <a:ext cx="1463040" cy="41148"/>
          </a:xfrm>
          <a:prstGeom prst="rect">
            <a:avLst/>
          </a:prstGeom>
          <a:solidFill>
            <a:srgbClr val="E76734"/>
          </a:solidFill>
          <a:ln/>
        </p:spPr>
        <p:txBody>
          <a:bodyPr/>
          <a:lstStyle/>
          <a:p>
            <a:endParaRPr lang="nl-NL"/>
          </a:p>
        </p:txBody>
      </p:sp>
      <p:sp>
        <p:nvSpPr>
          <p:cNvPr id="15" name="Text 8">
            <a:extLst>
              <a:ext uri="{FF2B5EF4-FFF2-40B4-BE49-F238E27FC236}">
                <a16:creationId xmlns:a16="http://schemas.microsoft.com/office/drawing/2014/main" id="{2BD311E6-5C3D-3729-BBA2-B7FAE70DDD9A}"/>
              </a:ext>
            </a:extLst>
          </p:cNvPr>
          <p:cNvSpPr/>
          <p:nvPr/>
        </p:nvSpPr>
        <p:spPr>
          <a:xfrm>
            <a:off x="470712" y="5961458"/>
            <a:ext cx="2103120" cy="320040"/>
          </a:xfrm>
          <a:prstGeom prst="rect">
            <a:avLst/>
          </a:prstGeom>
          <a:noFill/>
          <a:ln/>
        </p:spPr>
        <p:txBody>
          <a:bodyPr wrap="square" lIns="91440" tIns="45720" rIns="91440" bIns="45720" rtlCol="0" anchor="ctr"/>
          <a:lstStyle/>
          <a:p>
            <a:pPr marL="0" indent="0" algn="l">
              <a:buNone/>
            </a:pPr>
            <a:r>
              <a:rPr lang="en-US" sz="950" b="1" dirty="0">
                <a:solidFill>
                  <a:srgbClr val="5C88AC"/>
                </a:solidFill>
                <a:latin typeface="Arial"/>
                <a:ea typeface="Arial" pitchFamily="34" charset="-122"/>
                <a:cs typeface="Arial"/>
              </a:rPr>
              <a:t>Introductie</a:t>
            </a:r>
            <a:endParaRPr lang="en-US" sz="950">
              <a:solidFill>
                <a:srgbClr val="5C88AC"/>
              </a:solidFill>
              <a:latin typeface="Arial"/>
              <a:ea typeface="Calibri"/>
              <a:cs typeface="Arial"/>
            </a:endParaRPr>
          </a:p>
        </p:txBody>
      </p:sp>
      <p:sp>
        <p:nvSpPr>
          <p:cNvPr id="17" name="Text 8">
            <a:extLst>
              <a:ext uri="{FF2B5EF4-FFF2-40B4-BE49-F238E27FC236}">
                <a16:creationId xmlns:a16="http://schemas.microsoft.com/office/drawing/2014/main" id="{BEF3CBAF-6EDE-B507-1662-1D9755FFEA40}"/>
              </a:ext>
            </a:extLst>
          </p:cNvPr>
          <p:cNvSpPr/>
          <p:nvPr/>
        </p:nvSpPr>
        <p:spPr>
          <a:xfrm>
            <a:off x="2834805" y="5961457"/>
            <a:ext cx="2103120" cy="320040"/>
          </a:xfrm>
          <a:prstGeom prst="rect">
            <a:avLst/>
          </a:prstGeom>
          <a:noFill/>
          <a:ln/>
        </p:spPr>
        <p:txBody>
          <a:bodyPr wrap="square" lIns="91440" tIns="45720" rIns="91440" bIns="45720" rtlCol="0" anchor="ctr"/>
          <a:lstStyle/>
          <a:p>
            <a:r>
              <a:rPr lang="en-US" sz="950" b="1" dirty="0">
                <a:solidFill>
                  <a:srgbClr val="5C88AC"/>
                </a:solidFill>
                <a:latin typeface="Arial"/>
                <a:cs typeface="Arial"/>
              </a:rPr>
              <a:t>Context &amp; </a:t>
            </a:r>
            <a:r>
              <a:rPr lang="en-US" sz="950" b="1" dirty="0" err="1">
                <a:solidFill>
                  <a:srgbClr val="5C88AC"/>
                </a:solidFill>
                <a:latin typeface="Arial"/>
                <a:cs typeface="Arial"/>
              </a:rPr>
              <a:t>Doelen</a:t>
            </a:r>
            <a:endParaRPr lang="nl-NL" dirty="0" err="1"/>
          </a:p>
        </p:txBody>
      </p:sp>
      <p:sp>
        <p:nvSpPr>
          <p:cNvPr id="19" name="Text 8">
            <a:extLst>
              <a:ext uri="{FF2B5EF4-FFF2-40B4-BE49-F238E27FC236}">
                <a16:creationId xmlns:a16="http://schemas.microsoft.com/office/drawing/2014/main" id="{AEF13C51-8336-224C-EA01-6213AA78EFBB}"/>
              </a:ext>
            </a:extLst>
          </p:cNvPr>
          <p:cNvSpPr/>
          <p:nvPr/>
        </p:nvSpPr>
        <p:spPr>
          <a:xfrm>
            <a:off x="5524966" y="6032577"/>
            <a:ext cx="2103120" cy="320040"/>
          </a:xfrm>
          <a:prstGeom prst="rect">
            <a:avLst/>
          </a:prstGeom>
          <a:noFill/>
          <a:ln/>
        </p:spPr>
        <p:txBody>
          <a:bodyPr wrap="square" lIns="91440" tIns="45720" rIns="91440" bIns="45720" rtlCol="0" anchor="ctr"/>
          <a:lstStyle/>
          <a:p>
            <a:r>
              <a:rPr lang="en-US" sz="950" b="1" dirty="0">
                <a:solidFill>
                  <a:srgbClr val="5C88AC"/>
                </a:solidFill>
                <a:latin typeface="Arial"/>
                <a:cs typeface="Arial"/>
              </a:rPr>
              <a:t>Event Storming/</a:t>
            </a:r>
            <a:endParaRPr lang="nl-NL" dirty="0">
              <a:solidFill>
                <a:srgbClr val="000000"/>
              </a:solidFill>
              <a:latin typeface="Calibri" panose="020F0502020204030204"/>
              <a:ea typeface="Calibri" panose="020F0502020204030204"/>
              <a:cs typeface="Calibri" panose="020F0502020204030204"/>
            </a:endParaRPr>
          </a:p>
          <a:p>
            <a:r>
              <a:rPr lang="en-US" sz="950" b="1" dirty="0" err="1">
                <a:solidFill>
                  <a:srgbClr val="5C88AC"/>
                </a:solidFill>
                <a:latin typeface="Arial"/>
                <a:cs typeface="Arial"/>
              </a:rPr>
              <a:t>Functionele</a:t>
            </a:r>
            <a:r>
              <a:rPr lang="en-US" sz="950" b="1" dirty="0">
                <a:solidFill>
                  <a:srgbClr val="5C88AC"/>
                </a:solidFill>
                <a:latin typeface="Arial"/>
                <a:cs typeface="Arial"/>
              </a:rPr>
              <a:t> </a:t>
            </a:r>
            <a:r>
              <a:rPr lang="en-US" sz="950" b="1" dirty="0" err="1">
                <a:solidFill>
                  <a:srgbClr val="5C88AC"/>
                </a:solidFill>
                <a:latin typeface="Arial"/>
                <a:cs typeface="Arial"/>
              </a:rPr>
              <a:t>invulling</a:t>
            </a:r>
            <a:endParaRPr lang="nl-NL" dirty="0" err="1">
              <a:ea typeface="Calibri"/>
              <a:cs typeface="Calibri"/>
            </a:endParaRPr>
          </a:p>
        </p:txBody>
      </p:sp>
      <p:sp>
        <p:nvSpPr>
          <p:cNvPr id="21" name="Text 8">
            <a:extLst>
              <a:ext uri="{FF2B5EF4-FFF2-40B4-BE49-F238E27FC236}">
                <a16:creationId xmlns:a16="http://schemas.microsoft.com/office/drawing/2014/main" id="{75EF63BA-1EFE-48E8-10A7-14BC09118270}"/>
              </a:ext>
            </a:extLst>
          </p:cNvPr>
          <p:cNvSpPr/>
          <p:nvPr/>
        </p:nvSpPr>
        <p:spPr>
          <a:xfrm>
            <a:off x="8288486" y="5961457"/>
            <a:ext cx="2103120" cy="320040"/>
          </a:xfrm>
          <a:prstGeom prst="rect">
            <a:avLst/>
          </a:prstGeom>
          <a:noFill/>
          <a:ln/>
        </p:spPr>
        <p:txBody>
          <a:bodyPr wrap="square" lIns="91440" tIns="45720" rIns="91440" bIns="45720" rtlCol="0" anchor="ctr"/>
          <a:lstStyle/>
          <a:p>
            <a:r>
              <a:rPr lang="en-US" sz="950" b="1" dirty="0" err="1">
                <a:solidFill>
                  <a:srgbClr val="5C88AC"/>
                </a:solidFill>
                <a:latin typeface="Arial"/>
                <a:cs typeface="Arial"/>
              </a:rPr>
              <a:t>Werkwijze</a:t>
            </a:r>
            <a:endParaRPr lang="nl-NL" dirty="0" err="1"/>
          </a:p>
        </p:txBody>
      </p:sp>
      <p:sp>
        <p:nvSpPr>
          <p:cNvPr id="23" name="Text 8">
            <a:extLst>
              <a:ext uri="{FF2B5EF4-FFF2-40B4-BE49-F238E27FC236}">
                <a16:creationId xmlns:a16="http://schemas.microsoft.com/office/drawing/2014/main" id="{B38E2645-D4F7-56A7-6C9F-E67C7F0AD0F9}"/>
              </a:ext>
            </a:extLst>
          </p:cNvPr>
          <p:cNvSpPr/>
          <p:nvPr/>
        </p:nvSpPr>
        <p:spPr>
          <a:xfrm>
            <a:off x="10747206" y="5961457"/>
            <a:ext cx="2103120" cy="320040"/>
          </a:xfrm>
          <a:prstGeom prst="rect">
            <a:avLst/>
          </a:prstGeom>
          <a:noFill/>
          <a:ln/>
        </p:spPr>
        <p:txBody>
          <a:bodyPr wrap="square" lIns="91440" tIns="45720" rIns="91440" bIns="45720" rtlCol="0" anchor="ctr"/>
          <a:lstStyle/>
          <a:p>
            <a:r>
              <a:rPr lang="en-US" sz="950" b="1" dirty="0" err="1">
                <a:solidFill>
                  <a:srgbClr val="5C88AC"/>
                </a:solidFill>
                <a:latin typeface="Arial"/>
                <a:cs typeface="Arial"/>
              </a:rPr>
              <a:t>Vervolgstappen</a:t>
            </a:r>
            <a:endParaRPr lang="nl-NL" dirty="0" err="1"/>
          </a:p>
        </p:txBody>
      </p:sp>
    </p:spTree>
    <p:extLst>
      <p:ext uri="{BB962C8B-B14F-4D97-AF65-F5344CB8AC3E}">
        <p14:creationId xmlns:p14="http://schemas.microsoft.com/office/powerpoint/2010/main" val="264027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INTRODUCTIE</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Even voorstellen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Introductie</a:t>
            </a:r>
            <a:endParaRPr lang="en-US" sz="950" dirty="0"/>
          </a:p>
        </p:txBody>
      </p:sp>
      <p:sp>
        <p:nvSpPr>
          <p:cNvPr id="7" name="Shape 5"/>
          <p:cNvSpPr/>
          <p:nvPr/>
        </p:nvSpPr>
        <p:spPr>
          <a:xfrm>
            <a:off x="502920" y="1492316"/>
            <a:ext cx="82296" cy="82296"/>
          </a:xfrm>
          <a:prstGeom prst="rect">
            <a:avLst/>
          </a:prstGeom>
          <a:solidFill>
            <a:srgbClr val="89CDF2"/>
          </a:solidFill>
          <a:ln/>
        </p:spPr>
        <p:txBody>
          <a:bodyPr/>
          <a:lstStyle/>
          <a:p>
            <a:endParaRPr lang="nl-NL"/>
          </a:p>
        </p:txBody>
      </p:sp>
      <p:sp>
        <p:nvSpPr>
          <p:cNvPr id="8" name="Text 6"/>
          <p:cNvSpPr/>
          <p:nvPr/>
        </p:nvSpPr>
        <p:spPr>
          <a:xfrm>
            <a:off x="777240" y="1371600"/>
            <a:ext cx="10241280" cy="457200"/>
          </a:xfrm>
          <a:prstGeom prst="rect">
            <a:avLst/>
          </a:prstGeom>
          <a:noFill/>
          <a:ln/>
        </p:spPr>
        <p:txBody>
          <a:bodyPr wrap="square" rtlCol="0" anchor="t"/>
          <a:lstStyle/>
          <a:p>
            <a:pPr marL="0" indent="0">
              <a:lnSpc>
                <a:spcPts val="1800"/>
              </a:lnSpc>
              <a:buNone/>
            </a:pPr>
            <a:r>
              <a:rPr lang="en-US" sz="1400" dirty="0">
                <a:solidFill>
                  <a:srgbClr val="2B3033"/>
                </a:solidFill>
                <a:latin typeface="Arial" pitchFamily="34" charset="0"/>
                <a:ea typeface="Arial" pitchFamily="34" charset="-122"/>
                <a:cs typeface="Arial" pitchFamily="34" charset="-120"/>
              </a:rPr>
              <a:t>Ritense: software bedrijf gevestigd in Amsterdam Oost.</a:t>
            </a:r>
            <a:endParaRPr lang="en-US" sz="1400" dirty="0"/>
          </a:p>
        </p:txBody>
      </p:sp>
      <p:sp>
        <p:nvSpPr>
          <p:cNvPr id="9" name="Text 7"/>
          <p:cNvSpPr/>
          <p:nvPr/>
        </p:nvSpPr>
        <p:spPr>
          <a:xfrm>
            <a:off x="1051560" y="1901952"/>
            <a:ext cx="9966960" cy="457200"/>
          </a:xfrm>
          <a:prstGeom prst="rect">
            <a:avLst/>
          </a:prstGeom>
          <a:noFill/>
          <a:ln/>
        </p:spPr>
        <p:txBody>
          <a:bodyPr wrap="square" rtlCol="0" anchor="t"/>
          <a:lstStyle/>
          <a:p>
            <a:pPr marL="0" indent="0">
              <a:lnSpc>
                <a:spcPts val="1600"/>
              </a:lnSpc>
              <a:buNone/>
            </a:pPr>
            <a:r>
              <a:rPr lang="en-US" sz="1250" i="1" dirty="0">
                <a:solidFill>
                  <a:srgbClr val="6B7680"/>
                </a:solidFill>
                <a:latin typeface="Arial" pitchFamily="34" charset="0"/>
                <a:ea typeface="Arial" pitchFamily="34" charset="-122"/>
                <a:cs typeface="Arial" pitchFamily="34" charset="-120"/>
              </a:rPr>
              <a:t>Momenteel ongeveer 60 medewerkers</a:t>
            </a:r>
            <a:endParaRPr lang="en-US" sz="1250" dirty="0"/>
          </a:p>
        </p:txBody>
      </p:sp>
      <p:sp>
        <p:nvSpPr>
          <p:cNvPr id="10" name="Text 8"/>
          <p:cNvSpPr/>
          <p:nvPr/>
        </p:nvSpPr>
        <p:spPr>
          <a:xfrm>
            <a:off x="1051560" y="2432304"/>
            <a:ext cx="9966960" cy="457200"/>
          </a:xfrm>
          <a:prstGeom prst="rect">
            <a:avLst/>
          </a:prstGeom>
          <a:noFill/>
          <a:ln/>
        </p:spPr>
        <p:txBody>
          <a:bodyPr wrap="square" rtlCol="0" anchor="t"/>
          <a:lstStyle/>
          <a:p>
            <a:pPr marL="0" indent="0">
              <a:lnSpc>
                <a:spcPts val="1600"/>
              </a:lnSpc>
              <a:buNone/>
            </a:pPr>
            <a:r>
              <a:rPr lang="en-US" sz="1250" i="1" dirty="0">
                <a:solidFill>
                  <a:srgbClr val="6B7680"/>
                </a:solidFill>
                <a:latin typeface="Arial" pitchFamily="34" charset="0"/>
                <a:ea typeface="Arial" pitchFamily="34" charset="-122"/>
                <a:cs typeface="Arial" pitchFamily="34" charset="-120"/>
              </a:rPr>
              <a:t>Maintainer van Valtimo / GZAC</a:t>
            </a:r>
            <a:endParaRPr lang="en-US" sz="1250" dirty="0"/>
          </a:p>
        </p:txBody>
      </p:sp>
      <p:sp>
        <p:nvSpPr>
          <p:cNvPr id="11" name="Shape 9"/>
          <p:cNvSpPr/>
          <p:nvPr/>
        </p:nvSpPr>
        <p:spPr>
          <a:xfrm>
            <a:off x="502920" y="3083372"/>
            <a:ext cx="82296" cy="82296"/>
          </a:xfrm>
          <a:prstGeom prst="rect">
            <a:avLst/>
          </a:prstGeom>
          <a:solidFill>
            <a:srgbClr val="89CDF2"/>
          </a:solidFill>
          <a:ln/>
        </p:spPr>
        <p:txBody>
          <a:bodyPr/>
          <a:lstStyle/>
          <a:p>
            <a:endParaRPr lang="nl-NL"/>
          </a:p>
        </p:txBody>
      </p:sp>
      <p:sp>
        <p:nvSpPr>
          <p:cNvPr id="12" name="Text 10"/>
          <p:cNvSpPr/>
          <p:nvPr/>
        </p:nvSpPr>
        <p:spPr>
          <a:xfrm>
            <a:off x="777240" y="2962656"/>
            <a:ext cx="10241280" cy="457200"/>
          </a:xfrm>
          <a:prstGeom prst="rect">
            <a:avLst/>
          </a:prstGeom>
          <a:noFill/>
          <a:ln/>
        </p:spPr>
        <p:txBody>
          <a:bodyPr wrap="square" rtlCol="0" anchor="t"/>
          <a:lstStyle/>
          <a:p>
            <a:pPr marL="0" indent="0">
              <a:lnSpc>
                <a:spcPts val="1800"/>
              </a:lnSpc>
              <a:buNone/>
            </a:pPr>
            <a:r>
              <a:rPr lang="en-US" sz="1400" dirty="0">
                <a:solidFill>
                  <a:srgbClr val="2B3033"/>
                </a:solidFill>
                <a:latin typeface="Arial" pitchFamily="34" charset="0"/>
                <a:ea typeface="Arial" pitchFamily="34" charset="-122"/>
                <a:cs typeface="Arial" pitchFamily="34" charset="-120"/>
              </a:rPr>
              <a:t>Vandaag aanwezig bij deze discovery: {Naam aanwezigen vanuit Ritense}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INTRODUCTIE</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Valtimo / GZAC</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Introductie</a:t>
            </a:r>
            <a:endParaRPr lang="en-US" sz="950" dirty="0"/>
          </a:p>
        </p:txBody>
      </p:sp>
      <p:sp>
        <p:nvSpPr>
          <p:cNvPr id="7" name="Shape 5"/>
          <p:cNvSpPr/>
          <p:nvPr/>
        </p:nvSpPr>
        <p:spPr>
          <a:xfrm>
            <a:off x="502920" y="1492316"/>
            <a:ext cx="82296" cy="82296"/>
          </a:xfrm>
          <a:prstGeom prst="rect">
            <a:avLst/>
          </a:prstGeom>
          <a:solidFill>
            <a:srgbClr val="89CDF2"/>
          </a:solidFill>
          <a:ln/>
        </p:spPr>
        <p:txBody>
          <a:bodyPr/>
          <a:lstStyle/>
          <a:p>
            <a:endParaRPr lang="nl-NL"/>
          </a:p>
        </p:txBody>
      </p:sp>
      <p:sp>
        <p:nvSpPr>
          <p:cNvPr id="8" name="Text 6"/>
          <p:cNvSpPr/>
          <p:nvPr/>
        </p:nvSpPr>
        <p:spPr>
          <a:xfrm>
            <a:off x="777240" y="1371600"/>
            <a:ext cx="10241280" cy="457200"/>
          </a:xfrm>
          <a:prstGeom prst="rect">
            <a:avLst/>
          </a:prstGeom>
          <a:noFill/>
          <a:ln/>
        </p:spPr>
        <p:txBody>
          <a:bodyPr wrap="square" rtlCol="0" anchor="t"/>
          <a:lstStyle/>
          <a:p>
            <a:pPr marL="0" indent="0">
              <a:lnSpc>
                <a:spcPts val="1800"/>
              </a:lnSpc>
              <a:buNone/>
            </a:pPr>
            <a:r>
              <a:rPr lang="en-US" sz="1400" dirty="0">
                <a:solidFill>
                  <a:srgbClr val="2B3033"/>
                </a:solidFill>
                <a:latin typeface="Arial" pitchFamily="34" charset="0"/>
                <a:ea typeface="Arial" pitchFamily="34" charset="-122"/>
                <a:cs typeface="Arial" pitchFamily="34" charset="-120"/>
              </a:rPr>
              <a:t>Case management / procesmanagementplatform.</a:t>
            </a:r>
            <a:endParaRPr lang="en-US" sz="1400" dirty="0"/>
          </a:p>
        </p:txBody>
      </p:sp>
      <p:sp>
        <p:nvSpPr>
          <p:cNvPr id="9" name="Text 7"/>
          <p:cNvSpPr/>
          <p:nvPr/>
        </p:nvSpPr>
        <p:spPr>
          <a:xfrm>
            <a:off x="1051560" y="1901952"/>
            <a:ext cx="9966960" cy="457200"/>
          </a:xfrm>
          <a:prstGeom prst="rect">
            <a:avLst/>
          </a:prstGeom>
          <a:noFill/>
          <a:ln/>
        </p:spPr>
        <p:txBody>
          <a:bodyPr wrap="square" rtlCol="0" anchor="t"/>
          <a:lstStyle/>
          <a:p>
            <a:pPr marL="0" indent="0">
              <a:lnSpc>
                <a:spcPts val="1600"/>
              </a:lnSpc>
              <a:buNone/>
            </a:pPr>
            <a:r>
              <a:rPr lang="en-US" sz="1250" i="1" dirty="0">
                <a:solidFill>
                  <a:srgbClr val="6B7680"/>
                </a:solidFill>
                <a:latin typeface="Arial" pitchFamily="34" charset="0"/>
                <a:ea typeface="Arial" pitchFamily="34" charset="-122"/>
                <a:cs typeface="Arial" pitchFamily="34" charset="-120"/>
              </a:rPr>
              <a:t>Open source</a:t>
            </a:r>
            <a:endParaRPr lang="en-US" sz="1250" dirty="0"/>
          </a:p>
        </p:txBody>
      </p:sp>
      <p:sp>
        <p:nvSpPr>
          <p:cNvPr id="10" name="Text 8"/>
          <p:cNvSpPr/>
          <p:nvPr/>
        </p:nvSpPr>
        <p:spPr>
          <a:xfrm>
            <a:off x="1051560" y="2432304"/>
            <a:ext cx="9966960" cy="457200"/>
          </a:xfrm>
          <a:prstGeom prst="rect">
            <a:avLst/>
          </a:prstGeom>
          <a:noFill/>
          <a:ln/>
        </p:spPr>
        <p:txBody>
          <a:bodyPr wrap="square" rtlCol="0" anchor="t"/>
          <a:lstStyle/>
          <a:p>
            <a:pPr marL="0" indent="0">
              <a:lnSpc>
                <a:spcPts val="1600"/>
              </a:lnSpc>
              <a:buNone/>
            </a:pPr>
            <a:r>
              <a:rPr lang="en-US" sz="1250" i="1" dirty="0">
                <a:solidFill>
                  <a:srgbClr val="6B7680"/>
                </a:solidFill>
                <a:latin typeface="Arial" pitchFamily="34" charset="0"/>
                <a:ea typeface="Arial" pitchFamily="34" charset="-122"/>
                <a:cs typeface="Arial" pitchFamily="34" charset="-120"/>
              </a:rPr>
              <a:t>Gebaseerd op de Operaton (Camunda) proces-engine</a:t>
            </a:r>
            <a:endParaRPr lang="en-US" sz="1250" dirty="0"/>
          </a:p>
        </p:txBody>
      </p:sp>
      <p:sp>
        <p:nvSpPr>
          <p:cNvPr id="13" name="Shape 11"/>
          <p:cNvSpPr/>
          <p:nvPr/>
        </p:nvSpPr>
        <p:spPr>
          <a:xfrm>
            <a:off x="518160" y="5436108"/>
            <a:ext cx="11155680" cy="594360"/>
          </a:xfrm>
          <a:prstGeom prst="roundRect">
            <a:avLst>
              <a:gd name="adj" fmla="val 9231"/>
            </a:avLst>
          </a:prstGeom>
          <a:solidFill>
            <a:srgbClr val="F5F8FA"/>
          </a:solidFill>
          <a:ln/>
        </p:spPr>
        <p:txBody>
          <a:bodyPr/>
          <a:lstStyle/>
          <a:p>
            <a:endParaRPr lang="nl-NL"/>
          </a:p>
        </p:txBody>
      </p:sp>
      <p:sp>
        <p:nvSpPr>
          <p:cNvPr id="14" name="Text 12"/>
          <p:cNvSpPr/>
          <p:nvPr/>
        </p:nvSpPr>
        <p:spPr>
          <a:xfrm>
            <a:off x="728472" y="5436108"/>
            <a:ext cx="10789920" cy="594360"/>
          </a:xfrm>
          <a:prstGeom prst="rect">
            <a:avLst/>
          </a:prstGeom>
          <a:noFill/>
          <a:ln/>
        </p:spPr>
        <p:txBody>
          <a:bodyPr wrap="square" lIns="91440" tIns="45720" rIns="91440" bIns="45720" rtlCol="0" anchor="ctr"/>
          <a:lstStyle/>
          <a:p>
            <a:r>
              <a:rPr lang="en-US" sz="1100" i="1" dirty="0">
                <a:solidFill>
                  <a:srgbClr val="6B7680"/>
                </a:solidFill>
                <a:latin typeface="Arial"/>
                <a:ea typeface="Arial" pitchFamily="34" charset="-122"/>
                <a:cs typeface="Arial"/>
              </a:rPr>
              <a:t>{Link </a:t>
            </a:r>
            <a:r>
              <a:rPr lang="en-US" sz="1100" i="1" dirty="0" err="1">
                <a:solidFill>
                  <a:srgbClr val="6B7680"/>
                </a:solidFill>
                <a:latin typeface="Arial"/>
                <a:ea typeface="Arial" pitchFamily="34" charset="-122"/>
                <a:cs typeface="Arial"/>
              </a:rPr>
              <a:t>naar</a:t>
            </a:r>
            <a:r>
              <a:rPr lang="en-US" sz="1100" i="1" dirty="0">
                <a:solidFill>
                  <a:srgbClr val="6B7680"/>
                </a:solidFill>
                <a:latin typeface="Arial"/>
                <a:ea typeface="Arial" pitchFamily="34" charset="-122"/>
                <a:cs typeface="Arial"/>
              </a:rPr>
              <a:t> </a:t>
            </a:r>
            <a:r>
              <a:rPr lang="en-US" sz="1100" i="1" dirty="0" err="1">
                <a:solidFill>
                  <a:srgbClr val="6B7680"/>
                </a:solidFill>
                <a:latin typeface="Arial"/>
                <a:ea typeface="Arial" pitchFamily="34" charset="-122"/>
                <a:cs typeface="Arial"/>
              </a:rPr>
              <a:t>jouw</a:t>
            </a:r>
            <a:r>
              <a:rPr lang="en-US" sz="1100" i="1" dirty="0">
                <a:solidFill>
                  <a:srgbClr val="6B7680"/>
                </a:solidFill>
                <a:latin typeface="Arial"/>
                <a:ea typeface="Arial" pitchFamily="34" charset="-122"/>
                <a:cs typeface="Arial"/>
              </a:rPr>
              <a:t> demo-</a:t>
            </a:r>
            <a:r>
              <a:rPr lang="en-US" sz="1100" i="1" dirty="0" err="1">
                <a:solidFill>
                  <a:srgbClr val="6B7680"/>
                </a:solidFill>
                <a:latin typeface="Arial"/>
                <a:ea typeface="Arial" pitchFamily="34" charset="-122"/>
                <a:cs typeface="Arial"/>
              </a:rPr>
              <a:t>omgeving</a:t>
            </a:r>
            <a:r>
              <a:rPr lang="en-US" sz="1100" i="1" dirty="0">
                <a:solidFill>
                  <a:srgbClr val="6B7680"/>
                </a:solidFill>
                <a:latin typeface="Arial"/>
                <a:ea typeface="Arial" pitchFamily="34" charset="-122"/>
                <a:cs typeface="Arial"/>
              </a:rPr>
              <a:t>} — </a:t>
            </a:r>
            <a:r>
              <a:rPr lang="en-US" sz="1100" i="1" dirty="0" err="1">
                <a:solidFill>
                  <a:srgbClr val="6B7680"/>
                </a:solidFill>
                <a:latin typeface="Arial"/>
                <a:ea typeface="Arial" pitchFamily="34" charset="-122"/>
                <a:cs typeface="Arial"/>
              </a:rPr>
              <a:t>geef</a:t>
            </a:r>
            <a:r>
              <a:rPr lang="en-US" sz="1100" i="1" dirty="0">
                <a:solidFill>
                  <a:srgbClr val="6B7680"/>
                </a:solidFill>
                <a:latin typeface="Arial"/>
                <a:ea typeface="Arial" pitchFamily="34" charset="-122"/>
                <a:cs typeface="Arial"/>
              </a:rPr>
              <a:t> </a:t>
            </a:r>
            <a:r>
              <a:rPr lang="en-US" sz="1100" i="1" dirty="0" err="1">
                <a:solidFill>
                  <a:srgbClr val="6B7680"/>
                </a:solidFill>
                <a:latin typeface="Arial"/>
                <a:ea typeface="Arial" pitchFamily="34" charset="-122"/>
                <a:cs typeface="Arial"/>
              </a:rPr>
              <a:t>hiermee</a:t>
            </a:r>
            <a:r>
              <a:rPr lang="en-US" sz="1100" i="1" dirty="0">
                <a:solidFill>
                  <a:srgbClr val="6B7680"/>
                </a:solidFill>
                <a:latin typeface="Arial"/>
                <a:ea typeface="Arial" pitchFamily="34" charset="-122"/>
                <a:cs typeface="Arial"/>
              </a:rPr>
              <a:t> </a:t>
            </a:r>
            <a:r>
              <a:rPr lang="en-US" sz="1100" i="1" dirty="0" err="1">
                <a:solidFill>
                  <a:srgbClr val="6B7680"/>
                </a:solidFill>
                <a:latin typeface="Arial"/>
                <a:ea typeface="Arial" pitchFamily="34" charset="-122"/>
                <a:cs typeface="Arial"/>
              </a:rPr>
              <a:t>een</a:t>
            </a:r>
            <a:r>
              <a:rPr lang="en-US" sz="1100" i="1" dirty="0">
                <a:solidFill>
                  <a:srgbClr val="6B7680"/>
                </a:solidFill>
                <a:latin typeface="Arial"/>
                <a:ea typeface="Arial" pitchFamily="34" charset="-122"/>
                <a:cs typeface="Arial"/>
              </a:rPr>
              <a:t> </a:t>
            </a:r>
            <a:r>
              <a:rPr lang="en-US" sz="1100" i="1" dirty="0" err="1">
                <a:solidFill>
                  <a:srgbClr val="6B7680"/>
                </a:solidFill>
                <a:latin typeface="Arial"/>
                <a:ea typeface="Arial" pitchFamily="34" charset="-122"/>
                <a:cs typeface="Arial"/>
              </a:rPr>
              <a:t>visuele</a:t>
            </a:r>
            <a:r>
              <a:rPr lang="en-US" sz="1100" i="1" dirty="0">
                <a:solidFill>
                  <a:srgbClr val="6B7680"/>
                </a:solidFill>
                <a:latin typeface="Arial"/>
                <a:ea typeface="Arial" pitchFamily="34" charset="-122"/>
                <a:cs typeface="Arial"/>
              </a:rPr>
              <a:t> </a:t>
            </a:r>
            <a:r>
              <a:rPr lang="en-US" sz="1100" i="1" dirty="0" err="1">
                <a:solidFill>
                  <a:srgbClr val="6B7680"/>
                </a:solidFill>
                <a:latin typeface="Arial"/>
                <a:ea typeface="Arial" pitchFamily="34" charset="-122"/>
                <a:cs typeface="Arial"/>
              </a:rPr>
              <a:t>representatie</a:t>
            </a:r>
            <a:r>
              <a:rPr lang="en-US" sz="1100" i="1" dirty="0">
                <a:solidFill>
                  <a:srgbClr val="6B7680"/>
                </a:solidFill>
                <a:latin typeface="Arial"/>
                <a:ea typeface="Arial" pitchFamily="34" charset="-122"/>
                <a:cs typeface="Arial"/>
              </a:rPr>
              <a:t> van Valtimo/GZAC.</a:t>
            </a:r>
            <a:endParaRPr lang="en-US" sz="1100" dirty="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A12ADF-5C6E-7F58-41F6-DE203C248BA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E96E1F6-463F-87BC-2798-2DFC6B71BABB}"/>
              </a:ext>
            </a:extLst>
          </p:cNvPr>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INTRODUCTIE</a:t>
            </a:r>
            <a:endParaRPr lang="en-US" sz="1100" dirty="0"/>
          </a:p>
        </p:txBody>
      </p:sp>
      <p:sp>
        <p:nvSpPr>
          <p:cNvPr id="4" name="Text 2">
            <a:extLst>
              <a:ext uri="{FF2B5EF4-FFF2-40B4-BE49-F238E27FC236}">
                <a16:creationId xmlns:a16="http://schemas.microsoft.com/office/drawing/2014/main" id="{8C3C0AF5-DB25-EAF8-CA3C-C08DF3BF4DE4}"/>
              </a:ext>
            </a:extLst>
          </p:cNvPr>
          <p:cNvSpPr/>
          <p:nvPr/>
        </p:nvSpPr>
        <p:spPr>
          <a:xfrm>
            <a:off x="502920" y="566928"/>
            <a:ext cx="10515600" cy="640080"/>
          </a:xfrm>
          <a:prstGeom prst="rect">
            <a:avLst/>
          </a:prstGeom>
          <a:noFill/>
          <a:ln/>
        </p:spPr>
        <p:txBody>
          <a:bodyPr wrap="square" lIns="91440" tIns="45720" rIns="91440" bIns="45720" rtlCol="0" anchor="ctr"/>
          <a:lstStyle/>
          <a:p>
            <a:r>
              <a:rPr lang="en-US" sz="2600" b="1" dirty="0">
                <a:solidFill>
                  <a:srgbClr val="003362"/>
                </a:solidFill>
                <a:latin typeface="Helvetica"/>
                <a:cs typeface="Helvetica"/>
              </a:rPr>
              <a:t>GZAC: Een </a:t>
            </a:r>
            <a:r>
              <a:rPr lang="en-US" sz="2600" b="1" dirty="0" err="1">
                <a:solidFill>
                  <a:srgbClr val="003362"/>
                </a:solidFill>
                <a:latin typeface="Helvetica"/>
                <a:cs typeface="Helvetica"/>
              </a:rPr>
              <a:t>onderdeel</a:t>
            </a:r>
            <a:r>
              <a:rPr lang="en-US" sz="2600" b="1" dirty="0">
                <a:solidFill>
                  <a:srgbClr val="003362"/>
                </a:solidFill>
                <a:latin typeface="Helvetica"/>
                <a:cs typeface="Helvetica"/>
              </a:rPr>
              <a:t> van </a:t>
            </a:r>
            <a:r>
              <a:rPr lang="en-US" sz="2600" b="1" dirty="0" err="1">
                <a:solidFill>
                  <a:srgbClr val="003362"/>
                </a:solidFill>
                <a:latin typeface="Helvetica"/>
                <a:cs typeface="Helvetica"/>
              </a:rPr>
              <a:t>een</a:t>
            </a:r>
            <a:r>
              <a:rPr lang="en-US" sz="2600" b="1" dirty="0">
                <a:solidFill>
                  <a:srgbClr val="003362"/>
                </a:solidFill>
                <a:latin typeface="Helvetica"/>
                <a:cs typeface="Helvetica"/>
              </a:rPr>
              <a:t> </a:t>
            </a:r>
            <a:r>
              <a:rPr lang="en-US" sz="2600" b="1" dirty="0" err="1">
                <a:solidFill>
                  <a:srgbClr val="003362"/>
                </a:solidFill>
                <a:latin typeface="Helvetica"/>
                <a:cs typeface="Helvetica"/>
              </a:rPr>
              <a:t>groter</a:t>
            </a:r>
            <a:r>
              <a:rPr lang="en-US" sz="2600" b="1" dirty="0">
                <a:solidFill>
                  <a:srgbClr val="003362"/>
                </a:solidFill>
                <a:latin typeface="Helvetica"/>
                <a:cs typeface="Helvetica"/>
              </a:rPr>
              <a:t> </a:t>
            </a:r>
            <a:r>
              <a:rPr lang="en-US" sz="2600" b="1" dirty="0" err="1">
                <a:solidFill>
                  <a:srgbClr val="003362"/>
                </a:solidFill>
                <a:latin typeface="Helvetica"/>
                <a:cs typeface="Helvetica"/>
              </a:rPr>
              <a:t>geheel</a:t>
            </a:r>
            <a:r>
              <a:rPr lang="en-US" sz="2600" b="1" dirty="0">
                <a:solidFill>
                  <a:srgbClr val="003362"/>
                </a:solidFill>
                <a:latin typeface="Helvetica"/>
                <a:cs typeface="Helvetica"/>
              </a:rPr>
              <a:t>...</a:t>
            </a:r>
            <a:endParaRPr lang="en-US" sz="2600" dirty="0"/>
          </a:p>
        </p:txBody>
      </p:sp>
      <p:sp>
        <p:nvSpPr>
          <p:cNvPr id="5" name="Shape 3">
            <a:extLst>
              <a:ext uri="{FF2B5EF4-FFF2-40B4-BE49-F238E27FC236}">
                <a16:creationId xmlns:a16="http://schemas.microsoft.com/office/drawing/2014/main" id="{1746E2BA-0A32-E2C0-194A-D761CF51A111}"/>
              </a:ext>
            </a:extLst>
          </p:cNvPr>
          <p:cNvSpPr/>
          <p:nvPr/>
        </p:nvSpPr>
        <p:spPr>
          <a:xfrm>
            <a:off x="0" y="6748272"/>
            <a:ext cx="12188952" cy="109728"/>
          </a:xfrm>
          <a:prstGeom prst="rect">
            <a:avLst/>
          </a:prstGeom>
          <a:solidFill>
            <a:srgbClr val="003362"/>
          </a:solidFill>
          <a:ln/>
        </p:spPr>
        <p:txBody>
          <a:bodyPr/>
          <a:lstStyle/>
          <a:p>
            <a:endParaRPr lang="nl-NL"/>
          </a:p>
        </p:txBody>
      </p:sp>
      <p:sp>
        <p:nvSpPr>
          <p:cNvPr id="6" name="Text 4">
            <a:extLst>
              <a:ext uri="{FF2B5EF4-FFF2-40B4-BE49-F238E27FC236}">
                <a16:creationId xmlns:a16="http://schemas.microsoft.com/office/drawing/2014/main" id="{0D0667F4-9A1C-BAA1-DCB5-4AC9107CE765}"/>
              </a:ext>
            </a:extLst>
          </p:cNvPr>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Introductie</a:t>
            </a:r>
            <a:endParaRPr lang="en-US" sz="950" dirty="0"/>
          </a:p>
        </p:txBody>
      </p:sp>
      <p:pic>
        <p:nvPicPr>
          <p:cNvPr id="8" name="Picture 3" descr="Afbeelding met diagram, schets, lijn, tekening&#10;&#10;Door AI gegenereerde inhoud is mogelijk onjuist.">
            <a:extLst>
              <a:ext uri="{FF2B5EF4-FFF2-40B4-BE49-F238E27FC236}">
                <a16:creationId xmlns:a16="http://schemas.microsoft.com/office/drawing/2014/main" id="{CC2780AC-C349-CEFB-7C0F-7BE93C033F9F}"/>
              </a:ext>
            </a:extLst>
          </p:cNvPr>
          <p:cNvPicPr>
            <a:picLocks noChangeAspect="1"/>
          </p:cNvPicPr>
          <p:nvPr/>
        </p:nvPicPr>
        <p:blipFill>
          <a:blip r:embed="rId3"/>
          <a:stretch>
            <a:fillRect/>
          </a:stretch>
        </p:blipFill>
        <p:spPr>
          <a:xfrm>
            <a:off x="2180431" y="1404248"/>
            <a:ext cx="7772400" cy="4470521"/>
          </a:xfrm>
          <a:prstGeom prst="rect">
            <a:avLst/>
          </a:prstGeom>
        </p:spPr>
      </p:pic>
      <p:sp>
        <p:nvSpPr>
          <p:cNvPr id="10" name="Rechthoek: afgeronde hoeken 9">
            <a:extLst>
              <a:ext uri="{FF2B5EF4-FFF2-40B4-BE49-F238E27FC236}">
                <a16:creationId xmlns:a16="http://schemas.microsoft.com/office/drawing/2014/main" id="{8F3A854A-32F3-5390-080A-2A6257E8B4E9}"/>
              </a:ext>
            </a:extLst>
          </p:cNvPr>
          <p:cNvSpPr/>
          <p:nvPr/>
        </p:nvSpPr>
        <p:spPr>
          <a:xfrm>
            <a:off x="6962775" y="3759994"/>
            <a:ext cx="1409700" cy="533400"/>
          </a:xfrm>
          <a:prstGeom prst="roundRect">
            <a:avLst/>
          </a:prstGeom>
          <a:solidFill>
            <a:srgbClr val="003361"/>
          </a:solidFill>
        </p:spPr>
        <p:style>
          <a:lnRef idx="2">
            <a:schemeClr val="accent5">
              <a:shade val="15000"/>
            </a:schemeClr>
          </a:lnRef>
          <a:fillRef idx="1">
            <a:schemeClr val="accent5"/>
          </a:fillRef>
          <a:effectRef idx="0">
            <a:schemeClr val="accent5"/>
          </a:effectRef>
          <a:fontRef idx="minor">
            <a:schemeClr val="lt1"/>
          </a:fontRef>
        </p:style>
        <p:txBody>
          <a:bodyPr lIns="91440" tIns="45720" rIns="91440" bIns="45720" rtlCol="0" anchor="ctr"/>
          <a:lstStyle/>
          <a:p>
            <a:pPr algn="ctr"/>
            <a:r>
              <a:rPr lang="nl-NL" sz="1600" dirty="0">
                <a:latin typeface="ADLaM Display" panose="020F0502020204030204" pitchFamily="2" charset="0"/>
                <a:ea typeface="ADLaM Display" panose="020F0502020204030204" pitchFamily="2" charset="0"/>
                <a:cs typeface="ADLaM Display" panose="020F0502020204030204" pitchFamily="2" charset="0"/>
              </a:rPr>
              <a:t>GZAC</a:t>
            </a:r>
          </a:p>
        </p:txBody>
      </p:sp>
    </p:spTree>
    <p:extLst>
      <p:ext uri="{BB962C8B-B14F-4D97-AF65-F5344CB8AC3E}">
        <p14:creationId xmlns:p14="http://schemas.microsoft.com/office/powerpoint/2010/main" val="2617250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0116A3-A955-3A18-A390-B10C9E17C39E}"/>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E2EB94D-5339-2E54-EB38-C93138A12084}"/>
              </a:ext>
            </a:extLst>
          </p:cNvPr>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INTRODUCTIE</a:t>
            </a:r>
            <a:endParaRPr lang="en-US" sz="1100" dirty="0"/>
          </a:p>
        </p:txBody>
      </p:sp>
      <p:sp>
        <p:nvSpPr>
          <p:cNvPr id="4" name="Text 2">
            <a:extLst>
              <a:ext uri="{FF2B5EF4-FFF2-40B4-BE49-F238E27FC236}">
                <a16:creationId xmlns:a16="http://schemas.microsoft.com/office/drawing/2014/main" id="{14A23EFA-D75D-EB06-A8A4-4964592F2989}"/>
              </a:ext>
            </a:extLst>
          </p:cNvPr>
          <p:cNvSpPr/>
          <p:nvPr/>
        </p:nvSpPr>
        <p:spPr>
          <a:xfrm>
            <a:off x="502920" y="566928"/>
            <a:ext cx="10515600" cy="640080"/>
          </a:xfrm>
          <a:prstGeom prst="rect">
            <a:avLst/>
          </a:prstGeom>
          <a:noFill/>
          <a:ln/>
        </p:spPr>
        <p:txBody>
          <a:bodyPr wrap="square" lIns="91440" tIns="45720" rIns="91440" bIns="45720" rtlCol="0" anchor="ctr"/>
          <a:lstStyle/>
          <a:p>
            <a:r>
              <a:rPr lang="en-US" sz="2600" b="1" dirty="0">
                <a:solidFill>
                  <a:srgbClr val="003362"/>
                </a:solidFill>
                <a:latin typeface="Helvetica"/>
                <a:cs typeface="Helvetica"/>
              </a:rPr>
              <a:t>… in </a:t>
            </a:r>
            <a:r>
              <a:rPr lang="en-US" sz="2600" b="1" dirty="0" err="1">
                <a:solidFill>
                  <a:srgbClr val="003362"/>
                </a:solidFill>
                <a:latin typeface="Helvetica"/>
                <a:cs typeface="Helvetica"/>
              </a:rPr>
              <a:t>een</a:t>
            </a:r>
            <a:r>
              <a:rPr lang="en-US" sz="2600" b="1" dirty="0">
                <a:solidFill>
                  <a:srgbClr val="003362"/>
                </a:solidFill>
                <a:latin typeface="Helvetica"/>
                <a:cs typeface="Helvetica"/>
              </a:rPr>
              <a:t> </a:t>
            </a:r>
            <a:r>
              <a:rPr lang="en-US" sz="2600" b="1" dirty="0" err="1">
                <a:solidFill>
                  <a:srgbClr val="003362"/>
                </a:solidFill>
                <a:latin typeface="Helvetica"/>
                <a:cs typeface="Helvetica"/>
              </a:rPr>
              <a:t>nog</a:t>
            </a:r>
            <a:r>
              <a:rPr lang="en-US" sz="2600" b="1" dirty="0">
                <a:solidFill>
                  <a:srgbClr val="003362"/>
                </a:solidFill>
                <a:latin typeface="Helvetica"/>
                <a:cs typeface="Helvetica"/>
              </a:rPr>
              <a:t> </a:t>
            </a:r>
            <a:r>
              <a:rPr lang="en-US" sz="2600" b="1" dirty="0" err="1">
                <a:solidFill>
                  <a:srgbClr val="003362"/>
                </a:solidFill>
                <a:latin typeface="Helvetica"/>
                <a:cs typeface="Helvetica"/>
              </a:rPr>
              <a:t>grotere</a:t>
            </a:r>
            <a:r>
              <a:rPr lang="en-US" sz="2600" b="1" dirty="0">
                <a:solidFill>
                  <a:srgbClr val="003362"/>
                </a:solidFill>
                <a:latin typeface="Helvetica"/>
                <a:cs typeface="Helvetica"/>
              </a:rPr>
              <a:t> community</a:t>
            </a:r>
            <a:endParaRPr lang="nl-NL" dirty="0"/>
          </a:p>
        </p:txBody>
      </p:sp>
      <p:sp>
        <p:nvSpPr>
          <p:cNvPr id="5" name="Shape 3">
            <a:extLst>
              <a:ext uri="{FF2B5EF4-FFF2-40B4-BE49-F238E27FC236}">
                <a16:creationId xmlns:a16="http://schemas.microsoft.com/office/drawing/2014/main" id="{7EC7660F-BC5B-AE96-BFEF-5A48FA644475}"/>
              </a:ext>
            </a:extLst>
          </p:cNvPr>
          <p:cNvSpPr/>
          <p:nvPr/>
        </p:nvSpPr>
        <p:spPr>
          <a:xfrm>
            <a:off x="0" y="6748272"/>
            <a:ext cx="12188952" cy="109728"/>
          </a:xfrm>
          <a:prstGeom prst="rect">
            <a:avLst/>
          </a:prstGeom>
          <a:solidFill>
            <a:srgbClr val="003362"/>
          </a:solidFill>
          <a:ln/>
        </p:spPr>
        <p:txBody>
          <a:bodyPr/>
          <a:lstStyle/>
          <a:p>
            <a:endParaRPr lang="nl-NL"/>
          </a:p>
        </p:txBody>
      </p:sp>
      <p:sp>
        <p:nvSpPr>
          <p:cNvPr id="6" name="Text 4">
            <a:extLst>
              <a:ext uri="{FF2B5EF4-FFF2-40B4-BE49-F238E27FC236}">
                <a16:creationId xmlns:a16="http://schemas.microsoft.com/office/drawing/2014/main" id="{C194B577-69DE-39EC-A1DF-E557E846531F}"/>
              </a:ext>
            </a:extLst>
          </p:cNvPr>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Introductie</a:t>
            </a:r>
            <a:endParaRPr lang="en-US" sz="950" dirty="0"/>
          </a:p>
        </p:txBody>
      </p:sp>
      <p:pic>
        <p:nvPicPr>
          <p:cNvPr id="8" name="Afbeelding 7">
            <a:extLst>
              <a:ext uri="{FF2B5EF4-FFF2-40B4-BE49-F238E27FC236}">
                <a16:creationId xmlns:a16="http://schemas.microsoft.com/office/drawing/2014/main" id="{28AB2C2B-F1F6-EC6B-023C-46678AEC31B7}"/>
              </a:ext>
            </a:extLst>
          </p:cNvPr>
          <p:cNvPicPr>
            <a:picLocks noChangeAspect="1"/>
          </p:cNvPicPr>
          <p:nvPr/>
        </p:nvPicPr>
        <p:blipFill>
          <a:blip r:embed="rId3"/>
          <a:srcRect r="1445"/>
          <a:stretch>
            <a:fillRect/>
          </a:stretch>
        </p:blipFill>
        <p:spPr>
          <a:xfrm>
            <a:off x="731249" y="1163934"/>
            <a:ext cx="9835151" cy="5122550"/>
          </a:xfrm>
          <a:prstGeom prst="rect">
            <a:avLst/>
          </a:prstGeom>
        </p:spPr>
      </p:pic>
    </p:spTree>
    <p:extLst>
      <p:ext uri="{BB962C8B-B14F-4D97-AF65-F5344CB8AC3E}">
        <p14:creationId xmlns:p14="http://schemas.microsoft.com/office/powerpoint/2010/main" val="276167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INTRODUCTIE</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Doelstellingen discovery</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Introductie</a:t>
            </a:r>
            <a:endParaRPr lang="en-US" sz="950" dirty="0"/>
          </a:p>
        </p:txBody>
      </p:sp>
      <p:sp>
        <p:nvSpPr>
          <p:cNvPr id="7" name="Shape 5"/>
          <p:cNvSpPr/>
          <p:nvPr/>
        </p:nvSpPr>
        <p:spPr>
          <a:xfrm>
            <a:off x="502920" y="1371600"/>
            <a:ext cx="11183112" cy="1051560"/>
          </a:xfrm>
          <a:prstGeom prst="roundRect">
            <a:avLst>
              <a:gd name="adj" fmla="val 7826"/>
            </a:avLst>
          </a:prstGeom>
          <a:solidFill>
            <a:srgbClr val="003362"/>
          </a:solidFill>
          <a:ln/>
        </p:spPr>
        <p:txBody>
          <a:bodyPr/>
          <a:lstStyle/>
          <a:p>
            <a:endParaRPr lang="nl-NL"/>
          </a:p>
        </p:txBody>
      </p:sp>
      <p:sp>
        <p:nvSpPr>
          <p:cNvPr id="8" name="Shape 6"/>
          <p:cNvSpPr/>
          <p:nvPr/>
        </p:nvSpPr>
        <p:spPr>
          <a:xfrm>
            <a:off x="502920" y="1371600"/>
            <a:ext cx="109728" cy="1051560"/>
          </a:xfrm>
          <a:prstGeom prst="rect">
            <a:avLst/>
          </a:prstGeom>
          <a:solidFill>
            <a:srgbClr val="E76734"/>
          </a:solidFill>
          <a:ln/>
        </p:spPr>
        <p:txBody>
          <a:bodyPr/>
          <a:lstStyle/>
          <a:p>
            <a:endParaRPr lang="nl-NL"/>
          </a:p>
        </p:txBody>
      </p:sp>
      <p:sp>
        <p:nvSpPr>
          <p:cNvPr id="9" name="Text 7"/>
          <p:cNvSpPr/>
          <p:nvPr/>
        </p:nvSpPr>
        <p:spPr>
          <a:xfrm>
            <a:off x="868680" y="1517904"/>
            <a:ext cx="2743200" cy="274320"/>
          </a:xfrm>
          <a:prstGeom prst="rect">
            <a:avLst/>
          </a:prstGeom>
          <a:noFill/>
          <a:ln/>
        </p:spPr>
        <p:txBody>
          <a:bodyPr wrap="square" rtlCol="0" anchor="ctr"/>
          <a:lstStyle/>
          <a:p>
            <a:pPr marL="0" indent="0">
              <a:buNone/>
            </a:pPr>
            <a:r>
              <a:rPr lang="en-US" sz="1050" b="1" kern="0" spc="150" dirty="0">
                <a:solidFill>
                  <a:srgbClr val="89CDF2"/>
                </a:solidFill>
                <a:latin typeface="Arial" pitchFamily="34" charset="0"/>
                <a:ea typeface="Arial" pitchFamily="34" charset="-122"/>
                <a:cs typeface="Arial" pitchFamily="34" charset="-120"/>
              </a:rPr>
              <a:t>HET DOEL</a:t>
            </a:r>
            <a:endParaRPr lang="en-US" sz="1050" dirty="0"/>
          </a:p>
        </p:txBody>
      </p:sp>
      <p:sp>
        <p:nvSpPr>
          <p:cNvPr id="10" name="Text 8"/>
          <p:cNvSpPr/>
          <p:nvPr/>
        </p:nvSpPr>
        <p:spPr>
          <a:xfrm>
            <a:off x="868680" y="1737360"/>
            <a:ext cx="3291840" cy="548640"/>
          </a:xfrm>
          <a:prstGeom prst="rect">
            <a:avLst/>
          </a:prstGeom>
          <a:noFill/>
          <a:ln/>
        </p:spPr>
        <p:txBody>
          <a:bodyPr wrap="square" rtlCol="0" anchor="ctr"/>
          <a:lstStyle/>
          <a:p>
            <a:pPr marL="0" indent="0">
              <a:buNone/>
            </a:pPr>
            <a:r>
              <a:rPr lang="en-US" sz="2100" b="1" dirty="0">
                <a:solidFill>
                  <a:srgbClr val="FFFFFF"/>
                </a:solidFill>
                <a:latin typeface="Helvetica" pitchFamily="34" charset="0"/>
                <a:ea typeface="Helvetica" pitchFamily="34" charset="-122"/>
                <a:cs typeface="Helvetica" pitchFamily="34" charset="-120"/>
              </a:rPr>
              <a:t>Wederzijds begrip</a:t>
            </a:r>
            <a:endParaRPr lang="en-US" sz="2100" dirty="0"/>
          </a:p>
        </p:txBody>
      </p:sp>
      <p:sp>
        <p:nvSpPr>
          <p:cNvPr id="11" name="Text 9"/>
          <p:cNvSpPr/>
          <p:nvPr/>
        </p:nvSpPr>
        <p:spPr>
          <a:xfrm>
            <a:off x="4297680" y="1371600"/>
            <a:ext cx="7178040" cy="1051560"/>
          </a:xfrm>
          <a:prstGeom prst="rect">
            <a:avLst/>
          </a:prstGeom>
          <a:noFill/>
          <a:ln/>
        </p:spPr>
        <p:txBody>
          <a:bodyPr wrap="square" lIns="91440" tIns="45720" rIns="91440" bIns="45720" rtlCol="0" anchor="ctr"/>
          <a:lstStyle/>
          <a:p>
            <a:pPr marL="0" indent="0">
              <a:lnSpc>
                <a:spcPts val="1500"/>
              </a:lnSpc>
              <a:buNone/>
            </a:pPr>
            <a:r>
              <a:rPr lang="en-US" sz="1200" i="1" dirty="0" err="1">
                <a:solidFill>
                  <a:srgbClr val="D7E6F0"/>
                </a:solidFill>
                <a:latin typeface="Arial"/>
                <a:ea typeface="Arial" pitchFamily="34" charset="-122"/>
                <a:cs typeface="Arial"/>
              </a:rPr>
              <a:t>Vandaag</a:t>
            </a:r>
            <a:r>
              <a:rPr lang="en-US" sz="1200" i="1" dirty="0">
                <a:solidFill>
                  <a:srgbClr val="D7E6F0"/>
                </a:solidFill>
                <a:latin typeface="Arial"/>
                <a:ea typeface="Arial" pitchFamily="34" charset="-122"/>
                <a:cs typeface="Arial"/>
              </a:rPr>
              <a:t> </a:t>
            </a:r>
            <a:r>
              <a:rPr lang="en-US" sz="1200" i="1" dirty="0" err="1">
                <a:solidFill>
                  <a:srgbClr val="D7E6F0"/>
                </a:solidFill>
                <a:latin typeface="Arial"/>
                <a:ea typeface="Arial" pitchFamily="34" charset="-122"/>
                <a:cs typeface="Arial"/>
              </a:rPr>
              <a:t>staat</a:t>
            </a:r>
            <a:r>
              <a:rPr lang="en-US" sz="1200" i="1" dirty="0">
                <a:solidFill>
                  <a:srgbClr val="D7E6F0"/>
                </a:solidFill>
                <a:latin typeface="Arial"/>
                <a:ea typeface="Arial" pitchFamily="34" charset="-122"/>
                <a:cs typeface="Arial"/>
              </a:rPr>
              <a:t> in het </a:t>
            </a:r>
            <a:r>
              <a:rPr lang="en-US" sz="1200" i="1" dirty="0" err="1">
                <a:solidFill>
                  <a:srgbClr val="D7E6F0"/>
                </a:solidFill>
                <a:latin typeface="Arial"/>
                <a:ea typeface="Arial" pitchFamily="34" charset="-122"/>
                <a:cs typeface="Arial"/>
              </a:rPr>
              <a:t>teken</a:t>
            </a:r>
            <a:r>
              <a:rPr lang="en-US" sz="1200" i="1" dirty="0">
                <a:solidFill>
                  <a:srgbClr val="D7E6F0"/>
                </a:solidFill>
                <a:latin typeface="Arial"/>
                <a:ea typeface="Arial" pitchFamily="34" charset="-122"/>
                <a:cs typeface="Arial"/>
              </a:rPr>
              <a:t> van </a:t>
            </a:r>
            <a:r>
              <a:rPr lang="en-US" sz="1200" i="1" dirty="0" err="1">
                <a:solidFill>
                  <a:srgbClr val="D7E6F0"/>
                </a:solidFill>
                <a:latin typeface="Arial"/>
                <a:ea typeface="Arial" pitchFamily="34" charset="-122"/>
                <a:cs typeface="Arial"/>
              </a:rPr>
              <a:t>wederzijds</a:t>
            </a:r>
            <a:r>
              <a:rPr lang="en-US" sz="1200" i="1" dirty="0">
                <a:solidFill>
                  <a:srgbClr val="D7E6F0"/>
                </a:solidFill>
                <a:latin typeface="Arial"/>
                <a:ea typeface="Arial" pitchFamily="34" charset="-122"/>
                <a:cs typeface="Arial"/>
              </a:rPr>
              <a:t> begrip. </a:t>
            </a:r>
            <a:r>
              <a:rPr lang="en-US" sz="1200" i="1" dirty="0" err="1">
                <a:solidFill>
                  <a:srgbClr val="D7E6F0"/>
                </a:solidFill>
                <a:latin typeface="Arial"/>
                <a:ea typeface="Arial" pitchFamily="34" charset="-122"/>
                <a:cs typeface="Arial"/>
              </a:rPr>
              <a:t>Ritense</a:t>
            </a:r>
            <a:r>
              <a:rPr lang="en-US" sz="1200" i="1" dirty="0">
                <a:solidFill>
                  <a:srgbClr val="D7E6F0"/>
                </a:solidFill>
                <a:latin typeface="Arial"/>
                <a:ea typeface="Arial" pitchFamily="34" charset="-122"/>
                <a:cs typeface="Arial"/>
              </a:rPr>
              <a:t> </a:t>
            </a:r>
            <a:r>
              <a:rPr lang="en-US" sz="1200" i="1" dirty="0" err="1">
                <a:solidFill>
                  <a:srgbClr val="D7E6F0"/>
                </a:solidFill>
                <a:latin typeface="Arial"/>
                <a:ea typeface="Arial" pitchFamily="34" charset="-122"/>
                <a:cs typeface="Arial"/>
              </a:rPr>
              <a:t>begrijpt</a:t>
            </a:r>
            <a:r>
              <a:rPr lang="en-US" sz="1200" i="1" dirty="0">
                <a:solidFill>
                  <a:srgbClr val="D7E6F0"/>
                </a:solidFill>
                <a:latin typeface="Arial"/>
                <a:ea typeface="Arial" pitchFamily="34" charset="-122"/>
                <a:cs typeface="Arial"/>
              </a:rPr>
              <a:t> wat {</a:t>
            </a:r>
            <a:r>
              <a:rPr lang="en-US" sz="1200" i="1" dirty="0" err="1">
                <a:solidFill>
                  <a:srgbClr val="D7E6F0"/>
                </a:solidFill>
                <a:latin typeface="Arial"/>
                <a:ea typeface="Arial" pitchFamily="34" charset="-122"/>
                <a:cs typeface="Arial"/>
              </a:rPr>
              <a:t>klantnaam</a:t>
            </a:r>
            <a:r>
              <a:rPr lang="en-US" sz="1200" i="1" dirty="0">
                <a:solidFill>
                  <a:srgbClr val="D7E6F0"/>
                </a:solidFill>
                <a:latin typeface="Arial"/>
                <a:ea typeface="Arial" pitchFamily="34" charset="-122"/>
                <a:cs typeface="Arial"/>
              </a:rPr>
              <a:t>} </a:t>
            </a:r>
            <a:r>
              <a:rPr lang="en-US" sz="1200" i="1" dirty="0" err="1">
                <a:solidFill>
                  <a:srgbClr val="D7E6F0"/>
                </a:solidFill>
                <a:latin typeface="Arial"/>
                <a:ea typeface="Arial" pitchFamily="34" charset="-122"/>
                <a:cs typeface="Arial"/>
              </a:rPr>
              <a:t>nodig</a:t>
            </a:r>
            <a:r>
              <a:rPr lang="en-US" sz="1200" i="1" dirty="0">
                <a:solidFill>
                  <a:srgbClr val="D7E6F0"/>
                </a:solidFill>
                <a:latin typeface="Arial"/>
                <a:ea typeface="Arial" pitchFamily="34" charset="-122"/>
                <a:cs typeface="Arial"/>
              </a:rPr>
              <a:t> </a:t>
            </a:r>
            <a:r>
              <a:rPr lang="en-US" sz="1200" i="1" dirty="0" err="1">
                <a:solidFill>
                  <a:srgbClr val="D7E6F0"/>
                </a:solidFill>
                <a:latin typeface="Arial"/>
                <a:ea typeface="Arial" pitchFamily="34" charset="-122"/>
                <a:cs typeface="Arial"/>
              </a:rPr>
              <a:t>heeft</a:t>
            </a:r>
            <a:r>
              <a:rPr lang="en-US" sz="1200" i="1" dirty="0">
                <a:solidFill>
                  <a:srgbClr val="D7E6F0"/>
                </a:solidFill>
                <a:latin typeface="Arial"/>
                <a:ea typeface="Arial" pitchFamily="34" charset="-122"/>
                <a:cs typeface="Arial"/>
              </a:rPr>
              <a:t>, {</a:t>
            </a:r>
            <a:r>
              <a:rPr lang="en-US" sz="1200" i="1" dirty="0" err="1">
                <a:solidFill>
                  <a:srgbClr val="D7E6F0"/>
                </a:solidFill>
                <a:latin typeface="Arial"/>
                <a:ea typeface="Arial" pitchFamily="34" charset="-122"/>
                <a:cs typeface="Arial"/>
              </a:rPr>
              <a:t>klantnaam</a:t>
            </a:r>
            <a:r>
              <a:rPr lang="en-US" sz="1200" i="1" dirty="0">
                <a:solidFill>
                  <a:srgbClr val="D7E6F0"/>
                </a:solidFill>
                <a:latin typeface="Arial"/>
                <a:ea typeface="Arial" pitchFamily="34" charset="-122"/>
                <a:cs typeface="Arial"/>
              </a:rPr>
              <a:t>} </a:t>
            </a:r>
            <a:r>
              <a:rPr lang="en-US" sz="1200" i="1" dirty="0" err="1">
                <a:solidFill>
                  <a:srgbClr val="D7E6F0"/>
                </a:solidFill>
                <a:latin typeface="Arial"/>
                <a:ea typeface="Arial" pitchFamily="34" charset="-122"/>
                <a:cs typeface="Arial"/>
              </a:rPr>
              <a:t>begrijpt</a:t>
            </a:r>
            <a:r>
              <a:rPr lang="en-US" sz="1200" i="1" dirty="0">
                <a:solidFill>
                  <a:srgbClr val="D7E6F0"/>
                </a:solidFill>
                <a:latin typeface="Arial"/>
                <a:ea typeface="Arial" pitchFamily="34" charset="-122"/>
                <a:cs typeface="Arial"/>
              </a:rPr>
              <a:t> wat Ritense kan bieden.</a:t>
            </a:r>
            <a:endParaRPr lang="en-US" sz="1200" dirty="0">
              <a:latin typeface="Arial"/>
              <a:cs typeface="Arial"/>
            </a:endParaRPr>
          </a:p>
        </p:txBody>
      </p:sp>
      <p:sp>
        <p:nvSpPr>
          <p:cNvPr id="12" name="Text 10"/>
          <p:cNvSpPr/>
          <p:nvPr/>
        </p:nvSpPr>
        <p:spPr>
          <a:xfrm>
            <a:off x="502920" y="2532888"/>
            <a:ext cx="3657600" cy="274320"/>
          </a:xfrm>
          <a:prstGeom prst="rect">
            <a:avLst/>
          </a:prstGeom>
          <a:noFill/>
          <a:ln/>
        </p:spPr>
        <p:txBody>
          <a:bodyPr wrap="square" rtlCol="0" anchor="ctr"/>
          <a:lstStyle/>
          <a:p>
            <a:pPr marL="0" indent="0">
              <a:buNone/>
            </a:pPr>
            <a:r>
              <a:rPr lang="en-US" sz="1000" b="1" kern="0" spc="100" dirty="0">
                <a:solidFill>
                  <a:srgbClr val="6B7680"/>
                </a:solidFill>
                <a:latin typeface="Arial" pitchFamily="34" charset="0"/>
                <a:ea typeface="Arial" pitchFamily="34" charset="-122"/>
                <a:cs typeface="Arial" pitchFamily="34" charset="-120"/>
              </a:rPr>
              <a:t>DIT BEREIKEN WE DOOR:</a:t>
            </a:r>
            <a:endParaRPr lang="en-US" sz="1000" dirty="0"/>
          </a:p>
        </p:txBody>
      </p:sp>
      <p:sp>
        <p:nvSpPr>
          <p:cNvPr id="13" name="Shape 11"/>
          <p:cNvSpPr/>
          <p:nvPr/>
        </p:nvSpPr>
        <p:spPr>
          <a:xfrm>
            <a:off x="2174748" y="2889504"/>
            <a:ext cx="201168" cy="256032"/>
          </a:xfrm>
          <a:prstGeom prst="upArrow">
            <a:avLst/>
          </a:prstGeom>
          <a:solidFill>
            <a:srgbClr val="C7D2D6"/>
          </a:solidFill>
          <a:ln/>
        </p:spPr>
        <p:txBody>
          <a:bodyPr/>
          <a:lstStyle/>
          <a:p>
            <a:endParaRPr lang="nl-NL"/>
          </a:p>
        </p:txBody>
      </p:sp>
      <p:sp>
        <p:nvSpPr>
          <p:cNvPr id="14" name="Shape 12"/>
          <p:cNvSpPr/>
          <p:nvPr/>
        </p:nvSpPr>
        <p:spPr>
          <a:xfrm>
            <a:off x="502920" y="3172968"/>
            <a:ext cx="3544824" cy="2331720"/>
          </a:xfrm>
          <a:prstGeom prst="roundRect">
            <a:avLst>
              <a:gd name="adj" fmla="val 3529"/>
            </a:avLst>
          </a:prstGeom>
          <a:solidFill>
            <a:srgbClr val="F5F8FA"/>
          </a:solidFill>
          <a:ln/>
        </p:spPr>
        <p:txBody>
          <a:bodyPr/>
          <a:lstStyle/>
          <a:p>
            <a:endParaRPr lang="nl-NL"/>
          </a:p>
        </p:txBody>
      </p:sp>
      <p:sp>
        <p:nvSpPr>
          <p:cNvPr id="15" name="Shape 13"/>
          <p:cNvSpPr/>
          <p:nvPr/>
        </p:nvSpPr>
        <p:spPr>
          <a:xfrm>
            <a:off x="502920" y="3172968"/>
            <a:ext cx="3544824" cy="64008"/>
          </a:xfrm>
          <a:prstGeom prst="rect">
            <a:avLst/>
          </a:prstGeom>
          <a:solidFill>
            <a:srgbClr val="E76734"/>
          </a:solidFill>
          <a:ln/>
        </p:spPr>
        <p:txBody>
          <a:bodyPr/>
          <a:lstStyle/>
          <a:p>
            <a:endParaRPr lang="nl-NL"/>
          </a:p>
        </p:txBody>
      </p:sp>
      <p:sp>
        <p:nvSpPr>
          <p:cNvPr id="16" name="Shape 14"/>
          <p:cNvSpPr/>
          <p:nvPr/>
        </p:nvSpPr>
        <p:spPr>
          <a:xfrm>
            <a:off x="731520" y="3401568"/>
            <a:ext cx="438912" cy="438912"/>
          </a:xfrm>
          <a:prstGeom prst="ellipse">
            <a:avLst/>
          </a:prstGeom>
          <a:solidFill>
            <a:srgbClr val="E76734"/>
          </a:solidFill>
          <a:ln/>
        </p:spPr>
        <p:txBody>
          <a:bodyPr/>
          <a:lstStyle/>
          <a:p>
            <a:endParaRPr lang="nl-NL"/>
          </a:p>
        </p:txBody>
      </p:sp>
      <p:sp>
        <p:nvSpPr>
          <p:cNvPr id="17" name="Text 15"/>
          <p:cNvSpPr/>
          <p:nvPr/>
        </p:nvSpPr>
        <p:spPr>
          <a:xfrm>
            <a:off x="731520" y="3401568"/>
            <a:ext cx="438912" cy="438912"/>
          </a:xfrm>
          <a:prstGeom prst="rect">
            <a:avLst/>
          </a:prstGeom>
          <a:noFill/>
          <a:ln/>
        </p:spPr>
        <p:txBody>
          <a:bodyPr wrap="square" rtlCol="0" anchor="ctr"/>
          <a:lstStyle/>
          <a:p>
            <a:pPr marL="0" indent="0" algn="ctr">
              <a:buNone/>
            </a:pPr>
            <a:r>
              <a:rPr lang="en-US" sz="1400" b="1" dirty="0">
                <a:solidFill>
                  <a:srgbClr val="FFFFFF"/>
                </a:solidFill>
                <a:latin typeface="Helvetica" pitchFamily="34" charset="0"/>
                <a:ea typeface="Helvetica" pitchFamily="34" charset="-122"/>
                <a:cs typeface="Helvetica" pitchFamily="34" charset="-120"/>
              </a:rPr>
              <a:t>1</a:t>
            </a:r>
            <a:endParaRPr lang="en-US" sz="1400" dirty="0"/>
          </a:p>
        </p:txBody>
      </p:sp>
      <p:sp>
        <p:nvSpPr>
          <p:cNvPr id="18" name="Text 16"/>
          <p:cNvSpPr/>
          <p:nvPr/>
        </p:nvSpPr>
        <p:spPr>
          <a:xfrm>
            <a:off x="731520" y="3950208"/>
            <a:ext cx="3087624" cy="594360"/>
          </a:xfrm>
          <a:prstGeom prst="rect">
            <a:avLst/>
          </a:prstGeom>
          <a:noFill/>
          <a:ln/>
        </p:spPr>
        <p:txBody>
          <a:bodyPr wrap="square" rtlCol="0" anchor="t"/>
          <a:lstStyle/>
          <a:p>
            <a:pPr marL="0" indent="0">
              <a:lnSpc>
                <a:spcPts val="1600"/>
              </a:lnSpc>
              <a:buNone/>
            </a:pPr>
            <a:r>
              <a:rPr lang="en-US" sz="1350" b="1" dirty="0">
                <a:solidFill>
                  <a:srgbClr val="003362"/>
                </a:solidFill>
                <a:latin typeface="Arial" pitchFamily="34" charset="0"/>
                <a:ea typeface="Arial" pitchFamily="34" charset="-122"/>
                <a:cs typeface="Arial" pitchFamily="34" charset="-120"/>
              </a:rPr>
              <a:t>Inzicht in Valtimo/GZAC</a:t>
            </a:r>
            <a:endParaRPr lang="en-US" sz="1350" dirty="0"/>
          </a:p>
        </p:txBody>
      </p:sp>
      <p:sp>
        <p:nvSpPr>
          <p:cNvPr id="19" name="Text 17"/>
          <p:cNvSpPr/>
          <p:nvPr/>
        </p:nvSpPr>
        <p:spPr>
          <a:xfrm>
            <a:off x="731520" y="4544568"/>
            <a:ext cx="3087624" cy="777240"/>
          </a:xfrm>
          <a:prstGeom prst="rect">
            <a:avLst/>
          </a:prstGeom>
          <a:noFill/>
          <a:ln/>
        </p:spPr>
        <p:txBody>
          <a:bodyPr wrap="square" rtlCol="0" anchor="t"/>
          <a:lstStyle/>
          <a:p>
            <a:pPr marL="0" indent="0">
              <a:lnSpc>
                <a:spcPts val="1350"/>
              </a:lnSpc>
              <a:buNone/>
            </a:pPr>
            <a:r>
              <a:rPr lang="en-US" sz="1050" dirty="0">
                <a:solidFill>
                  <a:srgbClr val="2B3033"/>
                </a:solidFill>
                <a:latin typeface="Arial" pitchFamily="34" charset="0"/>
                <a:ea typeface="Arial" pitchFamily="34" charset="-122"/>
                <a:cs typeface="Arial" pitchFamily="34" charset="-120"/>
              </a:rPr>
              <a:t>{Klantnaam} heeft een goed inzicht in de functionaliteiten van Valtimo/GZAC en hoe die aansluiten op de wensen voor {bedrijfsprocesnaam}.</a:t>
            </a:r>
            <a:endParaRPr lang="en-US" sz="1050" dirty="0"/>
          </a:p>
        </p:txBody>
      </p:sp>
      <p:sp>
        <p:nvSpPr>
          <p:cNvPr id="20" name="Shape 18"/>
          <p:cNvSpPr/>
          <p:nvPr/>
        </p:nvSpPr>
        <p:spPr>
          <a:xfrm>
            <a:off x="5993892" y="2889504"/>
            <a:ext cx="201168" cy="256032"/>
          </a:xfrm>
          <a:prstGeom prst="upArrow">
            <a:avLst/>
          </a:prstGeom>
          <a:solidFill>
            <a:srgbClr val="C7D2D6"/>
          </a:solidFill>
          <a:ln/>
        </p:spPr>
        <p:txBody>
          <a:bodyPr/>
          <a:lstStyle/>
          <a:p>
            <a:endParaRPr lang="nl-NL"/>
          </a:p>
        </p:txBody>
      </p:sp>
      <p:sp>
        <p:nvSpPr>
          <p:cNvPr id="21" name="Shape 19"/>
          <p:cNvSpPr/>
          <p:nvPr/>
        </p:nvSpPr>
        <p:spPr>
          <a:xfrm>
            <a:off x="4322064" y="3172968"/>
            <a:ext cx="3544824" cy="2331720"/>
          </a:xfrm>
          <a:prstGeom prst="roundRect">
            <a:avLst>
              <a:gd name="adj" fmla="val 3529"/>
            </a:avLst>
          </a:prstGeom>
          <a:solidFill>
            <a:srgbClr val="F5F8FA"/>
          </a:solidFill>
          <a:ln/>
        </p:spPr>
        <p:txBody>
          <a:bodyPr/>
          <a:lstStyle/>
          <a:p>
            <a:endParaRPr lang="nl-NL"/>
          </a:p>
        </p:txBody>
      </p:sp>
      <p:sp>
        <p:nvSpPr>
          <p:cNvPr id="22" name="Shape 20"/>
          <p:cNvSpPr/>
          <p:nvPr/>
        </p:nvSpPr>
        <p:spPr>
          <a:xfrm>
            <a:off x="4322064" y="3172968"/>
            <a:ext cx="3544824" cy="64008"/>
          </a:xfrm>
          <a:prstGeom prst="rect">
            <a:avLst/>
          </a:prstGeom>
          <a:solidFill>
            <a:srgbClr val="89CDF2"/>
          </a:solidFill>
          <a:ln/>
        </p:spPr>
        <p:txBody>
          <a:bodyPr/>
          <a:lstStyle/>
          <a:p>
            <a:endParaRPr lang="nl-NL"/>
          </a:p>
        </p:txBody>
      </p:sp>
      <p:sp>
        <p:nvSpPr>
          <p:cNvPr id="23" name="Shape 21"/>
          <p:cNvSpPr/>
          <p:nvPr/>
        </p:nvSpPr>
        <p:spPr>
          <a:xfrm>
            <a:off x="4550664" y="3401568"/>
            <a:ext cx="438912" cy="438912"/>
          </a:xfrm>
          <a:prstGeom prst="ellipse">
            <a:avLst/>
          </a:prstGeom>
          <a:solidFill>
            <a:srgbClr val="89CDF2"/>
          </a:solidFill>
          <a:ln/>
        </p:spPr>
        <p:txBody>
          <a:bodyPr/>
          <a:lstStyle/>
          <a:p>
            <a:endParaRPr lang="nl-NL"/>
          </a:p>
        </p:txBody>
      </p:sp>
      <p:sp>
        <p:nvSpPr>
          <p:cNvPr id="24" name="Text 22"/>
          <p:cNvSpPr/>
          <p:nvPr/>
        </p:nvSpPr>
        <p:spPr>
          <a:xfrm>
            <a:off x="4550664" y="3401568"/>
            <a:ext cx="438912" cy="438912"/>
          </a:xfrm>
          <a:prstGeom prst="rect">
            <a:avLst/>
          </a:prstGeom>
          <a:noFill/>
          <a:ln/>
        </p:spPr>
        <p:txBody>
          <a:bodyPr wrap="square" rtlCol="0" anchor="ctr"/>
          <a:lstStyle/>
          <a:p>
            <a:pPr marL="0" indent="0" algn="ctr">
              <a:buNone/>
            </a:pPr>
            <a:r>
              <a:rPr lang="en-US" sz="1400" b="1" dirty="0">
                <a:solidFill>
                  <a:srgbClr val="003362"/>
                </a:solidFill>
                <a:latin typeface="Helvetica" pitchFamily="34" charset="0"/>
                <a:ea typeface="Helvetica" pitchFamily="34" charset="-122"/>
                <a:cs typeface="Helvetica" pitchFamily="34" charset="-120"/>
              </a:rPr>
              <a:t>2</a:t>
            </a:r>
            <a:endParaRPr lang="en-US" sz="1400" dirty="0"/>
          </a:p>
        </p:txBody>
      </p:sp>
      <p:sp>
        <p:nvSpPr>
          <p:cNvPr id="25" name="Text 23"/>
          <p:cNvSpPr/>
          <p:nvPr/>
        </p:nvSpPr>
        <p:spPr>
          <a:xfrm>
            <a:off x="4550664" y="3950208"/>
            <a:ext cx="3087624" cy="594360"/>
          </a:xfrm>
          <a:prstGeom prst="rect">
            <a:avLst/>
          </a:prstGeom>
          <a:noFill/>
          <a:ln/>
        </p:spPr>
        <p:txBody>
          <a:bodyPr wrap="square" rtlCol="0" anchor="t"/>
          <a:lstStyle/>
          <a:p>
            <a:pPr marL="0" indent="0">
              <a:lnSpc>
                <a:spcPts val="1600"/>
              </a:lnSpc>
              <a:buNone/>
            </a:pPr>
            <a:r>
              <a:rPr lang="en-US" sz="1350" b="1" dirty="0">
                <a:solidFill>
                  <a:srgbClr val="003362"/>
                </a:solidFill>
                <a:latin typeface="Arial" pitchFamily="34" charset="0"/>
                <a:ea typeface="Arial" pitchFamily="34" charset="-122"/>
                <a:cs typeface="Arial" pitchFamily="34" charset="-120"/>
              </a:rPr>
              <a:t>Gezamenlijke overeenstemming</a:t>
            </a:r>
            <a:endParaRPr lang="en-US" sz="1350" dirty="0"/>
          </a:p>
        </p:txBody>
      </p:sp>
      <p:sp>
        <p:nvSpPr>
          <p:cNvPr id="26" name="Text 24"/>
          <p:cNvSpPr/>
          <p:nvPr/>
        </p:nvSpPr>
        <p:spPr>
          <a:xfrm>
            <a:off x="4550664" y="4544568"/>
            <a:ext cx="3087624" cy="777240"/>
          </a:xfrm>
          <a:prstGeom prst="rect">
            <a:avLst/>
          </a:prstGeom>
          <a:noFill/>
          <a:ln/>
        </p:spPr>
        <p:txBody>
          <a:bodyPr wrap="square" rtlCol="0" anchor="t"/>
          <a:lstStyle/>
          <a:p>
            <a:pPr marL="0" indent="0">
              <a:lnSpc>
                <a:spcPts val="1350"/>
              </a:lnSpc>
              <a:buNone/>
            </a:pPr>
            <a:r>
              <a:rPr lang="en-US" sz="1050" dirty="0">
                <a:solidFill>
                  <a:srgbClr val="2B3033"/>
                </a:solidFill>
                <a:latin typeface="Arial" pitchFamily="34" charset="0"/>
                <a:ea typeface="Arial" pitchFamily="34" charset="-122"/>
                <a:cs typeface="Arial" pitchFamily="34" charset="-120"/>
              </a:rPr>
              <a:t>Overeenstemming over {bedrijfsprocesnaam}: businesscontext, doelen, gebruikers, functionaliteiten, processen, risico’s en randvoorwaarden.</a:t>
            </a:r>
            <a:endParaRPr lang="en-US" sz="1050" dirty="0"/>
          </a:p>
        </p:txBody>
      </p:sp>
      <p:sp>
        <p:nvSpPr>
          <p:cNvPr id="27" name="Shape 25"/>
          <p:cNvSpPr/>
          <p:nvPr/>
        </p:nvSpPr>
        <p:spPr>
          <a:xfrm>
            <a:off x="9813036" y="2889504"/>
            <a:ext cx="201168" cy="256032"/>
          </a:xfrm>
          <a:prstGeom prst="upArrow">
            <a:avLst/>
          </a:prstGeom>
          <a:solidFill>
            <a:srgbClr val="C7D2D6"/>
          </a:solidFill>
          <a:ln/>
        </p:spPr>
        <p:txBody>
          <a:bodyPr/>
          <a:lstStyle/>
          <a:p>
            <a:endParaRPr lang="nl-NL"/>
          </a:p>
        </p:txBody>
      </p:sp>
      <p:sp>
        <p:nvSpPr>
          <p:cNvPr id="28" name="Shape 26"/>
          <p:cNvSpPr/>
          <p:nvPr/>
        </p:nvSpPr>
        <p:spPr>
          <a:xfrm>
            <a:off x="8141208" y="3172968"/>
            <a:ext cx="3544824" cy="2331720"/>
          </a:xfrm>
          <a:prstGeom prst="roundRect">
            <a:avLst>
              <a:gd name="adj" fmla="val 3529"/>
            </a:avLst>
          </a:prstGeom>
          <a:solidFill>
            <a:srgbClr val="F5F8FA"/>
          </a:solidFill>
          <a:ln/>
        </p:spPr>
        <p:txBody>
          <a:bodyPr/>
          <a:lstStyle/>
          <a:p>
            <a:endParaRPr lang="nl-NL"/>
          </a:p>
        </p:txBody>
      </p:sp>
      <p:sp>
        <p:nvSpPr>
          <p:cNvPr id="29" name="Shape 27"/>
          <p:cNvSpPr/>
          <p:nvPr/>
        </p:nvSpPr>
        <p:spPr>
          <a:xfrm>
            <a:off x="8141208" y="3172968"/>
            <a:ext cx="3544824" cy="64008"/>
          </a:xfrm>
          <a:prstGeom prst="rect">
            <a:avLst/>
          </a:prstGeom>
          <a:solidFill>
            <a:srgbClr val="003362"/>
          </a:solidFill>
          <a:ln/>
        </p:spPr>
        <p:txBody>
          <a:bodyPr/>
          <a:lstStyle/>
          <a:p>
            <a:endParaRPr lang="nl-NL"/>
          </a:p>
        </p:txBody>
      </p:sp>
      <p:sp>
        <p:nvSpPr>
          <p:cNvPr id="30" name="Shape 28"/>
          <p:cNvSpPr/>
          <p:nvPr/>
        </p:nvSpPr>
        <p:spPr>
          <a:xfrm>
            <a:off x="8369808" y="3401568"/>
            <a:ext cx="438912" cy="438912"/>
          </a:xfrm>
          <a:prstGeom prst="ellipse">
            <a:avLst/>
          </a:prstGeom>
          <a:solidFill>
            <a:srgbClr val="003362"/>
          </a:solidFill>
          <a:ln/>
        </p:spPr>
        <p:txBody>
          <a:bodyPr/>
          <a:lstStyle/>
          <a:p>
            <a:endParaRPr lang="nl-NL"/>
          </a:p>
        </p:txBody>
      </p:sp>
      <p:sp>
        <p:nvSpPr>
          <p:cNvPr id="31" name="Text 29"/>
          <p:cNvSpPr/>
          <p:nvPr/>
        </p:nvSpPr>
        <p:spPr>
          <a:xfrm>
            <a:off x="8369808" y="3401568"/>
            <a:ext cx="438912" cy="438912"/>
          </a:xfrm>
          <a:prstGeom prst="rect">
            <a:avLst/>
          </a:prstGeom>
          <a:noFill/>
          <a:ln/>
        </p:spPr>
        <p:txBody>
          <a:bodyPr wrap="square" rtlCol="0" anchor="ctr"/>
          <a:lstStyle/>
          <a:p>
            <a:pPr marL="0" indent="0" algn="ctr">
              <a:buNone/>
            </a:pPr>
            <a:r>
              <a:rPr lang="en-US" sz="1400" b="1" dirty="0">
                <a:solidFill>
                  <a:srgbClr val="FFFFFF"/>
                </a:solidFill>
                <a:latin typeface="Helvetica" pitchFamily="34" charset="0"/>
                <a:ea typeface="Helvetica" pitchFamily="34" charset="-122"/>
                <a:cs typeface="Helvetica" pitchFamily="34" charset="-120"/>
              </a:rPr>
              <a:t>3</a:t>
            </a:r>
            <a:endParaRPr lang="en-US" sz="1400" dirty="0"/>
          </a:p>
        </p:txBody>
      </p:sp>
      <p:sp>
        <p:nvSpPr>
          <p:cNvPr id="32" name="Text 30"/>
          <p:cNvSpPr/>
          <p:nvPr/>
        </p:nvSpPr>
        <p:spPr>
          <a:xfrm>
            <a:off x="8369808" y="3950208"/>
            <a:ext cx="3087624" cy="594360"/>
          </a:xfrm>
          <a:prstGeom prst="rect">
            <a:avLst/>
          </a:prstGeom>
          <a:noFill/>
          <a:ln/>
        </p:spPr>
        <p:txBody>
          <a:bodyPr wrap="square" rtlCol="0" anchor="t"/>
          <a:lstStyle/>
          <a:p>
            <a:pPr marL="0" indent="0">
              <a:lnSpc>
                <a:spcPts val="1600"/>
              </a:lnSpc>
              <a:buNone/>
            </a:pPr>
            <a:r>
              <a:rPr lang="en-US" sz="1350" b="1" dirty="0">
                <a:solidFill>
                  <a:srgbClr val="003362"/>
                </a:solidFill>
                <a:latin typeface="Arial" pitchFamily="34" charset="0"/>
                <a:ea typeface="Arial" pitchFamily="34" charset="-122"/>
                <a:cs typeface="Arial" pitchFamily="34" charset="-120"/>
              </a:rPr>
              <a:t>Heldere vervolgstappen</a:t>
            </a:r>
            <a:endParaRPr lang="en-US" sz="1350" dirty="0"/>
          </a:p>
        </p:txBody>
      </p:sp>
      <p:sp>
        <p:nvSpPr>
          <p:cNvPr id="33" name="Text 31"/>
          <p:cNvSpPr/>
          <p:nvPr/>
        </p:nvSpPr>
        <p:spPr>
          <a:xfrm>
            <a:off x="8369808" y="4544568"/>
            <a:ext cx="3087624" cy="777240"/>
          </a:xfrm>
          <a:prstGeom prst="rect">
            <a:avLst/>
          </a:prstGeom>
          <a:noFill/>
          <a:ln/>
        </p:spPr>
        <p:txBody>
          <a:bodyPr wrap="square" rtlCol="0" anchor="t"/>
          <a:lstStyle/>
          <a:p>
            <a:pPr marL="0" indent="0">
              <a:lnSpc>
                <a:spcPts val="1350"/>
              </a:lnSpc>
              <a:buNone/>
            </a:pPr>
            <a:r>
              <a:rPr lang="en-US" sz="1050" dirty="0">
                <a:solidFill>
                  <a:srgbClr val="2B3033"/>
                </a:solidFill>
                <a:latin typeface="Arial" pitchFamily="34" charset="0"/>
                <a:ea typeface="Arial" pitchFamily="34" charset="-122"/>
                <a:cs typeface="Arial" pitchFamily="34" charset="-120"/>
              </a:rPr>
              <a:t>Duidelijk welke vervolgstappen genomen moeten worden, en wie daarvoor verantwoordelijkheid draagt.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ACA39-4F6A-3FC8-63B0-90883778225A}"/>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2044B7B-82C0-CBC7-F718-C834B230108B}"/>
              </a:ext>
            </a:extLst>
          </p:cNvPr>
          <p:cNvSpPr>
            <a:spLocks noGrp="1"/>
          </p:cNvSpPr>
          <p:nvPr>
            <p:ph type="body" idx="102"/>
          </p:nvPr>
        </p:nvSpPr>
        <p:spPr/>
        <p:txBody>
          <a:bodyPr wrap="square" lIns="91440" tIns="45720" rIns="91440" bIns="45720" rtlCol="0" anchor="t"/>
          <a:lstStyle/>
          <a:p>
            <a:r>
              <a:rPr lang="nl-NL">
                <a:latin typeface="Arial"/>
                <a:cs typeface="Arial"/>
              </a:rPr>
              <a:t>HOOFDSTUK 02 VAN 05</a:t>
            </a:r>
            <a:endParaRPr lang="nl-NL"/>
          </a:p>
        </p:txBody>
      </p:sp>
      <p:sp>
        <p:nvSpPr>
          <p:cNvPr id="3" name="Titel 2">
            <a:extLst>
              <a:ext uri="{FF2B5EF4-FFF2-40B4-BE49-F238E27FC236}">
                <a16:creationId xmlns:a16="http://schemas.microsoft.com/office/drawing/2014/main" id="{08FC6427-E199-AD40-E5D0-45F09427FFF4}"/>
              </a:ext>
            </a:extLst>
          </p:cNvPr>
          <p:cNvSpPr>
            <a:spLocks noGrp="1"/>
          </p:cNvSpPr>
          <p:nvPr>
            <p:ph type="title" idx="103"/>
          </p:nvPr>
        </p:nvSpPr>
        <p:spPr/>
        <p:txBody>
          <a:bodyPr wrap="square" lIns="91440" tIns="45720" rIns="91440" bIns="45720" rtlCol="0" anchor="t"/>
          <a:lstStyle/>
          <a:p>
            <a:r>
              <a:rPr lang="en-US" err="1">
                <a:latin typeface="Helvetica"/>
                <a:cs typeface="Helvetica"/>
              </a:rPr>
              <a:t>Businesscontext</a:t>
            </a:r>
            <a:r>
              <a:rPr lang="en-US">
                <a:latin typeface="Helvetica"/>
                <a:cs typeface="Helvetica"/>
              </a:rPr>
              <a:t> </a:t>
            </a:r>
            <a:r>
              <a:rPr lang="en-US" dirty="0">
                <a:latin typeface="Helvetica"/>
                <a:cs typeface="Helvetica"/>
              </a:rPr>
              <a:t>&amp; </a:t>
            </a:r>
            <a:r>
              <a:rPr lang="en-US" err="1">
                <a:latin typeface="Helvetica"/>
                <a:cs typeface="Helvetica"/>
              </a:rPr>
              <a:t>doelen</a:t>
            </a:r>
            <a:endParaRPr lang="en-US" b="0" err="1">
              <a:solidFill>
                <a:srgbClr val="000000"/>
              </a:solidFill>
              <a:latin typeface="Helvetica"/>
              <a:cs typeface="Helvetica"/>
            </a:endParaRPr>
          </a:p>
          <a:p>
            <a:endParaRPr lang="en-US" dirty="0">
              <a:latin typeface="Helvetica"/>
              <a:cs typeface="Helvetica"/>
            </a:endParaRPr>
          </a:p>
          <a:p>
            <a:endParaRPr lang="nl-NL"/>
          </a:p>
        </p:txBody>
      </p:sp>
      <p:sp>
        <p:nvSpPr>
          <p:cNvPr id="4" name="Tijdelijke aanduiding voor tekst 3">
            <a:extLst>
              <a:ext uri="{FF2B5EF4-FFF2-40B4-BE49-F238E27FC236}">
                <a16:creationId xmlns:a16="http://schemas.microsoft.com/office/drawing/2014/main" id="{03DFEF0E-EDC0-5E71-8EA9-14A340AA32A4}"/>
              </a:ext>
            </a:extLst>
          </p:cNvPr>
          <p:cNvSpPr>
            <a:spLocks noGrp="1"/>
          </p:cNvSpPr>
          <p:nvPr>
            <p:ph type="body" idx="104"/>
          </p:nvPr>
        </p:nvSpPr>
        <p:spPr/>
        <p:txBody>
          <a:bodyPr wrap="square" lIns="91440" tIns="45720" rIns="91440" bIns="45720" rtlCol="0" anchor="t"/>
          <a:lstStyle/>
          <a:p>
            <a:r>
              <a:rPr lang="en-US">
                <a:latin typeface="Arial"/>
                <a:cs typeface="Arial"/>
              </a:rPr>
              <a:t>Wat </a:t>
            </a:r>
            <a:r>
              <a:rPr lang="en-US" err="1">
                <a:latin typeface="Arial"/>
                <a:cs typeface="Arial"/>
              </a:rPr>
              <a:t>doet</a:t>
            </a:r>
            <a:r>
              <a:rPr lang="en-US">
                <a:latin typeface="Arial"/>
                <a:cs typeface="Arial"/>
              </a:rPr>
              <a:t> de business </a:t>
            </a:r>
            <a:r>
              <a:rPr lang="en-US" err="1">
                <a:latin typeface="Arial"/>
                <a:cs typeface="Arial"/>
              </a:rPr>
              <a:t>precies</a:t>
            </a:r>
            <a:r>
              <a:rPr lang="en-US">
                <a:latin typeface="Arial"/>
                <a:cs typeface="Arial"/>
              </a:rPr>
              <a:t>? </a:t>
            </a:r>
            <a:endParaRPr lang="nl-NL"/>
          </a:p>
          <a:p>
            <a:r>
              <a:rPr lang="en-US">
                <a:latin typeface="Arial"/>
                <a:cs typeface="Arial"/>
              </a:rPr>
              <a:t>Wat </a:t>
            </a:r>
            <a:r>
              <a:rPr lang="en-US" err="1">
                <a:latin typeface="Arial"/>
                <a:cs typeface="Arial"/>
              </a:rPr>
              <a:t>zijn</a:t>
            </a:r>
            <a:r>
              <a:rPr lang="en-US">
                <a:latin typeface="Arial"/>
                <a:cs typeface="Arial"/>
              </a:rPr>
              <a:t> de </a:t>
            </a:r>
            <a:r>
              <a:rPr lang="en-US" err="1">
                <a:latin typeface="Arial"/>
                <a:cs typeface="Arial"/>
              </a:rPr>
              <a:t>doelen</a:t>
            </a:r>
            <a:r>
              <a:rPr lang="en-US">
                <a:latin typeface="Arial"/>
                <a:cs typeface="Arial"/>
              </a:rPr>
              <a:t> die de business </a:t>
            </a:r>
            <a:r>
              <a:rPr lang="en-US" err="1">
                <a:latin typeface="Arial"/>
                <a:cs typeface="Arial"/>
              </a:rPr>
              <a:t>voor</a:t>
            </a:r>
            <a:r>
              <a:rPr lang="en-US">
                <a:latin typeface="Arial"/>
                <a:cs typeface="Arial"/>
              </a:rPr>
              <a:t> </a:t>
            </a:r>
            <a:r>
              <a:rPr lang="en-US" err="1">
                <a:latin typeface="Arial"/>
                <a:cs typeface="Arial"/>
              </a:rPr>
              <a:t>ogen</a:t>
            </a:r>
            <a:r>
              <a:rPr lang="en-US">
                <a:latin typeface="Arial"/>
                <a:cs typeface="Arial"/>
              </a:rPr>
              <a:t> </a:t>
            </a:r>
            <a:r>
              <a:rPr lang="en-US" err="1">
                <a:latin typeface="Arial"/>
                <a:cs typeface="Arial"/>
              </a:rPr>
              <a:t>heeft</a:t>
            </a:r>
            <a:r>
              <a:rPr lang="en-US">
                <a:latin typeface="Arial"/>
                <a:cs typeface="Arial"/>
              </a:rPr>
              <a:t>?</a:t>
            </a:r>
            <a:endParaRPr lang="en-US"/>
          </a:p>
        </p:txBody>
      </p:sp>
      <p:sp>
        <p:nvSpPr>
          <p:cNvPr id="8" name="Shape 7">
            <a:extLst>
              <a:ext uri="{FF2B5EF4-FFF2-40B4-BE49-F238E27FC236}">
                <a16:creationId xmlns:a16="http://schemas.microsoft.com/office/drawing/2014/main" id="{A844BCAB-6D12-203A-DBFC-A836967E5837}"/>
              </a:ext>
            </a:extLst>
          </p:cNvPr>
          <p:cNvSpPr/>
          <p:nvPr/>
        </p:nvSpPr>
        <p:spPr>
          <a:xfrm>
            <a:off x="3360808" y="5630019"/>
            <a:ext cx="128016" cy="128016"/>
          </a:xfrm>
          <a:prstGeom prst="ellipse">
            <a:avLst/>
          </a:prstGeom>
          <a:solidFill>
            <a:srgbClr val="E76734"/>
          </a:solidFill>
          <a:ln w="19050">
            <a:solidFill>
              <a:srgbClr val="FFFFFF"/>
            </a:solidFill>
            <a:prstDash val="solid"/>
          </a:ln>
        </p:spPr>
        <p:txBody>
          <a:bodyPr/>
          <a:lstStyle/>
          <a:p>
            <a:endParaRPr lang="nl-NL"/>
          </a:p>
        </p:txBody>
      </p:sp>
      <p:sp>
        <p:nvSpPr>
          <p:cNvPr id="12" name="Shape 4">
            <a:extLst>
              <a:ext uri="{FF2B5EF4-FFF2-40B4-BE49-F238E27FC236}">
                <a16:creationId xmlns:a16="http://schemas.microsoft.com/office/drawing/2014/main" id="{893AD971-6B11-135E-DE7D-1AB9F58CD1F8}"/>
              </a:ext>
            </a:extLst>
          </p:cNvPr>
          <p:cNvSpPr/>
          <p:nvPr/>
        </p:nvSpPr>
        <p:spPr>
          <a:xfrm>
            <a:off x="693807" y="3025992"/>
            <a:ext cx="1463040" cy="41148"/>
          </a:xfrm>
          <a:prstGeom prst="rect">
            <a:avLst/>
          </a:prstGeom>
          <a:solidFill>
            <a:srgbClr val="E76734"/>
          </a:solidFill>
          <a:ln/>
        </p:spPr>
        <p:txBody>
          <a:bodyPr/>
          <a:lstStyle/>
          <a:p>
            <a:endParaRPr lang="nl-NL"/>
          </a:p>
        </p:txBody>
      </p:sp>
      <p:sp>
        <p:nvSpPr>
          <p:cNvPr id="14" name="Text 8">
            <a:extLst>
              <a:ext uri="{FF2B5EF4-FFF2-40B4-BE49-F238E27FC236}">
                <a16:creationId xmlns:a16="http://schemas.microsoft.com/office/drawing/2014/main" id="{133ACFB3-69EF-3456-3297-A26997E46F06}"/>
              </a:ext>
            </a:extLst>
          </p:cNvPr>
          <p:cNvSpPr/>
          <p:nvPr/>
        </p:nvSpPr>
        <p:spPr>
          <a:xfrm>
            <a:off x="470712" y="5961458"/>
            <a:ext cx="2103120" cy="320040"/>
          </a:xfrm>
          <a:prstGeom prst="rect">
            <a:avLst/>
          </a:prstGeom>
          <a:noFill/>
          <a:ln/>
        </p:spPr>
        <p:txBody>
          <a:bodyPr wrap="square" lIns="91440" tIns="45720" rIns="91440" bIns="45720" rtlCol="0" anchor="ctr"/>
          <a:lstStyle/>
          <a:p>
            <a:pPr marL="0" indent="0" algn="l">
              <a:buNone/>
            </a:pPr>
            <a:r>
              <a:rPr lang="en-US" sz="950" b="1" dirty="0">
                <a:solidFill>
                  <a:srgbClr val="5C88AC"/>
                </a:solidFill>
                <a:latin typeface="Arial"/>
                <a:ea typeface="Arial" pitchFamily="34" charset="-122"/>
                <a:cs typeface="Arial"/>
              </a:rPr>
              <a:t>Introductie</a:t>
            </a:r>
            <a:endParaRPr lang="en-US" sz="950">
              <a:solidFill>
                <a:srgbClr val="5C88AC"/>
              </a:solidFill>
              <a:latin typeface="Arial"/>
              <a:ea typeface="Calibri"/>
              <a:cs typeface="Arial"/>
            </a:endParaRPr>
          </a:p>
        </p:txBody>
      </p:sp>
      <p:sp>
        <p:nvSpPr>
          <p:cNvPr id="16" name="Text 8">
            <a:extLst>
              <a:ext uri="{FF2B5EF4-FFF2-40B4-BE49-F238E27FC236}">
                <a16:creationId xmlns:a16="http://schemas.microsoft.com/office/drawing/2014/main" id="{8A03C8E5-A05D-4EBD-1B93-1C3B5E2CFF17}"/>
              </a:ext>
            </a:extLst>
          </p:cNvPr>
          <p:cNvSpPr/>
          <p:nvPr/>
        </p:nvSpPr>
        <p:spPr>
          <a:xfrm>
            <a:off x="2834805" y="5961457"/>
            <a:ext cx="2103120" cy="320040"/>
          </a:xfrm>
          <a:prstGeom prst="rect">
            <a:avLst/>
          </a:prstGeom>
          <a:noFill/>
          <a:ln/>
        </p:spPr>
        <p:txBody>
          <a:bodyPr wrap="square" lIns="91440" tIns="45720" rIns="91440" bIns="45720" rtlCol="0" anchor="ctr"/>
          <a:lstStyle/>
          <a:p>
            <a:r>
              <a:rPr lang="en-US" sz="950" b="1" dirty="0">
                <a:solidFill>
                  <a:srgbClr val="5C88AC"/>
                </a:solidFill>
                <a:latin typeface="Arial"/>
                <a:cs typeface="Arial"/>
              </a:rPr>
              <a:t>Context &amp; </a:t>
            </a:r>
            <a:r>
              <a:rPr lang="en-US" sz="950" b="1" dirty="0" err="1">
                <a:solidFill>
                  <a:srgbClr val="5C88AC"/>
                </a:solidFill>
                <a:latin typeface="Arial"/>
                <a:cs typeface="Arial"/>
              </a:rPr>
              <a:t>Doelen</a:t>
            </a:r>
            <a:endParaRPr lang="nl-NL" dirty="0" err="1"/>
          </a:p>
        </p:txBody>
      </p:sp>
      <p:sp>
        <p:nvSpPr>
          <p:cNvPr id="18" name="Text 8">
            <a:extLst>
              <a:ext uri="{FF2B5EF4-FFF2-40B4-BE49-F238E27FC236}">
                <a16:creationId xmlns:a16="http://schemas.microsoft.com/office/drawing/2014/main" id="{3EC6E0E0-6D0E-EC13-8BE6-0A39D4B6BD6B}"/>
              </a:ext>
            </a:extLst>
          </p:cNvPr>
          <p:cNvSpPr/>
          <p:nvPr/>
        </p:nvSpPr>
        <p:spPr>
          <a:xfrm>
            <a:off x="5524966" y="6032577"/>
            <a:ext cx="2103120" cy="320040"/>
          </a:xfrm>
          <a:prstGeom prst="rect">
            <a:avLst/>
          </a:prstGeom>
          <a:noFill/>
          <a:ln/>
        </p:spPr>
        <p:txBody>
          <a:bodyPr wrap="square" lIns="91440" tIns="45720" rIns="91440" bIns="45720" rtlCol="0" anchor="ctr"/>
          <a:lstStyle/>
          <a:p>
            <a:r>
              <a:rPr lang="en-US" sz="950" b="1" dirty="0">
                <a:solidFill>
                  <a:srgbClr val="5C88AC"/>
                </a:solidFill>
                <a:latin typeface="Arial"/>
                <a:cs typeface="Arial"/>
              </a:rPr>
              <a:t>Event Storming/</a:t>
            </a:r>
            <a:endParaRPr lang="nl-NL" dirty="0">
              <a:solidFill>
                <a:srgbClr val="000000"/>
              </a:solidFill>
              <a:latin typeface="Calibri" panose="020F0502020204030204"/>
              <a:ea typeface="Calibri" panose="020F0502020204030204"/>
              <a:cs typeface="Calibri" panose="020F0502020204030204"/>
            </a:endParaRPr>
          </a:p>
          <a:p>
            <a:r>
              <a:rPr lang="en-US" sz="950" b="1" dirty="0" err="1">
                <a:solidFill>
                  <a:srgbClr val="5C88AC"/>
                </a:solidFill>
                <a:latin typeface="Arial"/>
                <a:cs typeface="Arial"/>
              </a:rPr>
              <a:t>Functionele</a:t>
            </a:r>
            <a:r>
              <a:rPr lang="en-US" sz="950" b="1" dirty="0">
                <a:solidFill>
                  <a:srgbClr val="5C88AC"/>
                </a:solidFill>
                <a:latin typeface="Arial"/>
                <a:cs typeface="Arial"/>
              </a:rPr>
              <a:t> </a:t>
            </a:r>
            <a:r>
              <a:rPr lang="en-US" sz="950" b="1" dirty="0" err="1">
                <a:solidFill>
                  <a:srgbClr val="5C88AC"/>
                </a:solidFill>
                <a:latin typeface="Arial"/>
                <a:cs typeface="Arial"/>
              </a:rPr>
              <a:t>invulling</a:t>
            </a:r>
            <a:endParaRPr lang="nl-NL" dirty="0" err="1">
              <a:ea typeface="Calibri"/>
              <a:cs typeface="Calibri"/>
            </a:endParaRPr>
          </a:p>
        </p:txBody>
      </p:sp>
      <p:sp>
        <p:nvSpPr>
          <p:cNvPr id="20" name="Text 8">
            <a:extLst>
              <a:ext uri="{FF2B5EF4-FFF2-40B4-BE49-F238E27FC236}">
                <a16:creationId xmlns:a16="http://schemas.microsoft.com/office/drawing/2014/main" id="{10F7D66F-A29A-464D-1074-FE66363DFA95}"/>
              </a:ext>
            </a:extLst>
          </p:cNvPr>
          <p:cNvSpPr/>
          <p:nvPr/>
        </p:nvSpPr>
        <p:spPr>
          <a:xfrm>
            <a:off x="8288486" y="5961457"/>
            <a:ext cx="2103120" cy="320040"/>
          </a:xfrm>
          <a:prstGeom prst="rect">
            <a:avLst/>
          </a:prstGeom>
          <a:noFill/>
          <a:ln/>
        </p:spPr>
        <p:txBody>
          <a:bodyPr wrap="square" lIns="91440" tIns="45720" rIns="91440" bIns="45720" rtlCol="0" anchor="ctr"/>
          <a:lstStyle/>
          <a:p>
            <a:r>
              <a:rPr lang="en-US" sz="950" b="1" dirty="0" err="1">
                <a:solidFill>
                  <a:srgbClr val="5C88AC"/>
                </a:solidFill>
                <a:latin typeface="Arial"/>
                <a:cs typeface="Arial"/>
              </a:rPr>
              <a:t>Werkwijze</a:t>
            </a:r>
            <a:endParaRPr lang="nl-NL" dirty="0" err="1"/>
          </a:p>
        </p:txBody>
      </p:sp>
      <p:sp>
        <p:nvSpPr>
          <p:cNvPr id="22" name="Text 8">
            <a:extLst>
              <a:ext uri="{FF2B5EF4-FFF2-40B4-BE49-F238E27FC236}">
                <a16:creationId xmlns:a16="http://schemas.microsoft.com/office/drawing/2014/main" id="{385ACD95-1A5D-E7B2-9A3B-0108E8D08E80}"/>
              </a:ext>
            </a:extLst>
          </p:cNvPr>
          <p:cNvSpPr/>
          <p:nvPr/>
        </p:nvSpPr>
        <p:spPr>
          <a:xfrm>
            <a:off x="10747206" y="5961457"/>
            <a:ext cx="2103120" cy="320040"/>
          </a:xfrm>
          <a:prstGeom prst="rect">
            <a:avLst/>
          </a:prstGeom>
          <a:noFill/>
          <a:ln/>
        </p:spPr>
        <p:txBody>
          <a:bodyPr wrap="square" lIns="91440" tIns="45720" rIns="91440" bIns="45720" rtlCol="0" anchor="ctr"/>
          <a:lstStyle/>
          <a:p>
            <a:r>
              <a:rPr lang="en-US" sz="950" b="1" dirty="0" err="1">
                <a:solidFill>
                  <a:srgbClr val="5C88AC"/>
                </a:solidFill>
                <a:latin typeface="Arial"/>
                <a:cs typeface="Arial"/>
              </a:rPr>
              <a:t>Vervolgstappen</a:t>
            </a:r>
            <a:endParaRPr lang="nl-NL" dirty="0" err="1"/>
          </a:p>
        </p:txBody>
      </p:sp>
    </p:spTree>
    <p:extLst>
      <p:ext uri="{BB962C8B-B14F-4D97-AF65-F5344CB8AC3E}">
        <p14:creationId xmlns:p14="http://schemas.microsoft.com/office/powerpoint/2010/main" val="793885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BUSINESSCONTEXT &amp; DOELEN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Context</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Businesscontext &amp; doelen</a:t>
            </a:r>
            <a:endParaRPr lang="en-US" sz="950" dirty="0"/>
          </a:p>
        </p:txBody>
      </p:sp>
      <p:sp>
        <p:nvSpPr>
          <p:cNvPr id="7" name="Text 5"/>
          <p:cNvSpPr/>
          <p:nvPr/>
        </p:nvSpPr>
        <p:spPr>
          <a:xfrm>
            <a:off x="502920" y="1645920"/>
            <a:ext cx="5029200" cy="3200400"/>
          </a:xfrm>
          <a:prstGeom prst="rect">
            <a:avLst/>
          </a:prstGeom>
          <a:noFill/>
          <a:ln/>
        </p:spPr>
        <p:txBody>
          <a:bodyPr wrap="square" rtlCol="0" anchor="t"/>
          <a:lstStyle/>
          <a:p>
            <a:pPr marL="0" indent="0">
              <a:lnSpc>
                <a:spcPts val="2000"/>
              </a:lnSpc>
              <a:buNone/>
            </a:pPr>
            <a:r>
              <a:rPr lang="en-US" sz="1400" dirty="0">
                <a:solidFill>
                  <a:srgbClr val="2B3033"/>
                </a:solidFill>
                <a:latin typeface="Arial" pitchFamily="34" charset="0"/>
                <a:ea typeface="Arial" pitchFamily="34" charset="-122"/>
                <a:cs typeface="Arial" pitchFamily="34" charset="-120"/>
              </a:rPr>
              <a:t>We beginnen met het vaststellen van de context van de implementatie. Het vaststellen van de context zorgt voor wederzijds begrip over het onderwerp, de omgeving en de aanleiding van de implementatie.</a:t>
            </a:r>
            <a:endParaRPr lang="en-US" sz="1400" dirty="0"/>
          </a:p>
        </p:txBody>
      </p:sp>
      <p:sp>
        <p:nvSpPr>
          <p:cNvPr id="8" name="Shape 6"/>
          <p:cNvSpPr/>
          <p:nvPr/>
        </p:nvSpPr>
        <p:spPr>
          <a:xfrm>
            <a:off x="7132320" y="1874520"/>
            <a:ext cx="1783080" cy="1828800"/>
          </a:xfrm>
          <a:prstGeom prst="line">
            <a:avLst/>
          </a:prstGeom>
          <a:noFill/>
          <a:ln w="19050">
            <a:solidFill>
              <a:srgbClr val="89CDF2"/>
            </a:solidFill>
            <a:prstDash val="solid"/>
          </a:ln>
        </p:spPr>
        <p:txBody>
          <a:bodyPr/>
          <a:lstStyle/>
          <a:p>
            <a:endParaRPr lang="nl-NL"/>
          </a:p>
        </p:txBody>
      </p:sp>
      <p:sp>
        <p:nvSpPr>
          <p:cNvPr id="9" name="Shape 7"/>
          <p:cNvSpPr/>
          <p:nvPr/>
        </p:nvSpPr>
        <p:spPr>
          <a:xfrm>
            <a:off x="8915400" y="1737360"/>
            <a:ext cx="0" cy="1965960"/>
          </a:xfrm>
          <a:prstGeom prst="line">
            <a:avLst/>
          </a:prstGeom>
          <a:noFill/>
          <a:ln w="19050">
            <a:solidFill>
              <a:srgbClr val="89CDF2"/>
            </a:solidFill>
            <a:prstDash val="solid"/>
          </a:ln>
        </p:spPr>
        <p:txBody>
          <a:bodyPr/>
          <a:lstStyle/>
          <a:p>
            <a:endParaRPr lang="nl-NL"/>
          </a:p>
        </p:txBody>
      </p:sp>
      <p:sp>
        <p:nvSpPr>
          <p:cNvPr id="10" name="Shape 8"/>
          <p:cNvSpPr/>
          <p:nvPr/>
        </p:nvSpPr>
        <p:spPr>
          <a:xfrm flipH="1">
            <a:off x="8915400" y="1874520"/>
            <a:ext cx="1783080" cy="1828800"/>
          </a:xfrm>
          <a:prstGeom prst="line">
            <a:avLst/>
          </a:prstGeom>
          <a:noFill/>
          <a:ln w="19050">
            <a:solidFill>
              <a:srgbClr val="89CDF2"/>
            </a:solidFill>
            <a:prstDash val="solid"/>
          </a:ln>
        </p:spPr>
        <p:txBody>
          <a:bodyPr/>
          <a:lstStyle/>
          <a:p>
            <a:endParaRPr lang="nl-NL"/>
          </a:p>
        </p:txBody>
      </p:sp>
      <p:sp>
        <p:nvSpPr>
          <p:cNvPr id="11" name="Shape 9"/>
          <p:cNvSpPr/>
          <p:nvPr/>
        </p:nvSpPr>
        <p:spPr>
          <a:xfrm flipH="1">
            <a:off x="7132320" y="3703320"/>
            <a:ext cx="1783080" cy="1828800"/>
          </a:xfrm>
          <a:prstGeom prst="line">
            <a:avLst/>
          </a:prstGeom>
          <a:noFill/>
          <a:ln w="19050">
            <a:solidFill>
              <a:srgbClr val="89CDF2"/>
            </a:solidFill>
            <a:prstDash val="solid"/>
          </a:ln>
        </p:spPr>
        <p:txBody>
          <a:bodyPr/>
          <a:lstStyle/>
          <a:p>
            <a:endParaRPr lang="nl-NL"/>
          </a:p>
        </p:txBody>
      </p:sp>
      <p:sp>
        <p:nvSpPr>
          <p:cNvPr id="12" name="Shape 10"/>
          <p:cNvSpPr/>
          <p:nvPr/>
        </p:nvSpPr>
        <p:spPr>
          <a:xfrm>
            <a:off x="8915400" y="3703320"/>
            <a:ext cx="0" cy="1965960"/>
          </a:xfrm>
          <a:prstGeom prst="line">
            <a:avLst/>
          </a:prstGeom>
          <a:noFill/>
          <a:ln w="19050">
            <a:solidFill>
              <a:srgbClr val="89CDF2"/>
            </a:solidFill>
            <a:prstDash val="solid"/>
          </a:ln>
        </p:spPr>
        <p:txBody>
          <a:bodyPr/>
          <a:lstStyle/>
          <a:p>
            <a:endParaRPr lang="nl-NL"/>
          </a:p>
        </p:txBody>
      </p:sp>
      <p:sp>
        <p:nvSpPr>
          <p:cNvPr id="13" name="Shape 11"/>
          <p:cNvSpPr/>
          <p:nvPr/>
        </p:nvSpPr>
        <p:spPr>
          <a:xfrm>
            <a:off x="8915400" y="3703320"/>
            <a:ext cx="1783080" cy="1828800"/>
          </a:xfrm>
          <a:prstGeom prst="line">
            <a:avLst/>
          </a:prstGeom>
          <a:noFill/>
          <a:ln w="19050">
            <a:solidFill>
              <a:srgbClr val="89CDF2"/>
            </a:solidFill>
            <a:prstDash val="solid"/>
          </a:ln>
        </p:spPr>
        <p:txBody>
          <a:bodyPr/>
          <a:lstStyle/>
          <a:p>
            <a:endParaRPr lang="nl-NL"/>
          </a:p>
        </p:txBody>
      </p:sp>
      <p:sp>
        <p:nvSpPr>
          <p:cNvPr id="14" name="Shape 12"/>
          <p:cNvSpPr/>
          <p:nvPr/>
        </p:nvSpPr>
        <p:spPr>
          <a:xfrm>
            <a:off x="8412480" y="3200400"/>
            <a:ext cx="1005840" cy="1005840"/>
          </a:xfrm>
          <a:prstGeom prst="ellipse">
            <a:avLst/>
          </a:prstGeom>
          <a:solidFill>
            <a:srgbClr val="003362"/>
          </a:solidFill>
          <a:ln/>
          <a:effectLst>
            <a:outerShdw blurRad="76200" dist="25400" dir="5400000" algn="bl" rotWithShape="0">
              <a:srgbClr val="000000">
                <a:alpha val="18000"/>
              </a:srgbClr>
            </a:outerShdw>
          </a:effectLst>
        </p:spPr>
        <p:txBody>
          <a:bodyPr/>
          <a:lstStyle/>
          <a:p>
            <a:endParaRPr lang="nl-NL"/>
          </a:p>
        </p:txBody>
      </p:sp>
      <p:sp>
        <p:nvSpPr>
          <p:cNvPr id="15" name="Shape 13"/>
          <p:cNvSpPr/>
          <p:nvPr/>
        </p:nvSpPr>
        <p:spPr>
          <a:xfrm>
            <a:off x="8769096" y="3557016"/>
            <a:ext cx="292608" cy="292608"/>
          </a:xfrm>
          <a:prstGeom prst="diamond">
            <a:avLst/>
          </a:prstGeom>
          <a:ln w="25400">
            <a:solidFill>
              <a:srgbClr val="FFFFFF"/>
            </a:solidFill>
            <a:prstDash val="solid"/>
          </a:ln>
        </p:spPr>
        <p:txBody>
          <a:bodyPr/>
          <a:lstStyle/>
          <a:p>
            <a:endParaRPr lang="nl-NL"/>
          </a:p>
        </p:txBody>
      </p:sp>
      <p:sp>
        <p:nvSpPr>
          <p:cNvPr id="16" name="Shape 14"/>
          <p:cNvSpPr/>
          <p:nvPr/>
        </p:nvSpPr>
        <p:spPr>
          <a:xfrm>
            <a:off x="6748272" y="1490472"/>
            <a:ext cx="768096" cy="768096"/>
          </a:xfrm>
          <a:prstGeom prst="ellipse">
            <a:avLst/>
          </a:prstGeom>
          <a:solidFill>
            <a:srgbClr val="F5F8FA"/>
          </a:solidFill>
          <a:ln w="19050">
            <a:solidFill>
              <a:srgbClr val="003362"/>
            </a:solidFill>
            <a:prstDash val="solid"/>
          </a:ln>
        </p:spPr>
        <p:txBody>
          <a:bodyPr/>
          <a:lstStyle/>
          <a:p>
            <a:endParaRPr lang="nl-NL"/>
          </a:p>
        </p:txBody>
      </p:sp>
      <p:sp>
        <p:nvSpPr>
          <p:cNvPr id="17" name="Shape 15"/>
          <p:cNvSpPr/>
          <p:nvPr/>
        </p:nvSpPr>
        <p:spPr>
          <a:xfrm>
            <a:off x="7040880" y="1700784"/>
            <a:ext cx="182880" cy="182880"/>
          </a:xfrm>
          <a:prstGeom prst="ellipse">
            <a:avLst/>
          </a:prstGeom>
          <a:solidFill>
            <a:srgbClr val="003362"/>
          </a:solidFill>
          <a:ln/>
        </p:spPr>
        <p:txBody>
          <a:bodyPr/>
          <a:lstStyle/>
          <a:p>
            <a:endParaRPr lang="nl-NL"/>
          </a:p>
        </p:txBody>
      </p:sp>
      <p:sp>
        <p:nvSpPr>
          <p:cNvPr id="18" name="Shape 16"/>
          <p:cNvSpPr/>
          <p:nvPr/>
        </p:nvSpPr>
        <p:spPr>
          <a:xfrm>
            <a:off x="6986016" y="1892808"/>
            <a:ext cx="292608" cy="182880"/>
          </a:xfrm>
          <a:prstGeom prst="roundRect">
            <a:avLst>
              <a:gd name="adj" fmla="val 50000"/>
            </a:avLst>
          </a:prstGeom>
          <a:solidFill>
            <a:srgbClr val="003362"/>
          </a:solidFill>
          <a:ln/>
        </p:spPr>
        <p:txBody>
          <a:bodyPr/>
          <a:lstStyle/>
          <a:p>
            <a:endParaRPr lang="nl-NL"/>
          </a:p>
        </p:txBody>
      </p:sp>
      <p:sp>
        <p:nvSpPr>
          <p:cNvPr id="19" name="Text 17"/>
          <p:cNvSpPr/>
          <p:nvPr/>
        </p:nvSpPr>
        <p:spPr>
          <a:xfrm>
            <a:off x="6400800" y="1143000"/>
            <a:ext cx="1463040" cy="274320"/>
          </a:xfrm>
          <a:prstGeom prst="rect">
            <a:avLst/>
          </a:prstGeom>
          <a:noFill/>
          <a:ln/>
        </p:spPr>
        <p:txBody>
          <a:bodyPr wrap="square" rtlCol="0" anchor="ctr"/>
          <a:lstStyle/>
          <a:p>
            <a:pPr marL="0" indent="0" algn="ctr">
              <a:buNone/>
            </a:pPr>
            <a:r>
              <a:rPr lang="en-US" sz="1200" b="1" dirty="0">
                <a:solidFill>
                  <a:srgbClr val="003362"/>
                </a:solidFill>
                <a:latin typeface="Arial" pitchFamily="34" charset="0"/>
                <a:ea typeface="Arial" pitchFamily="34" charset="-122"/>
                <a:cs typeface="Arial" pitchFamily="34" charset="-120"/>
              </a:rPr>
              <a:t>Wie</a:t>
            </a:r>
            <a:endParaRPr lang="en-US" sz="1200" dirty="0"/>
          </a:p>
        </p:txBody>
      </p:sp>
      <p:sp>
        <p:nvSpPr>
          <p:cNvPr id="20" name="Shape 18"/>
          <p:cNvSpPr/>
          <p:nvPr/>
        </p:nvSpPr>
        <p:spPr>
          <a:xfrm>
            <a:off x="8531352" y="1353312"/>
            <a:ext cx="768096" cy="768096"/>
          </a:xfrm>
          <a:prstGeom prst="ellipse">
            <a:avLst/>
          </a:prstGeom>
          <a:solidFill>
            <a:srgbClr val="F5F8FA"/>
          </a:solidFill>
          <a:ln w="19050">
            <a:solidFill>
              <a:srgbClr val="003362"/>
            </a:solidFill>
            <a:prstDash val="solid"/>
          </a:ln>
        </p:spPr>
        <p:txBody>
          <a:bodyPr/>
          <a:lstStyle/>
          <a:p>
            <a:endParaRPr lang="nl-NL"/>
          </a:p>
        </p:txBody>
      </p:sp>
      <p:sp>
        <p:nvSpPr>
          <p:cNvPr id="21" name="Shape 19"/>
          <p:cNvSpPr/>
          <p:nvPr/>
        </p:nvSpPr>
        <p:spPr>
          <a:xfrm>
            <a:off x="8732520" y="1591056"/>
            <a:ext cx="365760" cy="237744"/>
          </a:xfrm>
          <a:prstGeom prst="roundRect">
            <a:avLst>
              <a:gd name="adj" fmla="val 19231"/>
            </a:avLst>
          </a:prstGeom>
          <a:ln w="19050">
            <a:solidFill>
              <a:srgbClr val="003362"/>
            </a:solidFill>
            <a:prstDash val="solid"/>
          </a:ln>
        </p:spPr>
        <p:txBody>
          <a:bodyPr/>
          <a:lstStyle/>
          <a:p>
            <a:endParaRPr lang="nl-NL"/>
          </a:p>
        </p:txBody>
      </p:sp>
      <p:sp>
        <p:nvSpPr>
          <p:cNvPr id="22" name="Text 20"/>
          <p:cNvSpPr/>
          <p:nvPr/>
        </p:nvSpPr>
        <p:spPr>
          <a:xfrm>
            <a:off x="8732520" y="1563624"/>
            <a:ext cx="365760" cy="256032"/>
          </a:xfrm>
          <a:prstGeom prst="rect">
            <a:avLst/>
          </a:prstGeom>
          <a:noFill/>
          <a:ln/>
        </p:spPr>
        <p:txBody>
          <a:bodyPr wrap="square" rtlCol="0" anchor="ctr"/>
          <a:lstStyle/>
          <a:p>
            <a:pPr marL="0" indent="0" algn="ctr">
              <a:buNone/>
            </a:pPr>
            <a:r>
              <a:rPr lang="en-US" sz="1100" b="1" dirty="0">
                <a:solidFill>
                  <a:srgbClr val="003362"/>
                </a:solidFill>
                <a:latin typeface="Arial" pitchFamily="34" charset="0"/>
                <a:ea typeface="Arial" pitchFamily="34" charset="-122"/>
                <a:cs typeface="Arial" pitchFamily="34" charset="-120"/>
              </a:rPr>
              <a:t>?</a:t>
            </a:r>
            <a:endParaRPr lang="en-US" sz="1100" dirty="0"/>
          </a:p>
        </p:txBody>
      </p:sp>
      <p:sp>
        <p:nvSpPr>
          <p:cNvPr id="23" name="Text 21"/>
          <p:cNvSpPr/>
          <p:nvPr/>
        </p:nvSpPr>
        <p:spPr>
          <a:xfrm>
            <a:off x="8183880" y="1005840"/>
            <a:ext cx="1463040" cy="274320"/>
          </a:xfrm>
          <a:prstGeom prst="rect">
            <a:avLst/>
          </a:prstGeom>
          <a:noFill/>
          <a:ln/>
        </p:spPr>
        <p:txBody>
          <a:bodyPr wrap="square" rtlCol="0" anchor="ctr"/>
          <a:lstStyle/>
          <a:p>
            <a:pPr marL="0" indent="0" algn="ctr">
              <a:buNone/>
            </a:pPr>
            <a:r>
              <a:rPr lang="en-US" sz="1200" b="1" dirty="0">
                <a:solidFill>
                  <a:srgbClr val="003362"/>
                </a:solidFill>
                <a:latin typeface="Arial" pitchFamily="34" charset="0"/>
                <a:ea typeface="Arial" pitchFamily="34" charset="-122"/>
                <a:cs typeface="Arial" pitchFamily="34" charset="-120"/>
              </a:rPr>
              <a:t>Waarom</a:t>
            </a:r>
            <a:endParaRPr lang="en-US" sz="1200" dirty="0"/>
          </a:p>
        </p:txBody>
      </p:sp>
      <p:sp>
        <p:nvSpPr>
          <p:cNvPr id="24" name="Shape 22"/>
          <p:cNvSpPr/>
          <p:nvPr/>
        </p:nvSpPr>
        <p:spPr>
          <a:xfrm>
            <a:off x="10314432" y="1490472"/>
            <a:ext cx="768096" cy="768096"/>
          </a:xfrm>
          <a:prstGeom prst="ellipse">
            <a:avLst/>
          </a:prstGeom>
          <a:solidFill>
            <a:srgbClr val="F5F8FA"/>
          </a:solidFill>
          <a:ln w="19050">
            <a:solidFill>
              <a:srgbClr val="003362"/>
            </a:solidFill>
            <a:prstDash val="solid"/>
          </a:ln>
        </p:spPr>
        <p:txBody>
          <a:bodyPr/>
          <a:lstStyle/>
          <a:p>
            <a:endParaRPr lang="nl-NL"/>
          </a:p>
        </p:txBody>
      </p:sp>
      <p:sp>
        <p:nvSpPr>
          <p:cNvPr id="25" name="Shape 23"/>
          <p:cNvSpPr/>
          <p:nvPr/>
        </p:nvSpPr>
        <p:spPr>
          <a:xfrm>
            <a:off x="10533888" y="1828800"/>
            <a:ext cx="128016" cy="128016"/>
          </a:xfrm>
          <a:prstGeom prst="rect">
            <a:avLst/>
          </a:prstGeom>
          <a:ln w="19050">
            <a:solidFill>
              <a:srgbClr val="003362"/>
            </a:solidFill>
            <a:prstDash val="solid"/>
          </a:ln>
        </p:spPr>
        <p:txBody>
          <a:bodyPr/>
          <a:lstStyle/>
          <a:p>
            <a:endParaRPr lang="nl-NL"/>
          </a:p>
        </p:txBody>
      </p:sp>
      <p:sp>
        <p:nvSpPr>
          <p:cNvPr id="26" name="Shape 24"/>
          <p:cNvSpPr/>
          <p:nvPr/>
        </p:nvSpPr>
        <p:spPr>
          <a:xfrm>
            <a:off x="10725912" y="1728216"/>
            <a:ext cx="146304" cy="146304"/>
          </a:xfrm>
          <a:prstGeom prst="diamond">
            <a:avLst/>
          </a:prstGeom>
          <a:ln w="19050">
            <a:solidFill>
              <a:srgbClr val="003362"/>
            </a:solidFill>
            <a:prstDash val="solid"/>
          </a:ln>
        </p:spPr>
        <p:txBody>
          <a:bodyPr/>
          <a:lstStyle/>
          <a:p>
            <a:endParaRPr lang="nl-NL"/>
          </a:p>
        </p:txBody>
      </p:sp>
      <p:sp>
        <p:nvSpPr>
          <p:cNvPr id="27" name="Shape 25"/>
          <p:cNvSpPr/>
          <p:nvPr/>
        </p:nvSpPr>
        <p:spPr>
          <a:xfrm flipH="1">
            <a:off x="10661904" y="1819656"/>
            <a:ext cx="91440" cy="73152"/>
          </a:xfrm>
          <a:prstGeom prst="line">
            <a:avLst/>
          </a:prstGeom>
          <a:noFill/>
          <a:ln w="15875">
            <a:solidFill>
              <a:srgbClr val="003362"/>
            </a:solidFill>
            <a:prstDash val="solid"/>
          </a:ln>
        </p:spPr>
        <p:txBody>
          <a:bodyPr/>
          <a:lstStyle/>
          <a:p>
            <a:endParaRPr lang="nl-NL"/>
          </a:p>
        </p:txBody>
      </p:sp>
      <p:sp>
        <p:nvSpPr>
          <p:cNvPr id="28" name="Text 26"/>
          <p:cNvSpPr/>
          <p:nvPr/>
        </p:nvSpPr>
        <p:spPr>
          <a:xfrm>
            <a:off x="9966960" y="1143000"/>
            <a:ext cx="1463040" cy="274320"/>
          </a:xfrm>
          <a:prstGeom prst="rect">
            <a:avLst/>
          </a:prstGeom>
          <a:noFill/>
          <a:ln/>
        </p:spPr>
        <p:txBody>
          <a:bodyPr wrap="square" rtlCol="0" anchor="ctr"/>
          <a:lstStyle/>
          <a:p>
            <a:pPr marL="0" indent="0" algn="ctr">
              <a:buNone/>
            </a:pPr>
            <a:r>
              <a:rPr lang="en-US" sz="1200" b="1" dirty="0">
                <a:solidFill>
                  <a:srgbClr val="003362"/>
                </a:solidFill>
                <a:latin typeface="Arial" pitchFamily="34" charset="0"/>
                <a:ea typeface="Arial" pitchFamily="34" charset="-122"/>
                <a:cs typeface="Arial" pitchFamily="34" charset="-120"/>
              </a:rPr>
              <a:t>Wat</a:t>
            </a:r>
            <a:endParaRPr lang="en-US" sz="1200" dirty="0"/>
          </a:p>
        </p:txBody>
      </p:sp>
      <p:sp>
        <p:nvSpPr>
          <p:cNvPr id="29" name="Shape 27"/>
          <p:cNvSpPr/>
          <p:nvPr/>
        </p:nvSpPr>
        <p:spPr>
          <a:xfrm>
            <a:off x="6748272" y="5148072"/>
            <a:ext cx="768096" cy="768096"/>
          </a:xfrm>
          <a:prstGeom prst="ellipse">
            <a:avLst/>
          </a:prstGeom>
          <a:solidFill>
            <a:srgbClr val="F5F8FA"/>
          </a:solidFill>
          <a:ln w="19050">
            <a:solidFill>
              <a:srgbClr val="003362"/>
            </a:solidFill>
            <a:prstDash val="solid"/>
          </a:ln>
        </p:spPr>
        <p:txBody>
          <a:bodyPr/>
          <a:lstStyle/>
          <a:p>
            <a:endParaRPr lang="nl-NL"/>
          </a:p>
        </p:txBody>
      </p:sp>
      <p:sp>
        <p:nvSpPr>
          <p:cNvPr id="30" name="Shape 28"/>
          <p:cNvSpPr/>
          <p:nvPr/>
        </p:nvSpPr>
        <p:spPr>
          <a:xfrm>
            <a:off x="6958584" y="5358384"/>
            <a:ext cx="347472" cy="347472"/>
          </a:xfrm>
          <a:prstGeom prst="ellipse">
            <a:avLst/>
          </a:prstGeom>
          <a:ln w="19050">
            <a:solidFill>
              <a:srgbClr val="003362"/>
            </a:solidFill>
            <a:prstDash val="solid"/>
          </a:ln>
        </p:spPr>
        <p:txBody>
          <a:bodyPr/>
          <a:lstStyle/>
          <a:p>
            <a:endParaRPr lang="nl-NL"/>
          </a:p>
        </p:txBody>
      </p:sp>
      <p:sp>
        <p:nvSpPr>
          <p:cNvPr id="31" name="Shape 29"/>
          <p:cNvSpPr/>
          <p:nvPr/>
        </p:nvSpPr>
        <p:spPr>
          <a:xfrm>
            <a:off x="7132320" y="5413248"/>
            <a:ext cx="0" cy="118872"/>
          </a:xfrm>
          <a:prstGeom prst="line">
            <a:avLst/>
          </a:prstGeom>
          <a:noFill/>
          <a:ln w="19050">
            <a:solidFill>
              <a:srgbClr val="003362"/>
            </a:solidFill>
            <a:prstDash val="solid"/>
          </a:ln>
        </p:spPr>
        <p:txBody>
          <a:bodyPr/>
          <a:lstStyle/>
          <a:p>
            <a:endParaRPr lang="nl-NL"/>
          </a:p>
        </p:txBody>
      </p:sp>
      <p:sp>
        <p:nvSpPr>
          <p:cNvPr id="32" name="Shape 30"/>
          <p:cNvSpPr/>
          <p:nvPr/>
        </p:nvSpPr>
        <p:spPr>
          <a:xfrm>
            <a:off x="7132320" y="5532120"/>
            <a:ext cx="100584" cy="0"/>
          </a:xfrm>
          <a:prstGeom prst="line">
            <a:avLst/>
          </a:prstGeom>
          <a:noFill/>
          <a:ln w="19050">
            <a:solidFill>
              <a:srgbClr val="003362"/>
            </a:solidFill>
            <a:prstDash val="solid"/>
          </a:ln>
        </p:spPr>
        <p:txBody>
          <a:bodyPr/>
          <a:lstStyle/>
          <a:p>
            <a:endParaRPr lang="nl-NL"/>
          </a:p>
        </p:txBody>
      </p:sp>
      <p:sp>
        <p:nvSpPr>
          <p:cNvPr id="33" name="Text 31"/>
          <p:cNvSpPr/>
          <p:nvPr/>
        </p:nvSpPr>
        <p:spPr>
          <a:xfrm>
            <a:off x="6400800" y="5989320"/>
            <a:ext cx="1463040" cy="274320"/>
          </a:xfrm>
          <a:prstGeom prst="rect">
            <a:avLst/>
          </a:prstGeom>
          <a:noFill/>
          <a:ln/>
        </p:spPr>
        <p:txBody>
          <a:bodyPr wrap="square" rtlCol="0" anchor="ctr"/>
          <a:lstStyle/>
          <a:p>
            <a:pPr marL="0" indent="0" algn="ctr">
              <a:buNone/>
            </a:pPr>
            <a:r>
              <a:rPr lang="en-US" sz="1200" b="1" dirty="0">
                <a:solidFill>
                  <a:srgbClr val="003362"/>
                </a:solidFill>
                <a:latin typeface="Arial" pitchFamily="34" charset="0"/>
                <a:ea typeface="Arial" pitchFamily="34" charset="-122"/>
                <a:cs typeface="Arial" pitchFamily="34" charset="-120"/>
              </a:rPr>
              <a:t>Wanneer</a:t>
            </a:r>
            <a:endParaRPr lang="en-US" sz="1200" dirty="0"/>
          </a:p>
        </p:txBody>
      </p:sp>
      <p:sp>
        <p:nvSpPr>
          <p:cNvPr id="34" name="Shape 32"/>
          <p:cNvSpPr/>
          <p:nvPr/>
        </p:nvSpPr>
        <p:spPr>
          <a:xfrm>
            <a:off x="8531352" y="5285232"/>
            <a:ext cx="768096" cy="768096"/>
          </a:xfrm>
          <a:prstGeom prst="ellipse">
            <a:avLst/>
          </a:prstGeom>
          <a:solidFill>
            <a:srgbClr val="F5F8FA"/>
          </a:solidFill>
          <a:ln w="19050">
            <a:solidFill>
              <a:srgbClr val="003362"/>
            </a:solidFill>
            <a:prstDash val="solid"/>
          </a:ln>
        </p:spPr>
        <p:txBody>
          <a:bodyPr/>
          <a:lstStyle/>
          <a:p>
            <a:endParaRPr lang="nl-NL"/>
          </a:p>
        </p:txBody>
      </p:sp>
      <p:sp>
        <p:nvSpPr>
          <p:cNvPr id="35" name="Shape 33"/>
          <p:cNvSpPr/>
          <p:nvPr/>
        </p:nvSpPr>
        <p:spPr>
          <a:xfrm>
            <a:off x="8750808" y="5687568"/>
            <a:ext cx="82296" cy="91440"/>
          </a:xfrm>
          <a:prstGeom prst="rect">
            <a:avLst/>
          </a:prstGeom>
          <a:solidFill>
            <a:srgbClr val="003362"/>
          </a:solidFill>
          <a:ln/>
        </p:spPr>
        <p:txBody>
          <a:bodyPr/>
          <a:lstStyle/>
          <a:p>
            <a:endParaRPr lang="nl-NL"/>
          </a:p>
        </p:txBody>
      </p:sp>
      <p:sp>
        <p:nvSpPr>
          <p:cNvPr id="36" name="Shape 34"/>
          <p:cNvSpPr/>
          <p:nvPr/>
        </p:nvSpPr>
        <p:spPr>
          <a:xfrm>
            <a:off x="8878824" y="5623560"/>
            <a:ext cx="82296" cy="155448"/>
          </a:xfrm>
          <a:prstGeom prst="rect">
            <a:avLst/>
          </a:prstGeom>
          <a:solidFill>
            <a:srgbClr val="003362"/>
          </a:solidFill>
          <a:ln/>
        </p:spPr>
        <p:txBody>
          <a:bodyPr/>
          <a:lstStyle/>
          <a:p>
            <a:endParaRPr lang="nl-NL"/>
          </a:p>
        </p:txBody>
      </p:sp>
      <p:sp>
        <p:nvSpPr>
          <p:cNvPr id="37" name="Shape 35"/>
          <p:cNvSpPr/>
          <p:nvPr/>
        </p:nvSpPr>
        <p:spPr>
          <a:xfrm>
            <a:off x="9006840" y="5559552"/>
            <a:ext cx="82296" cy="219456"/>
          </a:xfrm>
          <a:prstGeom prst="rect">
            <a:avLst/>
          </a:prstGeom>
          <a:solidFill>
            <a:srgbClr val="003362"/>
          </a:solidFill>
          <a:ln/>
        </p:spPr>
        <p:txBody>
          <a:bodyPr/>
          <a:lstStyle/>
          <a:p>
            <a:endParaRPr lang="nl-NL"/>
          </a:p>
        </p:txBody>
      </p:sp>
      <p:sp>
        <p:nvSpPr>
          <p:cNvPr id="38" name="Text 36"/>
          <p:cNvSpPr/>
          <p:nvPr/>
        </p:nvSpPr>
        <p:spPr>
          <a:xfrm>
            <a:off x="8183880" y="6126480"/>
            <a:ext cx="1463040" cy="274320"/>
          </a:xfrm>
          <a:prstGeom prst="rect">
            <a:avLst/>
          </a:prstGeom>
          <a:noFill/>
          <a:ln/>
        </p:spPr>
        <p:txBody>
          <a:bodyPr wrap="square" rtlCol="0" anchor="ctr"/>
          <a:lstStyle/>
          <a:p>
            <a:pPr marL="0" indent="0" algn="ctr">
              <a:buNone/>
            </a:pPr>
            <a:r>
              <a:rPr lang="en-US" sz="1200" b="1" dirty="0">
                <a:solidFill>
                  <a:srgbClr val="003362"/>
                </a:solidFill>
                <a:latin typeface="Arial" pitchFamily="34" charset="0"/>
                <a:ea typeface="Arial" pitchFamily="34" charset="-122"/>
                <a:cs typeface="Arial" pitchFamily="34" charset="-120"/>
              </a:rPr>
              <a:t>Hoeveel</a:t>
            </a:r>
            <a:endParaRPr lang="en-US" sz="1200" dirty="0"/>
          </a:p>
        </p:txBody>
      </p:sp>
      <p:sp>
        <p:nvSpPr>
          <p:cNvPr id="39" name="Shape 37"/>
          <p:cNvSpPr/>
          <p:nvPr/>
        </p:nvSpPr>
        <p:spPr>
          <a:xfrm>
            <a:off x="10314432" y="5148072"/>
            <a:ext cx="768096" cy="768096"/>
          </a:xfrm>
          <a:prstGeom prst="ellipse">
            <a:avLst/>
          </a:prstGeom>
          <a:solidFill>
            <a:srgbClr val="F5F8FA"/>
          </a:solidFill>
          <a:ln w="19050">
            <a:solidFill>
              <a:srgbClr val="003362"/>
            </a:solidFill>
            <a:prstDash val="solid"/>
          </a:ln>
        </p:spPr>
        <p:txBody>
          <a:bodyPr/>
          <a:lstStyle/>
          <a:p>
            <a:endParaRPr lang="nl-NL"/>
          </a:p>
        </p:txBody>
      </p:sp>
      <p:sp>
        <p:nvSpPr>
          <p:cNvPr id="40" name="Shape 38"/>
          <p:cNvSpPr/>
          <p:nvPr/>
        </p:nvSpPr>
        <p:spPr>
          <a:xfrm>
            <a:off x="10561320" y="5349240"/>
            <a:ext cx="274320" cy="274320"/>
          </a:xfrm>
          <a:prstGeom prst="ellipse">
            <a:avLst/>
          </a:prstGeom>
          <a:ln w="19050">
            <a:solidFill>
              <a:srgbClr val="003362"/>
            </a:solidFill>
            <a:prstDash val="solid"/>
          </a:ln>
        </p:spPr>
        <p:txBody>
          <a:bodyPr/>
          <a:lstStyle/>
          <a:p>
            <a:endParaRPr lang="nl-NL"/>
          </a:p>
        </p:txBody>
      </p:sp>
      <p:sp>
        <p:nvSpPr>
          <p:cNvPr id="41" name="Shape 39"/>
          <p:cNvSpPr/>
          <p:nvPr/>
        </p:nvSpPr>
        <p:spPr>
          <a:xfrm>
            <a:off x="10652760" y="5440680"/>
            <a:ext cx="91440" cy="91440"/>
          </a:xfrm>
          <a:prstGeom prst="ellipse">
            <a:avLst/>
          </a:prstGeom>
          <a:solidFill>
            <a:srgbClr val="003362"/>
          </a:solidFill>
          <a:ln/>
        </p:spPr>
        <p:txBody>
          <a:bodyPr/>
          <a:lstStyle/>
          <a:p>
            <a:endParaRPr lang="nl-NL"/>
          </a:p>
        </p:txBody>
      </p:sp>
      <p:sp>
        <p:nvSpPr>
          <p:cNvPr id="42" name="Shape 40"/>
          <p:cNvSpPr/>
          <p:nvPr/>
        </p:nvSpPr>
        <p:spPr>
          <a:xfrm>
            <a:off x="10616184" y="5568696"/>
            <a:ext cx="164592" cy="137160"/>
          </a:xfrm>
          <a:prstGeom prst="triangle">
            <a:avLst/>
          </a:prstGeom>
          <a:ln w="19050">
            <a:solidFill>
              <a:srgbClr val="003362"/>
            </a:solidFill>
            <a:prstDash val="solid"/>
          </a:ln>
        </p:spPr>
        <p:txBody>
          <a:bodyPr/>
          <a:lstStyle/>
          <a:p>
            <a:endParaRPr lang="nl-NL"/>
          </a:p>
        </p:txBody>
      </p:sp>
      <p:sp>
        <p:nvSpPr>
          <p:cNvPr id="43" name="Text 41"/>
          <p:cNvSpPr/>
          <p:nvPr/>
        </p:nvSpPr>
        <p:spPr>
          <a:xfrm>
            <a:off x="9966960" y="5989320"/>
            <a:ext cx="1463040" cy="274320"/>
          </a:xfrm>
          <a:prstGeom prst="rect">
            <a:avLst/>
          </a:prstGeom>
          <a:noFill/>
          <a:ln/>
        </p:spPr>
        <p:txBody>
          <a:bodyPr wrap="square" rtlCol="0" anchor="ctr"/>
          <a:lstStyle/>
          <a:p>
            <a:pPr marL="0" indent="0" algn="ctr">
              <a:buNone/>
            </a:pPr>
            <a:r>
              <a:rPr lang="en-US" sz="1200" b="1" dirty="0">
                <a:solidFill>
                  <a:srgbClr val="003362"/>
                </a:solidFill>
                <a:latin typeface="Arial" pitchFamily="34" charset="0"/>
                <a:ea typeface="Arial" pitchFamily="34" charset="-122"/>
                <a:cs typeface="Arial" pitchFamily="34" charset="-120"/>
              </a:rPr>
              <a:t>Waar</a:t>
            </a:r>
            <a:endParaRPr lang="en-US" sz="1200" dirty="0"/>
          </a:p>
        </p:txBody>
      </p:sp>
    </p:spTree>
    <p:extLst>
      <p:ext uri="{BB962C8B-B14F-4D97-AF65-F5344CB8AC3E}">
        <p14:creationId xmlns:p14="http://schemas.microsoft.com/office/powerpoint/2010/main" val="1320897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BUSINESSCONTEXT &amp; DOELEN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Context</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Businesscontext &amp; doelen</a:t>
            </a:r>
            <a:endParaRPr lang="en-US" sz="950" dirty="0"/>
          </a:p>
        </p:txBody>
      </p:sp>
      <p:sp>
        <p:nvSpPr>
          <p:cNvPr id="7" name="Shape 5"/>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8" name="Text 6"/>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9" name="Text 7"/>
          <p:cNvSpPr/>
          <p:nvPr/>
        </p:nvSpPr>
        <p:spPr>
          <a:xfrm>
            <a:off x="502920" y="1371600"/>
            <a:ext cx="11155680" cy="4754880"/>
          </a:xfrm>
          <a:prstGeom prst="rect">
            <a:avLst/>
          </a:prstGeom>
          <a:noFill/>
          <a:ln/>
        </p:spPr>
        <p:txBody>
          <a:bodyPr wrap="square" rtlCol="0" anchor="t"/>
          <a:lstStyle/>
          <a:p>
            <a:pPr marL="0" indent="0">
              <a:lnSpc>
                <a:spcPts val="1600"/>
              </a:lnSpc>
              <a:spcAft>
                <a:spcPts val="800"/>
              </a:spcAft>
              <a:buNone/>
            </a:pPr>
            <a:r>
              <a:rPr lang="en-US" sz="1050" dirty="0">
                <a:solidFill>
                  <a:srgbClr val="2B3033"/>
                </a:solidFill>
                <a:latin typeface="Arial" pitchFamily="34" charset="0"/>
                <a:ea typeface="Arial" pitchFamily="34" charset="-122"/>
                <a:cs typeface="Arial" pitchFamily="34" charset="-120"/>
              </a:rPr>
              <a:t>De gemeente wil een zaaksysteem implementeren om het proces rondom vergunningsaanvragen van burgers, bedrijven en instellingen te moderniseren en digitaliseren. De voornaamste gebruikers van het systeem zijn inwoners die een vergunning aanvragen (zoals voor bouwen, evenementen of kap), de gemeentelijke medewerkers die de aanvragen behandelen en medewerkers van vergunningverlening, toezicht en handhaving.</a:t>
            </a:r>
            <a:endParaRPr lang="en-US" sz="1050" dirty="0"/>
          </a:p>
          <a:p>
            <a:pPr marL="0" indent="0">
              <a:lnSpc>
                <a:spcPts val="1600"/>
              </a:lnSpc>
              <a:spcAft>
                <a:spcPts val="800"/>
              </a:spcAft>
              <a:buNone/>
            </a:pPr>
            <a:endParaRPr lang="en-US" sz="1050" dirty="0"/>
          </a:p>
          <a:p>
            <a:pPr marL="0" indent="0">
              <a:lnSpc>
                <a:spcPts val="1600"/>
              </a:lnSpc>
              <a:spcAft>
                <a:spcPts val="800"/>
              </a:spcAft>
              <a:buNone/>
            </a:pPr>
            <a:r>
              <a:rPr lang="en-US" sz="1050" dirty="0">
                <a:solidFill>
                  <a:srgbClr val="2B3033"/>
                </a:solidFill>
                <a:latin typeface="Arial" pitchFamily="34" charset="0"/>
                <a:ea typeface="Arial" pitchFamily="34" charset="-122"/>
                <a:cs typeface="Arial" pitchFamily="34" charset="-120"/>
              </a:rPr>
              <a:t>Het proces dat onder het zaaksysteem valt, omvat de volledige aanvraagketen: van het digitaal indienen van een vergunningsaanvraag, het verzamelen en beoordelen van documenten, het intern afhandelen en besluiten, tot het communiceren van de uitkomst aan de aanvrager.</a:t>
            </a:r>
            <a:endParaRPr lang="en-US" sz="1050" dirty="0"/>
          </a:p>
          <a:p>
            <a:pPr marL="0" indent="0">
              <a:lnSpc>
                <a:spcPts val="1600"/>
              </a:lnSpc>
              <a:spcAft>
                <a:spcPts val="800"/>
              </a:spcAft>
              <a:buNone/>
            </a:pPr>
            <a:endParaRPr lang="en-US" sz="1050" dirty="0"/>
          </a:p>
          <a:p>
            <a:pPr marL="0" indent="0">
              <a:lnSpc>
                <a:spcPts val="1600"/>
              </a:lnSpc>
              <a:spcAft>
                <a:spcPts val="800"/>
              </a:spcAft>
              <a:buNone/>
            </a:pPr>
            <a:r>
              <a:rPr lang="en-US" sz="1050" dirty="0">
                <a:solidFill>
                  <a:srgbClr val="2B3033"/>
                </a:solidFill>
                <a:latin typeface="Arial" pitchFamily="34" charset="0"/>
                <a:ea typeface="Arial" pitchFamily="34" charset="-122"/>
                <a:cs typeface="Arial" pitchFamily="34" charset="-120"/>
              </a:rPr>
              <a:t>De implementatie is gepland binnen een periode van twaalf maanden, met een gefaseerde uitrol vanaf Q3 2025.</a:t>
            </a:r>
            <a:endParaRPr lang="en-US" sz="1050" dirty="0"/>
          </a:p>
          <a:p>
            <a:pPr marL="0" indent="0">
              <a:lnSpc>
                <a:spcPts val="1600"/>
              </a:lnSpc>
              <a:spcAft>
                <a:spcPts val="800"/>
              </a:spcAft>
              <a:buNone/>
            </a:pPr>
            <a:endParaRPr lang="en-US" sz="1050" dirty="0"/>
          </a:p>
          <a:p>
            <a:pPr marL="0" indent="0">
              <a:lnSpc>
                <a:spcPts val="1600"/>
              </a:lnSpc>
              <a:spcAft>
                <a:spcPts val="800"/>
              </a:spcAft>
              <a:buNone/>
            </a:pPr>
            <a:r>
              <a:rPr lang="en-US" sz="1050" dirty="0">
                <a:solidFill>
                  <a:srgbClr val="2B3033"/>
                </a:solidFill>
                <a:latin typeface="Arial" pitchFamily="34" charset="0"/>
                <a:ea typeface="Arial" pitchFamily="34" charset="-122"/>
                <a:cs typeface="Arial" pitchFamily="34" charset="-120"/>
              </a:rPr>
              <a:t>De aanleiding is de wens om de dienstverlening aan burgers te verbeteren, te voldoen aan wet- en regelgeving (Wet open overheid, Omgevingswet), en om efficiënter te werken. Momenteel worden veel aanvragen nog via e-mail of papier behandeld, wat leidt tot vertraging, foutgevoeligheid en gebrek aan overzicht.</a:t>
            </a:r>
            <a:endParaRPr lang="en-US" sz="1050" dirty="0"/>
          </a:p>
          <a:p>
            <a:pPr marL="0" indent="0">
              <a:lnSpc>
                <a:spcPts val="1600"/>
              </a:lnSpc>
              <a:spcAft>
                <a:spcPts val="800"/>
              </a:spcAft>
              <a:buNone/>
            </a:pPr>
            <a:endParaRPr lang="en-US" sz="1050" dirty="0"/>
          </a:p>
          <a:p>
            <a:pPr marL="0" indent="0">
              <a:lnSpc>
                <a:spcPts val="1600"/>
              </a:lnSpc>
              <a:spcAft>
                <a:spcPts val="800"/>
              </a:spcAft>
              <a:buNone/>
            </a:pPr>
            <a:r>
              <a:rPr lang="en-US" sz="1050" dirty="0">
                <a:solidFill>
                  <a:srgbClr val="2B3033"/>
                </a:solidFill>
                <a:latin typeface="Arial" pitchFamily="34" charset="0"/>
                <a:ea typeface="Arial" pitchFamily="34" charset="-122"/>
                <a:cs typeface="Arial" pitchFamily="34" charset="-120"/>
              </a:rPr>
              <a:t>Jaarlijks ontvangt de gemeente gemiddeld 4.000 vergunningaanvragen, waarvan ongeveer 60% omgevingsvergunningen betreft — een aantal dat naar verwachting toeneemt met de Omgevingswet.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lIns="91440" tIns="45720" rIns="91440" bIns="45720" rtlCol="0" anchor="ctr"/>
          <a:lstStyle/>
          <a:p>
            <a:pPr marL="0" indent="0">
              <a:buNone/>
            </a:pPr>
            <a:r>
              <a:rPr lang="en-US" sz="1100" b="1" kern="0" spc="150" dirty="0">
                <a:solidFill>
                  <a:srgbClr val="E76734"/>
                </a:solidFill>
                <a:latin typeface="Arial"/>
                <a:ea typeface="Arial" pitchFamily="34" charset="-122"/>
                <a:cs typeface="Arial"/>
              </a:rPr>
              <a:t>BUSINESSCONTEXT &amp; DOELEN</a:t>
            </a:r>
            <a:endParaRPr lang="en-US" sz="1100" dirty="0">
              <a:latin typeface="Arial"/>
              <a:cs typeface="Arial"/>
            </a:endParaRPr>
          </a:p>
        </p:txBody>
      </p:sp>
      <p:sp>
        <p:nvSpPr>
          <p:cNvPr id="4" name="Text 2"/>
          <p:cNvSpPr/>
          <p:nvPr/>
        </p:nvSpPr>
        <p:spPr>
          <a:xfrm>
            <a:off x="502920" y="566928"/>
            <a:ext cx="10515600" cy="640080"/>
          </a:xfrm>
          <a:prstGeom prst="rect">
            <a:avLst/>
          </a:prstGeom>
          <a:noFill/>
          <a:ln/>
        </p:spPr>
        <p:txBody>
          <a:bodyPr wrap="square" lIns="91440" tIns="45720" rIns="91440" bIns="45720" rtlCol="0" anchor="ctr"/>
          <a:lstStyle/>
          <a:p>
            <a:r>
              <a:rPr lang="en-US" sz="2600" b="1" dirty="0">
                <a:solidFill>
                  <a:srgbClr val="003362"/>
                </a:solidFill>
                <a:latin typeface="Helvetica"/>
                <a:cs typeface="Helvetica"/>
              </a:rPr>
              <a:t>Business </a:t>
            </a:r>
            <a:r>
              <a:rPr lang="en-US" sz="2600" b="1" dirty="0" err="1">
                <a:solidFill>
                  <a:srgbClr val="003362"/>
                </a:solidFill>
                <a:latin typeface="Helvetica"/>
                <a:cs typeface="Helvetica"/>
              </a:rPr>
              <a:t>doelen</a:t>
            </a:r>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Context &amp; Doelen</a:t>
            </a:r>
            <a:endParaRPr lang="en-US" sz="950" dirty="0"/>
          </a:p>
        </p:txBody>
      </p:sp>
      <p:sp>
        <p:nvSpPr>
          <p:cNvPr id="7" name="Shape 5"/>
          <p:cNvSpPr/>
          <p:nvPr/>
        </p:nvSpPr>
        <p:spPr>
          <a:xfrm>
            <a:off x="502920" y="1508760"/>
            <a:ext cx="3514344" cy="3063240"/>
          </a:xfrm>
          <a:prstGeom prst="roundRect">
            <a:avLst>
              <a:gd name="adj" fmla="val 2687"/>
            </a:avLst>
          </a:prstGeom>
          <a:solidFill>
            <a:srgbClr val="F5F8FA"/>
          </a:solidFill>
          <a:ln/>
        </p:spPr>
        <p:txBody>
          <a:bodyPr/>
          <a:lstStyle/>
          <a:p>
            <a:endParaRPr lang="nl-NL"/>
          </a:p>
        </p:txBody>
      </p:sp>
      <p:sp>
        <p:nvSpPr>
          <p:cNvPr id="8" name="Shape 6"/>
          <p:cNvSpPr/>
          <p:nvPr/>
        </p:nvSpPr>
        <p:spPr>
          <a:xfrm>
            <a:off x="502920" y="1508760"/>
            <a:ext cx="3514344" cy="64008"/>
          </a:xfrm>
          <a:prstGeom prst="rect">
            <a:avLst/>
          </a:prstGeom>
          <a:solidFill>
            <a:srgbClr val="E76734"/>
          </a:solidFill>
          <a:ln/>
        </p:spPr>
        <p:txBody>
          <a:bodyPr/>
          <a:lstStyle/>
          <a:p>
            <a:endParaRPr lang="nl-NL"/>
          </a:p>
        </p:txBody>
      </p:sp>
      <p:sp>
        <p:nvSpPr>
          <p:cNvPr id="9" name="Shape 7"/>
          <p:cNvSpPr/>
          <p:nvPr/>
        </p:nvSpPr>
        <p:spPr>
          <a:xfrm>
            <a:off x="1871472" y="1828800"/>
            <a:ext cx="777240" cy="777240"/>
          </a:xfrm>
          <a:prstGeom prst="ellipse">
            <a:avLst/>
          </a:prstGeom>
          <a:solidFill>
            <a:srgbClr val="E76734"/>
          </a:solidFill>
          <a:ln/>
        </p:spPr>
        <p:txBody>
          <a:bodyPr/>
          <a:lstStyle/>
          <a:p>
            <a:endParaRPr lang="nl-NL"/>
          </a:p>
        </p:txBody>
      </p:sp>
      <p:sp>
        <p:nvSpPr>
          <p:cNvPr id="10" name="Shape 8"/>
          <p:cNvSpPr/>
          <p:nvPr/>
        </p:nvSpPr>
        <p:spPr>
          <a:xfrm>
            <a:off x="1985772" y="1943100"/>
            <a:ext cx="548640" cy="548640"/>
          </a:xfrm>
          <a:prstGeom prst="ellipse">
            <a:avLst/>
          </a:prstGeom>
          <a:solidFill>
            <a:srgbClr val="FFFFFF"/>
          </a:solidFill>
          <a:ln/>
        </p:spPr>
        <p:txBody>
          <a:bodyPr/>
          <a:lstStyle/>
          <a:p>
            <a:endParaRPr lang="nl-NL"/>
          </a:p>
        </p:txBody>
      </p:sp>
      <p:sp>
        <p:nvSpPr>
          <p:cNvPr id="11" name="Shape 9"/>
          <p:cNvSpPr/>
          <p:nvPr/>
        </p:nvSpPr>
        <p:spPr>
          <a:xfrm>
            <a:off x="2086356" y="2043684"/>
            <a:ext cx="347472" cy="347472"/>
          </a:xfrm>
          <a:prstGeom prst="ellipse">
            <a:avLst/>
          </a:prstGeom>
          <a:solidFill>
            <a:srgbClr val="E76734"/>
          </a:solidFill>
          <a:ln/>
        </p:spPr>
        <p:txBody>
          <a:bodyPr/>
          <a:lstStyle/>
          <a:p>
            <a:endParaRPr lang="nl-NL"/>
          </a:p>
        </p:txBody>
      </p:sp>
      <p:sp>
        <p:nvSpPr>
          <p:cNvPr id="12" name="Shape 10"/>
          <p:cNvSpPr/>
          <p:nvPr/>
        </p:nvSpPr>
        <p:spPr>
          <a:xfrm>
            <a:off x="2186940" y="2144268"/>
            <a:ext cx="146304" cy="146304"/>
          </a:xfrm>
          <a:prstGeom prst="ellipse">
            <a:avLst/>
          </a:prstGeom>
          <a:solidFill>
            <a:srgbClr val="FFFFFF"/>
          </a:solidFill>
          <a:ln/>
        </p:spPr>
        <p:txBody>
          <a:bodyPr/>
          <a:lstStyle/>
          <a:p>
            <a:endParaRPr lang="nl-NL"/>
          </a:p>
        </p:txBody>
      </p:sp>
      <p:sp>
        <p:nvSpPr>
          <p:cNvPr id="13" name="Text 11"/>
          <p:cNvSpPr/>
          <p:nvPr/>
        </p:nvSpPr>
        <p:spPr>
          <a:xfrm>
            <a:off x="685800" y="2788920"/>
            <a:ext cx="3148584" cy="685800"/>
          </a:xfrm>
          <a:prstGeom prst="rect">
            <a:avLst/>
          </a:prstGeom>
          <a:noFill/>
          <a:ln/>
        </p:spPr>
        <p:txBody>
          <a:bodyPr wrap="square" rtlCol="0" anchor="t"/>
          <a:lstStyle/>
          <a:p>
            <a:pPr marL="0" indent="0" algn="ctr">
              <a:lnSpc>
                <a:spcPts val="1600"/>
              </a:lnSpc>
              <a:buNone/>
            </a:pPr>
            <a:r>
              <a:rPr lang="en-US" sz="1350" b="1" dirty="0">
                <a:solidFill>
                  <a:srgbClr val="003362"/>
                </a:solidFill>
                <a:latin typeface="Arial" pitchFamily="34" charset="0"/>
                <a:ea typeface="Arial" pitchFamily="34" charset="-122"/>
                <a:cs typeface="Arial" pitchFamily="34" charset="-120"/>
              </a:rPr>
              <a:t>Wat zijn de doelen?</a:t>
            </a:r>
            <a:endParaRPr lang="en-US" sz="1350" dirty="0"/>
          </a:p>
        </p:txBody>
      </p:sp>
      <p:sp>
        <p:nvSpPr>
          <p:cNvPr id="14" name="Text 12"/>
          <p:cNvSpPr/>
          <p:nvPr/>
        </p:nvSpPr>
        <p:spPr>
          <a:xfrm>
            <a:off x="731520" y="3474720"/>
            <a:ext cx="3057144" cy="960120"/>
          </a:xfrm>
          <a:prstGeom prst="rect">
            <a:avLst/>
          </a:prstGeom>
          <a:noFill/>
          <a:ln/>
        </p:spPr>
        <p:txBody>
          <a:bodyPr wrap="square" lIns="91440" tIns="45720" rIns="91440" bIns="45720" rtlCol="0" anchor="t"/>
          <a:lstStyle/>
          <a:p>
            <a:pPr algn="ctr">
              <a:lnSpc>
                <a:spcPts val="1350"/>
              </a:lnSpc>
            </a:pPr>
            <a:r>
              <a:rPr lang="en-US" sz="1200" dirty="0">
                <a:solidFill>
                  <a:srgbClr val="2B3033"/>
                </a:solidFill>
                <a:latin typeface="Arial"/>
                <a:ea typeface="Arial" pitchFamily="34" charset="-122"/>
                <a:cs typeface="Arial"/>
              </a:rPr>
              <a:t>Het </a:t>
            </a:r>
            <a:r>
              <a:rPr lang="en-US" sz="1200" dirty="0" err="1">
                <a:solidFill>
                  <a:srgbClr val="2B3033"/>
                </a:solidFill>
                <a:latin typeface="Arial"/>
                <a:ea typeface="Arial" pitchFamily="34" charset="-122"/>
                <a:cs typeface="Arial"/>
              </a:rPr>
              <a:t>vaststellen</a:t>
            </a:r>
            <a:r>
              <a:rPr lang="en-US" sz="1200" dirty="0">
                <a:solidFill>
                  <a:srgbClr val="2B3033"/>
                </a:solidFill>
                <a:latin typeface="Arial"/>
                <a:ea typeface="Arial" pitchFamily="34" charset="-122"/>
                <a:cs typeface="Arial"/>
              </a:rPr>
              <a:t> van de </a:t>
            </a:r>
            <a:r>
              <a:rPr lang="en-US" sz="1200" dirty="0" err="1">
                <a:solidFill>
                  <a:srgbClr val="2B3033"/>
                </a:solidFill>
                <a:latin typeface="Arial"/>
                <a:ea typeface="Arial" pitchFamily="34" charset="-122"/>
                <a:cs typeface="Arial"/>
              </a:rPr>
              <a:t>doelen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helpt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ons</a:t>
            </a:r>
            <a:r>
              <a:rPr lang="en-US" sz="1200" dirty="0">
                <a:solidFill>
                  <a:srgbClr val="2B3033"/>
                </a:solidFill>
                <a:latin typeface="Arial"/>
                <a:ea typeface="Arial" pitchFamily="34" charset="-122"/>
                <a:cs typeface="Arial"/>
              </a:rPr>
              <a:t> </a:t>
            </a:r>
            <a:endParaRPr lang="en-US" sz="1200">
              <a:solidFill>
                <a:srgbClr val="000000"/>
              </a:solidFill>
              <a:latin typeface="Arial"/>
              <a:ea typeface="Calibri"/>
              <a:cs typeface="Calibri"/>
            </a:endParaRPr>
          </a:p>
          <a:p>
            <a:pPr algn="ctr">
              <a:lnSpc>
                <a:spcPts val="1350"/>
              </a:lnSpc>
            </a:pPr>
            <a:r>
              <a:rPr lang="en-US" sz="1200" dirty="0" err="1">
                <a:solidFill>
                  <a:srgbClr val="2B3033"/>
                </a:solidFill>
                <a:latin typeface="Arial"/>
                <a:ea typeface="Arial" pitchFamily="34" charset="-122"/>
                <a:cs typeface="Arial"/>
              </a:rPr>
              <a:t>bij</a:t>
            </a:r>
            <a:r>
              <a:rPr lang="en-US" sz="1200" dirty="0">
                <a:solidFill>
                  <a:srgbClr val="2B3033"/>
                </a:solidFill>
                <a:latin typeface="Arial"/>
                <a:ea typeface="Arial" pitchFamily="34" charset="-122"/>
                <a:cs typeface="Arial"/>
              </a:rPr>
              <a:t> het </a:t>
            </a:r>
            <a:r>
              <a:rPr lang="en-US" sz="1200" dirty="0" err="1">
                <a:solidFill>
                  <a:srgbClr val="2B3033"/>
                </a:solidFill>
                <a:latin typeface="Arial"/>
                <a:ea typeface="Arial" pitchFamily="34" charset="-122"/>
                <a:cs typeface="Arial"/>
              </a:rPr>
              <a:t>bepalen</a:t>
            </a:r>
            <a:r>
              <a:rPr lang="en-US" sz="1200" dirty="0">
                <a:solidFill>
                  <a:srgbClr val="2B3033"/>
                </a:solidFill>
                <a:latin typeface="Arial"/>
                <a:ea typeface="Arial" pitchFamily="34" charset="-122"/>
                <a:cs typeface="Arial"/>
              </a:rPr>
              <a:t> hoe we met Valtimo/GZAC </a:t>
            </a:r>
            <a:r>
              <a:rPr lang="en-US" sz="1200" dirty="0" err="1">
                <a:solidFill>
                  <a:srgbClr val="2B3033"/>
                </a:solidFill>
                <a:latin typeface="Arial"/>
                <a:ea typeface="Arial" pitchFamily="34" charset="-122"/>
                <a:cs typeface="Arial"/>
              </a:rPr>
              <a:t>écht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waarde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kunnen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toevoegen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voor</a:t>
            </a:r>
            <a:r>
              <a:rPr lang="en-US" sz="1200" dirty="0">
                <a:solidFill>
                  <a:srgbClr val="2B3033"/>
                </a:solidFill>
                <a:latin typeface="Arial"/>
                <a:ea typeface="Arial" pitchFamily="34" charset="-122"/>
                <a:cs typeface="Arial"/>
              </a:rPr>
              <a:t> de </a:t>
            </a:r>
            <a:r>
              <a:rPr lang="en-US" sz="1200" dirty="0" err="1">
                <a:solidFill>
                  <a:srgbClr val="2B3033"/>
                </a:solidFill>
                <a:latin typeface="Arial"/>
                <a:ea typeface="Arial" pitchFamily="34" charset="-122"/>
                <a:cs typeface="Arial"/>
              </a:rPr>
              <a:t>organisatie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Daarnaast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helpt</a:t>
            </a:r>
            <a:r>
              <a:rPr lang="en-US" sz="1200" dirty="0">
                <a:solidFill>
                  <a:srgbClr val="2B3033"/>
                </a:solidFill>
                <a:latin typeface="Arial"/>
                <a:ea typeface="Arial" pitchFamily="34" charset="-122"/>
                <a:cs typeface="Arial"/>
              </a:rPr>
              <a:t> het om </a:t>
            </a:r>
            <a:r>
              <a:rPr lang="en-US" sz="1200" dirty="0" err="1">
                <a:solidFill>
                  <a:srgbClr val="2B3033"/>
                </a:solidFill>
                <a:latin typeface="Arial"/>
                <a:ea typeface="Arial" pitchFamily="34" charset="-122"/>
                <a:cs typeface="Arial"/>
              </a:rPr>
              <a:t>richting</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en</a:t>
            </a:r>
            <a:r>
              <a:rPr lang="en-US" sz="1200" dirty="0">
                <a:solidFill>
                  <a:srgbClr val="2B3033"/>
                </a:solidFill>
                <a:latin typeface="Arial"/>
                <a:ea typeface="Arial" pitchFamily="34" charset="-122"/>
                <a:cs typeface="Arial"/>
              </a:rPr>
              <a:t> focus </a:t>
            </a:r>
            <a:r>
              <a:rPr lang="en-US" sz="1200" dirty="0" err="1">
                <a:solidFill>
                  <a:srgbClr val="2B3033"/>
                </a:solidFill>
                <a:latin typeface="Arial"/>
                <a:ea typeface="Arial" pitchFamily="34" charset="-122"/>
                <a:cs typeface="Arial"/>
              </a:rPr>
              <a:t>te</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houden</a:t>
            </a:r>
            <a:r>
              <a:rPr lang="en-US" sz="1200" dirty="0">
                <a:solidFill>
                  <a:srgbClr val="2B3033"/>
                </a:solidFill>
                <a:latin typeface="Arial"/>
                <a:ea typeface="Arial" pitchFamily="34" charset="-122"/>
                <a:cs typeface="Arial"/>
              </a:rPr>
              <a:t>.</a:t>
            </a:r>
            <a:endParaRPr lang="en-US" sz="1200">
              <a:latin typeface="Arial"/>
              <a:ea typeface="Calibri"/>
              <a:cs typeface="Calibri"/>
            </a:endParaRPr>
          </a:p>
        </p:txBody>
      </p:sp>
      <p:sp>
        <p:nvSpPr>
          <p:cNvPr id="15" name="Shape 13"/>
          <p:cNvSpPr/>
          <p:nvPr/>
        </p:nvSpPr>
        <p:spPr>
          <a:xfrm>
            <a:off x="4017264" y="2135124"/>
            <a:ext cx="320040" cy="164592"/>
          </a:xfrm>
          <a:prstGeom prst="rightArrow">
            <a:avLst/>
          </a:prstGeom>
          <a:solidFill>
            <a:srgbClr val="D8DEDF"/>
          </a:solidFill>
          <a:ln/>
        </p:spPr>
        <p:txBody>
          <a:bodyPr/>
          <a:lstStyle/>
          <a:p>
            <a:endParaRPr lang="nl-NL"/>
          </a:p>
        </p:txBody>
      </p:sp>
      <p:sp>
        <p:nvSpPr>
          <p:cNvPr id="16" name="Shape 14"/>
          <p:cNvSpPr/>
          <p:nvPr/>
        </p:nvSpPr>
        <p:spPr>
          <a:xfrm>
            <a:off x="4337304" y="1508760"/>
            <a:ext cx="3514344" cy="3063240"/>
          </a:xfrm>
          <a:prstGeom prst="roundRect">
            <a:avLst>
              <a:gd name="adj" fmla="val 2687"/>
            </a:avLst>
          </a:prstGeom>
          <a:solidFill>
            <a:srgbClr val="F5F8FA"/>
          </a:solidFill>
          <a:ln/>
        </p:spPr>
        <p:txBody>
          <a:bodyPr/>
          <a:lstStyle/>
          <a:p>
            <a:endParaRPr lang="nl-NL"/>
          </a:p>
        </p:txBody>
      </p:sp>
      <p:sp>
        <p:nvSpPr>
          <p:cNvPr id="17" name="Shape 15"/>
          <p:cNvSpPr/>
          <p:nvPr/>
        </p:nvSpPr>
        <p:spPr>
          <a:xfrm>
            <a:off x="4337304" y="1508760"/>
            <a:ext cx="3514344" cy="64008"/>
          </a:xfrm>
          <a:prstGeom prst="rect">
            <a:avLst/>
          </a:prstGeom>
          <a:solidFill>
            <a:srgbClr val="89CDF2"/>
          </a:solidFill>
          <a:ln/>
        </p:spPr>
        <p:txBody>
          <a:bodyPr/>
          <a:lstStyle/>
          <a:p>
            <a:endParaRPr lang="nl-NL"/>
          </a:p>
        </p:txBody>
      </p:sp>
      <p:sp>
        <p:nvSpPr>
          <p:cNvPr id="18" name="Shape 16"/>
          <p:cNvSpPr/>
          <p:nvPr/>
        </p:nvSpPr>
        <p:spPr>
          <a:xfrm>
            <a:off x="5705856" y="1828800"/>
            <a:ext cx="777240" cy="777240"/>
          </a:xfrm>
          <a:prstGeom prst="ellipse">
            <a:avLst/>
          </a:prstGeom>
          <a:solidFill>
            <a:srgbClr val="89CDF2"/>
          </a:solidFill>
          <a:ln/>
        </p:spPr>
        <p:txBody>
          <a:bodyPr/>
          <a:lstStyle/>
          <a:p>
            <a:endParaRPr lang="nl-NL"/>
          </a:p>
        </p:txBody>
      </p:sp>
      <p:sp>
        <p:nvSpPr>
          <p:cNvPr id="19" name="Shape 17"/>
          <p:cNvSpPr/>
          <p:nvPr/>
        </p:nvSpPr>
        <p:spPr>
          <a:xfrm>
            <a:off x="5893308" y="1961388"/>
            <a:ext cx="402336" cy="512064"/>
          </a:xfrm>
          <a:prstGeom prst="roundRect">
            <a:avLst>
              <a:gd name="adj" fmla="val 6818"/>
            </a:avLst>
          </a:prstGeom>
          <a:ln w="22225">
            <a:solidFill>
              <a:srgbClr val="003362"/>
            </a:solidFill>
            <a:prstDash val="solid"/>
          </a:ln>
        </p:spPr>
        <p:txBody>
          <a:bodyPr/>
          <a:lstStyle/>
          <a:p>
            <a:endParaRPr lang="nl-NL"/>
          </a:p>
        </p:txBody>
      </p:sp>
      <p:sp>
        <p:nvSpPr>
          <p:cNvPr id="20" name="Shape 18"/>
          <p:cNvSpPr/>
          <p:nvPr/>
        </p:nvSpPr>
        <p:spPr>
          <a:xfrm>
            <a:off x="5984748" y="2098548"/>
            <a:ext cx="219456" cy="0"/>
          </a:xfrm>
          <a:prstGeom prst="line">
            <a:avLst/>
          </a:prstGeom>
          <a:noFill/>
          <a:ln w="19050">
            <a:solidFill>
              <a:srgbClr val="003362"/>
            </a:solidFill>
            <a:prstDash val="solid"/>
          </a:ln>
        </p:spPr>
        <p:txBody>
          <a:bodyPr/>
          <a:lstStyle/>
          <a:p>
            <a:endParaRPr lang="nl-NL"/>
          </a:p>
        </p:txBody>
      </p:sp>
      <p:sp>
        <p:nvSpPr>
          <p:cNvPr id="21" name="Shape 19"/>
          <p:cNvSpPr/>
          <p:nvPr/>
        </p:nvSpPr>
        <p:spPr>
          <a:xfrm>
            <a:off x="5984748" y="2217420"/>
            <a:ext cx="219456" cy="0"/>
          </a:xfrm>
          <a:prstGeom prst="line">
            <a:avLst/>
          </a:prstGeom>
          <a:noFill/>
          <a:ln w="19050">
            <a:solidFill>
              <a:srgbClr val="003362"/>
            </a:solidFill>
            <a:prstDash val="solid"/>
          </a:ln>
        </p:spPr>
        <p:txBody>
          <a:bodyPr/>
          <a:lstStyle/>
          <a:p>
            <a:endParaRPr lang="nl-NL"/>
          </a:p>
        </p:txBody>
      </p:sp>
      <p:sp>
        <p:nvSpPr>
          <p:cNvPr id="22" name="Shape 20"/>
          <p:cNvSpPr/>
          <p:nvPr/>
        </p:nvSpPr>
        <p:spPr>
          <a:xfrm>
            <a:off x="5984748" y="2336292"/>
            <a:ext cx="219456" cy="0"/>
          </a:xfrm>
          <a:prstGeom prst="line">
            <a:avLst/>
          </a:prstGeom>
          <a:noFill/>
          <a:ln w="19050">
            <a:solidFill>
              <a:srgbClr val="003362"/>
            </a:solidFill>
            <a:prstDash val="solid"/>
          </a:ln>
        </p:spPr>
        <p:txBody>
          <a:bodyPr/>
          <a:lstStyle/>
          <a:p>
            <a:endParaRPr lang="nl-NL"/>
          </a:p>
        </p:txBody>
      </p:sp>
      <p:sp>
        <p:nvSpPr>
          <p:cNvPr id="23" name="Text 21"/>
          <p:cNvSpPr/>
          <p:nvPr/>
        </p:nvSpPr>
        <p:spPr>
          <a:xfrm>
            <a:off x="4520184" y="2788920"/>
            <a:ext cx="3148584" cy="685800"/>
          </a:xfrm>
          <a:prstGeom prst="rect">
            <a:avLst/>
          </a:prstGeom>
          <a:noFill/>
          <a:ln/>
        </p:spPr>
        <p:txBody>
          <a:bodyPr wrap="square" rtlCol="0" anchor="t"/>
          <a:lstStyle/>
          <a:p>
            <a:pPr marL="0" indent="0" algn="ctr">
              <a:lnSpc>
                <a:spcPts val="1600"/>
              </a:lnSpc>
              <a:buNone/>
            </a:pPr>
            <a:r>
              <a:rPr lang="en-US" sz="1350" b="1" dirty="0">
                <a:solidFill>
                  <a:srgbClr val="003362"/>
                </a:solidFill>
                <a:latin typeface="Arial" pitchFamily="34" charset="0"/>
                <a:ea typeface="Arial" pitchFamily="34" charset="-122"/>
                <a:cs typeface="Arial" pitchFamily="34" charset="-120"/>
              </a:rPr>
              <a:t>Welke outcomes beogen we te realiseren?</a:t>
            </a:r>
            <a:endParaRPr lang="en-US" sz="1350" dirty="0"/>
          </a:p>
        </p:txBody>
      </p:sp>
      <p:sp>
        <p:nvSpPr>
          <p:cNvPr id="24" name="Text 22"/>
          <p:cNvSpPr/>
          <p:nvPr/>
        </p:nvSpPr>
        <p:spPr>
          <a:xfrm>
            <a:off x="4565904" y="3474720"/>
            <a:ext cx="3057144" cy="960120"/>
          </a:xfrm>
          <a:prstGeom prst="rect">
            <a:avLst/>
          </a:prstGeom>
          <a:noFill/>
          <a:ln/>
        </p:spPr>
        <p:txBody>
          <a:bodyPr wrap="square" lIns="91440" tIns="45720" rIns="91440" bIns="45720" rtlCol="0" anchor="t"/>
          <a:lstStyle/>
          <a:p>
            <a:pPr marL="0" indent="0" algn="ctr">
              <a:lnSpc>
                <a:spcPts val="1350"/>
              </a:lnSpc>
              <a:buNone/>
            </a:pPr>
            <a:r>
              <a:rPr lang="en-US" sz="1200" dirty="0">
                <a:solidFill>
                  <a:srgbClr val="2B3033"/>
                </a:solidFill>
                <a:latin typeface="Arial"/>
                <a:ea typeface="Arial" pitchFamily="34" charset="-122"/>
                <a:cs typeface="Arial"/>
              </a:rPr>
              <a:t>Het bekijken van beoogde outcomes bij een businessdoel is essentieel: het helpt om de doelstellingen concreet, meetbaar en resultaatgericht te maken.</a:t>
            </a:r>
            <a:endParaRPr lang="en-US" sz="1200">
              <a:latin typeface="Arial"/>
              <a:ea typeface="Calibri"/>
              <a:cs typeface="Calibri"/>
            </a:endParaRPr>
          </a:p>
        </p:txBody>
      </p:sp>
      <p:sp>
        <p:nvSpPr>
          <p:cNvPr id="25" name="Shape 23"/>
          <p:cNvSpPr/>
          <p:nvPr/>
        </p:nvSpPr>
        <p:spPr>
          <a:xfrm>
            <a:off x="7851648" y="2135124"/>
            <a:ext cx="320040" cy="164592"/>
          </a:xfrm>
          <a:prstGeom prst="rightArrow">
            <a:avLst/>
          </a:prstGeom>
          <a:solidFill>
            <a:srgbClr val="D8DEDF"/>
          </a:solidFill>
          <a:ln/>
        </p:spPr>
        <p:txBody>
          <a:bodyPr/>
          <a:lstStyle/>
          <a:p>
            <a:endParaRPr lang="nl-NL"/>
          </a:p>
        </p:txBody>
      </p:sp>
      <p:sp>
        <p:nvSpPr>
          <p:cNvPr id="26" name="Shape 24"/>
          <p:cNvSpPr/>
          <p:nvPr/>
        </p:nvSpPr>
        <p:spPr>
          <a:xfrm>
            <a:off x="8171688" y="1508760"/>
            <a:ext cx="3514344" cy="3063240"/>
          </a:xfrm>
          <a:prstGeom prst="roundRect">
            <a:avLst>
              <a:gd name="adj" fmla="val 2687"/>
            </a:avLst>
          </a:prstGeom>
          <a:solidFill>
            <a:srgbClr val="F5F8FA"/>
          </a:solidFill>
          <a:ln/>
        </p:spPr>
        <p:txBody>
          <a:bodyPr/>
          <a:lstStyle/>
          <a:p>
            <a:endParaRPr lang="nl-NL"/>
          </a:p>
        </p:txBody>
      </p:sp>
      <p:sp>
        <p:nvSpPr>
          <p:cNvPr id="27" name="Shape 25"/>
          <p:cNvSpPr/>
          <p:nvPr/>
        </p:nvSpPr>
        <p:spPr>
          <a:xfrm>
            <a:off x="8171688" y="1508760"/>
            <a:ext cx="3514344" cy="64008"/>
          </a:xfrm>
          <a:prstGeom prst="rect">
            <a:avLst/>
          </a:prstGeom>
          <a:solidFill>
            <a:srgbClr val="003362"/>
          </a:solidFill>
          <a:ln/>
        </p:spPr>
        <p:txBody>
          <a:bodyPr/>
          <a:lstStyle/>
          <a:p>
            <a:endParaRPr lang="nl-NL"/>
          </a:p>
        </p:txBody>
      </p:sp>
      <p:sp>
        <p:nvSpPr>
          <p:cNvPr id="28" name="Shape 26"/>
          <p:cNvSpPr/>
          <p:nvPr/>
        </p:nvSpPr>
        <p:spPr>
          <a:xfrm>
            <a:off x="9540240" y="1828800"/>
            <a:ext cx="777240" cy="777240"/>
          </a:xfrm>
          <a:prstGeom prst="ellipse">
            <a:avLst/>
          </a:prstGeom>
          <a:solidFill>
            <a:srgbClr val="003362"/>
          </a:solidFill>
          <a:ln/>
        </p:spPr>
        <p:txBody>
          <a:bodyPr/>
          <a:lstStyle/>
          <a:p>
            <a:endParaRPr lang="nl-NL"/>
          </a:p>
        </p:txBody>
      </p:sp>
      <p:sp>
        <p:nvSpPr>
          <p:cNvPr id="29" name="Shape 27"/>
          <p:cNvSpPr/>
          <p:nvPr/>
        </p:nvSpPr>
        <p:spPr>
          <a:xfrm>
            <a:off x="9691116" y="2272284"/>
            <a:ext cx="118872" cy="128016"/>
          </a:xfrm>
          <a:prstGeom prst="rect">
            <a:avLst/>
          </a:prstGeom>
          <a:solidFill>
            <a:srgbClr val="FFFFFF"/>
          </a:solidFill>
          <a:ln/>
        </p:spPr>
        <p:txBody>
          <a:bodyPr/>
          <a:lstStyle/>
          <a:p>
            <a:endParaRPr lang="nl-NL"/>
          </a:p>
        </p:txBody>
      </p:sp>
      <p:sp>
        <p:nvSpPr>
          <p:cNvPr id="30" name="Shape 28"/>
          <p:cNvSpPr/>
          <p:nvPr/>
        </p:nvSpPr>
        <p:spPr>
          <a:xfrm>
            <a:off x="9873996" y="2180844"/>
            <a:ext cx="118872" cy="219456"/>
          </a:xfrm>
          <a:prstGeom prst="rect">
            <a:avLst/>
          </a:prstGeom>
          <a:solidFill>
            <a:srgbClr val="FFFFFF"/>
          </a:solidFill>
          <a:ln/>
        </p:spPr>
        <p:txBody>
          <a:bodyPr/>
          <a:lstStyle/>
          <a:p>
            <a:endParaRPr lang="nl-NL"/>
          </a:p>
        </p:txBody>
      </p:sp>
      <p:sp>
        <p:nvSpPr>
          <p:cNvPr id="31" name="Shape 29"/>
          <p:cNvSpPr/>
          <p:nvPr/>
        </p:nvSpPr>
        <p:spPr>
          <a:xfrm>
            <a:off x="10056876" y="2089404"/>
            <a:ext cx="118872" cy="310896"/>
          </a:xfrm>
          <a:prstGeom prst="rect">
            <a:avLst/>
          </a:prstGeom>
          <a:solidFill>
            <a:srgbClr val="FFFFFF"/>
          </a:solidFill>
          <a:ln/>
        </p:spPr>
        <p:txBody>
          <a:bodyPr/>
          <a:lstStyle/>
          <a:p>
            <a:endParaRPr lang="nl-NL"/>
          </a:p>
        </p:txBody>
      </p:sp>
      <p:sp>
        <p:nvSpPr>
          <p:cNvPr id="32" name="Text 30"/>
          <p:cNvSpPr/>
          <p:nvPr/>
        </p:nvSpPr>
        <p:spPr>
          <a:xfrm>
            <a:off x="8354568" y="2788920"/>
            <a:ext cx="3148584" cy="685800"/>
          </a:xfrm>
          <a:prstGeom prst="rect">
            <a:avLst/>
          </a:prstGeom>
          <a:noFill/>
          <a:ln/>
        </p:spPr>
        <p:txBody>
          <a:bodyPr wrap="square" rtlCol="0" anchor="t"/>
          <a:lstStyle/>
          <a:p>
            <a:pPr marL="0" indent="0" algn="ctr">
              <a:lnSpc>
                <a:spcPts val="1600"/>
              </a:lnSpc>
              <a:buNone/>
            </a:pPr>
            <a:r>
              <a:rPr lang="en-US" sz="1350" b="1" dirty="0">
                <a:solidFill>
                  <a:srgbClr val="003362"/>
                </a:solidFill>
                <a:latin typeface="Arial" pitchFamily="34" charset="0"/>
                <a:ea typeface="Arial" pitchFamily="34" charset="-122"/>
                <a:cs typeface="Arial" pitchFamily="34" charset="-120"/>
              </a:rPr>
              <a:t>Hoe gaan we het valideren/meten?</a:t>
            </a:r>
            <a:endParaRPr lang="en-US" sz="1350" dirty="0"/>
          </a:p>
        </p:txBody>
      </p:sp>
      <p:sp>
        <p:nvSpPr>
          <p:cNvPr id="33" name="Text 31"/>
          <p:cNvSpPr/>
          <p:nvPr/>
        </p:nvSpPr>
        <p:spPr>
          <a:xfrm>
            <a:off x="8400288" y="3474720"/>
            <a:ext cx="3057144" cy="960120"/>
          </a:xfrm>
          <a:prstGeom prst="rect">
            <a:avLst/>
          </a:prstGeom>
          <a:noFill/>
          <a:ln/>
        </p:spPr>
        <p:txBody>
          <a:bodyPr wrap="square" lIns="91440" tIns="45720" rIns="91440" bIns="45720" rtlCol="0" anchor="t"/>
          <a:lstStyle/>
          <a:p>
            <a:pPr algn="ctr">
              <a:lnSpc>
                <a:spcPts val="1350"/>
              </a:lnSpc>
            </a:pPr>
            <a:r>
              <a:rPr lang="en-US" sz="1200" dirty="0">
                <a:solidFill>
                  <a:srgbClr val="2B3033"/>
                </a:solidFill>
                <a:latin typeface="Arial"/>
                <a:ea typeface="Arial" pitchFamily="34" charset="-122"/>
                <a:cs typeface="Arial"/>
              </a:rPr>
              <a:t>Door vast te stellen hoe we de outcomes gaan valideren/meten, kunnen we </a:t>
            </a:r>
            <a:endParaRPr lang="en-US" sz="1200">
              <a:solidFill>
                <a:srgbClr val="000000"/>
              </a:solidFill>
              <a:latin typeface="Arial"/>
              <a:ea typeface="Calibri"/>
              <a:cs typeface="Calibri"/>
            </a:endParaRPr>
          </a:p>
          <a:p>
            <a:pPr marL="0" indent="0" algn="ctr">
              <a:lnSpc>
                <a:spcPts val="1350"/>
              </a:lnSpc>
              <a:buNone/>
            </a:pPr>
            <a:r>
              <a:rPr lang="en-US" sz="1200" dirty="0" err="1">
                <a:solidFill>
                  <a:srgbClr val="2B3033"/>
                </a:solidFill>
                <a:latin typeface="Arial"/>
                <a:ea typeface="Arial" pitchFamily="34" charset="-122"/>
                <a:cs typeface="Arial"/>
              </a:rPr>
              <a:t>effectief</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bepalen</a:t>
            </a:r>
            <a:r>
              <a:rPr lang="en-US" sz="1200" dirty="0">
                <a:solidFill>
                  <a:srgbClr val="2B3033"/>
                </a:solidFill>
                <a:latin typeface="Arial"/>
                <a:ea typeface="Arial" pitchFamily="34" charset="-122"/>
                <a:cs typeface="Arial"/>
              </a:rPr>
              <a:t> of we de doelen hebben behaald na implementatie en adoptie.</a:t>
            </a:r>
            <a:endParaRPr lang="en-US" sz="1200">
              <a:latin typeface="Arial"/>
              <a:ea typeface="Calibri"/>
              <a:cs typeface="Calibri"/>
            </a:endParaRPr>
          </a:p>
        </p:txBody>
      </p:sp>
      <p:sp>
        <p:nvSpPr>
          <p:cNvPr id="34" name="Shape 32"/>
          <p:cNvSpPr/>
          <p:nvPr/>
        </p:nvSpPr>
        <p:spPr>
          <a:xfrm>
            <a:off x="502920" y="5161281"/>
            <a:ext cx="11183112" cy="594360"/>
          </a:xfrm>
          <a:prstGeom prst="roundRect">
            <a:avLst>
              <a:gd name="adj" fmla="val 9231"/>
            </a:avLst>
          </a:prstGeom>
          <a:solidFill>
            <a:srgbClr val="003362"/>
          </a:solidFill>
          <a:ln/>
        </p:spPr>
        <p:txBody>
          <a:bodyPr/>
          <a:lstStyle/>
          <a:p>
            <a:endParaRPr lang="nl-NL"/>
          </a:p>
        </p:txBody>
      </p:sp>
      <p:sp>
        <p:nvSpPr>
          <p:cNvPr id="35" name="Text 33"/>
          <p:cNvSpPr/>
          <p:nvPr/>
        </p:nvSpPr>
        <p:spPr>
          <a:xfrm>
            <a:off x="713232" y="5161281"/>
            <a:ext cx="10789920" cy="594360"/>
          </a:xfrm>
          <a:prstGeom prst="rect">
            <a:avLst/>
          </a:prstGeom>
          <a:noFill/>
          <a:ln/>
        </p:spPr>
        <p:txBody>
          <a:bodyPr wrap="square" lIns="91440" tIns="45720" rIns="91440" bIns="45720" rtlCol="0" anchor="ctr"/>
          <a:lstStyle/>
          <a:p>
            <a:pPr marL="0" indent="0">
              <a:buNone/>
            </a:pPr>
            <a:r>
              <a:rPr lang="en-US" sz="1100" i="1" dirty="0">
                <a:solidFill>
                  <a:srgbClr val="CFE3EF"/>
                </a:solidFill>
                <a:latin typeface="Arial"/>
                <a:ea typeface="Arial" pitchFamily="34" charset="-122"/>
                <a:cs typeface="Arial"/>
              </a:rPr>
              <a:t>We </a:t>
            </a:r>
            <a:r>
              <a:rPr lang="en-US" sz="1100" i="1" dirty="0" err="1">
                <a:solidFill>
                  <a:srgbClr val="CFE3EF"/>
                </a:solidFill>
                <a:latin typeface="Arial"/>
                <a:ea typeface="Arial" pitchFamily="34" charset="-122"/>
                <a:cs typeface="Arial"/>
              </a:rPr>
              <a:t>maken</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onderscheid</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tussen</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korte</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middellange</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en</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lange</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termijn</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doelen</a:t>
            </a:r>
            <a:r>
              <a:rPr lang="en-US" sz="1100" i="1" dirty="0">
                <a:solidFill>
                  <a:srgbClr val="CFE3EF"/>
                </a:solidFill>
                <a:latin typeface="Arial"/>
                <a:ea typeface="Arial" pitchFamily="34" charset="-122"/>
                <a:cs typeface="Arial"/>
              </a:rPr>
              <a:t>. Zo </a:t>
            </a:r>
            <a:r>
              <a:rPr lang="en-US" sz="1100" i="1" dirty="0" err="1">
                <a:solidFill>
                  <a:srgbClr val="CFE3EF"/>
                </a:solidFill>
                <a:latin typeface="Arial"/>
                <a:ea typeface="Arial" pitchFamily="34" charset="-122"/>
                <a:cs typeface="Arial"/>
              </a:rPr>
              <a:t>blijven</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belangrijke</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implicaties</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voor</a:t>
            </a:r>
            <a:r>
              <a:rPr lang="en-US" sz="1100" i="1" dirty="0">
                <a:solidFill>
                  <a:srgbClr val="CFE3EF"/>
                </a:solidFill>
                <a:latin typeface="Arial"/>
                <a:ea typeface="Arial" pitchFamily="34" charset="-122"/>
                <a:cs typeface="Arial"/>
              </a:rPr>
              <a:t> de </a:t>
            </a:r>
            <a:r>
              <a:rPr lang="en-US" sz="1100" i="1" dirty="0" err="1">
                <a:solidFill>
                  <a:srgbClr val="CFE3EF"/>
                </a:solidFill>
                <a:latin typeface="Arial"/>
                <a:ea typeface="Arial" pitchFamily="34" charset="-122"/>
                <a:cs typeface="Arial"/>
              </a:rPr>
              <a:t>lange</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termijn</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niet</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onderbelicht</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en</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wordt</a:t>
            </a:r>
            <a:r>
              <a:rPr lang="en-US" sz="1100" i="1" dirty="0">
                <a:solidFill>
                  <a:srgbClr val="CFE3EF"/>
                </a:solidFill>
                <a:latin typeface="Arial"/>
                <a:ea typeface="Arial" pitchFamily="34" charset="-122"/>
                <a:cs typeface="Arial"/>
              </a:rPr>
              <a:t> de </a:t>
            </a:r>
            <a:r>
              <a:rPr lang="en-US" sz="1100" i="1" dirty="0" err="1">
                <a:solidFill>
                  <a:srgbClr val="CFE3EF"/>
                </a:solidFill>
                <a:latin typeface="Arial"/>
                <a:ea typeface="Arial" pitchFamily="34" charset="-122"/>
                <a:cs typeface="Arial"/>
              </a:rPr>
              <a:t>implementatie</a:t>
            </a:r>
            <a:r>
              <a:rPr lang="en-US" sz="1100" i="1" dirty="0">
                <a:solidFill>
                  <a:srgbClr val="CFE3EF"/>
                </a:solidFill>
                <a:latin typeface="Arial"/>
                <a:ea typeface="Arial" pitchFamily="34" charset="-122"/>
                <a:cs typeface="Arial"/>
              </a:rPr>
              <a:t> </a:t>
            </a:r>
            <a:r>
              <a:rPr lang="en-US" sz="1100" i="1" dirty="0" err="1">
                <a:solidFill>
                  <a:srgbClr val="CFE3EF"/>
                </a:solidFill>
                <a:latin typeface="Arial"/>
                <a:ea typeface="Arial" pitchFamily="34" charset="-122"/>
                <a:cs typeface="Arial"/>
              </a:rPr>
              <a:t>toekomstbestendiger</a:t>
            </a:r>
            <a:r>
              <a:rPr lang="en-US" sz="1100" i="1" dirty="0">
                <a:solidFill>
                  <a:srgbClr val="CFE3EF"/>
                </a:solidFill>
                <a:latin typeface="Arial"/>
                <a:ea typeface="Arial" pitchFamily="34" charset="-122"/>
                <a:cs typeface="Arial"/>
              </a:rPr>
              <a:t>.</a:t>
            </a:r>
            <a:endParaRPr lang="en-US" sz="1100" dirty="0">
              <a:latin typeface="Arial"/>
              <a:cs typeface="Arial"/>
            </a:endParaRPr>
          </a:p>
        </p:txBody>
      </p:sp>
    </p:spTree>
    <p:extLst>
      <p:ext uri="{BB962C8B-B14F-4D97-AF65-F5344CB8AC3E}">
        <p14:creationId xmlns:p14="http://schemas.microsoft.com/office/powerpoint/2010/main" val="3097946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BUSINESSCONTEXT &amp; DOELEN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Business doelen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Businesscontext &amp; doelen</a:t>
            </a:r>
            <a:endParaRPr lang="en-US" sz="950" dirty="0"/>
          </a:p>
        </p:txBody>
      </p:sp>
      <p:sp>
        <p:nvSpPr>
          <p:cNvPr id="7" name="Shape 5"/>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8" name="Text 6"/>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9" name="Shape 7"/>
          <p:cNvSpPr/>
          <p:nvPr/>
        </p:nvSpPr>
        <p:spPr>
          <a:xfrm>
            <a:off x="502920" y="1371600"/>
            <a:ext cx="5431536" cy="1997964"/>
          </a:xfrm>
          <a:prstGeom prst="roundRect">
            <a:avLst>
              <a:gd name="adj" fmla="val 3661"/>
            </a:avLst>
          </a:prstGeom>
          <a:solidFill>
            <a:srgbClr val="F5F8FA"/>
          </a:solidFill>
          <a:ln/>
        </p:spPr>
        <p:txBody>
          <a:bodyPr/>
          <a:lstStyle/>
          <a:p>
            <a:endParaRPr lang="nl-NL"/>
          </a:p>
        </p:txBody>
      </p:sp>
      <p:sp>
        <p:nvSpPr>
          <p:cNvPr id="10" name="Shape 8"/>
          <p:cNvSpPr/>
          <p:nvPr/>
        </p:nvSpPr>
        <p:spPr>
          <a:xfrm>
            <a:off x="502920" y="1371600"/>
            <a:ext cx="5431536" cy="64008"/>
          </a:xfrm>
          <a:prstGeom prst="rect">
            <a:avLst/>
          </a:prstGeom>
          <a:solidFill>
            <a:srgbClr val="E76734"/>
          </a:solidFill>
          <a:ln/>
        </p:spPr>
        <p:txBody>
          <a:bodyPr/>
          <a:lstStyle/>
          <a:p>
            <a:endParaRPr lang="nl-NL"/>
          </a:p>
        </p:txBody>
      </p:sp>
      <p:sp>
        <p:nvSpPr>
          <p:cNvPr id="11" name="Text 9"/>
          <p:cNvSpPr/>
          <p:nvPr/>
        </p:nvSpPr>
        <p:spPr>
          <a:xfrm>
            <a:off x="704088" y="1499616"/>
            <a:ext cx="5029200" cy="365760"/>
          </a:xfrm>
          <a:prstGeom prst="rect">
            <a:avLst/>
          </a:prstGeom>
          <a:noFill/>
          <a:ln/>
        </p:spPr>
        <p:txBody>
          <a:bodyPr wrap="square" rtlCol="0" anchor="ctr"/>
          <a:lstStyle/>
          <a:p>
            <a:pPr marL="0" indent="0">
              <a:buNone/>
            </a:pPr>
            <a:r>
              <a:rPr lang="en-US" sz="1250" b="1" dirty="0">
                <a:solidFill>
                  <a:srgbClr val="003362"/>
                </a:solidFill>
                <a:latin typeface="Arial" pitchFamily="34" charset="0"/>
                <a:ea typeface="Arial" pitchFamily="34" charset="-122"/>
                <a:cs typeface="Arial" pitchFamily="34" charset="-120"/>
              </a:rPr>
              <a:t>Verbeteren digitale dienstverlening</a:t>
            </a:r>
            <a:endParaRPr lang="en-US" sz="1250" dirty="0"/>
          </a:p>
        </p:txBody>
      </p:sp>
      <p:sp>
        <p:nvSpPr>
          <p:cNvPr id="12" name="Text 10"/>
          <p:cNvSpPr/>
          <p:nvPr/>
        </p:nvSpPr>
        <p:spPr>
          <a:xfrm>
            <a:off x="704088" y="1874520"/>
            <a:ext cx="5029200" cy="868680"/>
          </a:xfrm>
          <a:prstGeom prst="rect">
            <a:avLst/>
          </a:prstGeom>
          <a:noFill/>
          <a:ln/>
        </p:spPr>
        <p:txBody>
          <a:bodyPr wrap="square" rtlCol="0" anchor="t"/>
          <a:lstStyle/>
          <a:p>
            <a:pPr marL="0" indent="0">
              <a:lnSpc>
                <a:spcPts val="1200"/>
              </a:lnSpc>
              <a:buNone/>
            </a:pPr>
            <a:r>
              <a:rPr lang="en-US" sz="950" dirty="0">
                <a:solidFill>
                  <a:srgbClr val="2B3033"/>
                </a:solidFill>
                <a:latin typeface="Arial" pitchFamily="34" charset="0"/>
                <a:ea typeface="Arial" pitchFamily="34" charset="-122"/>
                <a:cs typeface="Arial" pitchFamily="34" charset="-120"/>
              </a:rPr>
              <a:t>• Burgers kunnen digitaal aanvragen indienen</a:t>
            </a:r>
            <a:endParaRPr lang="en-US" sz="950" dirty="0"/>
          </a:p>
          <a:p>
            <a:pPr marL="0" indent="0">
              <a:lnSpc>
                <a:spcPts val="1200"/>
              </a:lnSpc>
              <a:buNone/>
            </a:pPr>
            <a:r>
              <a:rPr lang="en-US" sz="950" dirty="0">
                <a:solidFill>
                  <a:srgbClr val="2B3033"/>
                </a:solidFill>
                <a:latin typeface="Arial" pitchFamily="34" charset="0"/>
                <a:ea typeface="Arial" pitchFamily="34" charset="-122"/>
                <a:cs typeface="Arial" pitchFamily="34" charset="-120"/>
              </a:rPr>
              <a:t>• Inzicht in status en voortgang</a:t>
            </a:r>
            <a:endParaRPr lang="en-US" sz="950" dirty="0"/>
          </a:p>
          <a:p>
            <a:pPr marL="0" indent="0">
              <a:lnSpc>
                <a:spcPts val="1200"/>
              </a:lnSpc>
              <a:buNone/>
            </a:pPr>
            <a:r>
              <a:rPr lang="en-US" sz="950" dirty="0">
                <a:solidFill>
                  <a:srgbClr val="2B3033"/>
                </a:solidFill>
                <a:latin typeface="Arial" pitchFamily="34" charset="0"/>
                <a:ea typeface="Arial" pitchFamily="34" charset="-122"/>
                <a:cs typeface="Arial" pitchFamily="34" charset="-120"/>
              </a:rPr>
              <a:t>• Snellere doorlooptijd</a:t>
            </a:r>
            <a:endParaRPr lang="en-US" sz="950" dirty="0"/>
          </a:p>
        </p:txBody>
      </p:sp>
      <p:sp>
        <p:nvSpPr>
          <p:cNvPr id="13" name="Text 11"/>
          <p:cNvSpPr/>
          <p:nvPr/>
        </p:nvSpPr>
        <p:spPr>
          <a:xfrm>
            <a:off x="704088" y="2802636"/>
            <a:ext cx="5029200" cy="201168"/>
          </a:xfrm>
          <a:prstGeom prst="rect">
            <a:avLst/>
          </a:prstGeom>
          <a:noFill/>
          <a:ln/>
        </p:spPr>
        <p:txBody>
          <a:bodyPr wrap="square" rtlCol="0" anchor="ctr"/>
          <a:lstStyle/>
          <a:p>
            <a:pPr marL="0" indent="0">
              <a:buNone/>
            </a:pPr>
            <a:r>
              <a:rPr lang="en-US" sz="900" b="1" dirty="0">
                <a:solidFill>
                  <a:srgbClr val="E76734"/>
                </a:solidFill>
                <a:latin typeface="Arial" pitchFamily="34" charset="0"/>
                <a:ea typeface="Arial" pitchFamily="34" charset="-122"/>
                <a:cs typeface="Arial" pitchFamily="34" charset="-120"/>
              </a:rPr>
              <a:t>Termijn: </a:t>
            </a:r>
            <a:r>
              <a:rPr lang="en-US" sz="900" dirty="0">
                <a:solidFill>
                  <a:srgbClr val="2B3033"/>
                </a:solidFill>
                <a:latin typeface="Arial" pitchFamily="34" charset="0"/>
                <a:ea typeface="Arial" pitchFamily="34" charset="-122"/>
                <a:cs typeface="Arial" pitchFamily="34" charset="-120"/>
              </a:rPr>
              <a:t>Bij eerste livegang</a:t>
            </a:r>
            <a:endParaRPr lang="en-US" sz="900" dirty="0"/>
          </a:p>
        </p:txBody>
      </p:sp>
      <p:sp>
        <p:nvSpPr>
          <p:cNvPr id="14" name="Text 12"/>
          <p:cNvSpPr/>
          <p:nvPr/>
        </p:nvSpPr>
        <p:spPr>
          <a:xfrm>
            <a:off x="704088" y="3003804"/>
            <a:ext cx="5029200" cy="347472"/>
          </a:xfrm>
          <a:prstGeom prst="rect">
            <a:avLst/>
          </a:prstGeom>
          <a:noFill/>
          <a:ln/>
        </p:spPr>
        <p:txBody>
          <a:bodyPr wrap="square" rtlCol="0" anchor="t"/>
          <a:lstStyle/>
          <a:p>
            <a:pPr marL="0" indent="0">
              <a:lnSpc>
                <a:spcPts val="1000"/>
              </a:lnSpc>
              <a:buNone/>
            </a:pPr>
            <a:r>
              <a:rPr lang="en-US" sz="850" b="1" dirty="0">
                <a:solidFill>
                  <a:srgbClr val="E76734"/>
                </a:solidFill>
                <a:latin typeface="Arial" pitchFamily="34" charset="0"/>
                <a:ea typeface="Arial" pitchFamily="34" charset="-122"/>
                <a:cs typeface="Arial" pitchFamily="34" charset="-120"/>
              </a:rPr>
              <a:t>Hoe te meten? </a:t>
            </a:r>
            <a:r>
              <a:rPr lang="en-US" sz="850" i="1" dirty="0">
                <a:solidFill>
                  <a:srgbClr val="6B7680"/>
                </a:solidFill>
                <a:latin typeface="Arial" pitchFamily="34" charset="0"/>
                <a:ea typeface="Arial" pitchFamily="34" charset="-122"/>
                <a:cs typeface="Arial" pitchFamily="34" charset="-120"/>
              </a:rPr>
              <a:t>Gem. doorlooptijd t.o.v. oude situatie; klanttevredenheid &gt; 7,5</a:t>
            </a:r>
            <a:endParaRPr lang="en-US" sz="850" dirty="0"/>
          </a:p>
        </p:txBody>
      </p:sp>
      <p:sp>
        <p:nvSpPr>
          <p:cNvPr id="15" name="Shape 13"/>
          <p:cNvSpPr/>
          <p:nvPr/>
        </p:nvSpPr>
        <p:spPr>
          <a:xfrm>
            <a:off x="6254496" y="1371600"/>
            <a:ext cx="5431536" cy="1997964"/>
          </a:xfrm>
          <a:prstGeom prst="roundRect">
            <a:avLst>
              <a:gd name="adj" fmla="val 3661"/>
            </a:avLst>
          </a:prstGeom>
          <a:solidFill>
            <a:srgbClr val="F5F8FA"/>
          </a:solidFill>
          <a:ln/>
        </p:spPr>
        <p:txBody>
          <a:bodyPr/>
          <a:lstStyle/>
          <a:p>
            <a:endParaRPr lang="nl-NL"/>
          </a:p>
        </p:txBody>
      </p:sp>
      <p:sp>
        <p:nvSpPr>
          <p:cNvPr id="16" name="Shape 14"/>
          <p:cNvSpPr/>
          <p:nvPr/>
        </p:nvSpPr>
        <p:spPr>
          <a:xfrm>
            <a:off x="6254496" y="1371600"/>
            <a:ext cx="5431536" cy="64008"/>
          </a:xfrm>
          <a:prstGeom prst="rect">
            <a:avLst/>
          </a:prstGeom>
          <a:solidFill>
            <a:srgbClr val="89CDF2"/>
          </a:solidFill>
          <a:ln/>
        </p:spPr>
        <p:txBody>
          <a:bodyPr/>
          <a:lstStyle/>
          <a:p>
            <a:endParaRPr lang="nl-NL"/>
          </a:p>
        </p:txBody>
      </p:sp>
      <p:sp>
        <p:nvSpPr>
          <p:cNvPr id="17" name="Text 15"/>
          <p:cNvSpPr/>
          <p:nvPr/>
        </p:nvSpPr>
        <p:spPr>
          <a:xfrm>
            <a:off x="6455664" y="1499616"/>
            <a:ext cx="5029200" cy="365760"/>
          </a:xfrm>
          <a:prstGeom prst="rect">
            <a:avLst/>
          </a:prstGeom>
          <a:noFill/>
          <a:ln/>
        </p:spPr>
        <p:txBody>
          <a:bodyPr wrap="square" rtlCol="0" anchor="ctr"/>
          <a:lstStyle/>
          <a:p>
            <a:pPr marL="0" indent="0">
              <a:buNone/>
            </a:pPr>
            <a:r>
              <a:rPr lang="en-US" sz="1250" b="1" dirty="0">
                <a:solidFill>
                  <a:srgbClr val="003362"/>
                </a:solidFill>
                <a:latin typeface="Arial" pitchFamily="34" charset="0"/>
                <a:ea typeface="Arial" pitchFamily="34" charset="-122"/>
                <a:cs typeface="Arial" pitchFamily="34" charset="-120"/>
              </a:rPr>
              <a:t>Efficiëntie interne processen</a:t>
            </a:r>
            <a:endParaRPr lang="en-US" sz="1250" dirty="0"/>
          </a:p>
        </p:txBody>
      </p:sp>
      <p:sp>
        <p:nvSpPr>
          <p:cNvPr id="18" name="Text 16"/>
          <p:cNvSpPr/>
          <p:nvPr/>
        </p:nvSpPr>
        <p:spPr>
          <a:xfrm>
            <a:off x="6455664" y="1874520"/>
            <a:ext cx="5029200" cy="868680"/>
          </a:xfrm>
          <a:prstGeom prst="rect">
            <a:avLst/>
          </a:prstGeom>
          <a:noFill/>
          <a:ln/>
        </p:spPr>
        <p:txBody>
          <a:bodyPr wrap="square" rtlCol="0" anchor="t"/>
          <a:lstStyle/>
          <a:p>
            <a:pPr marL="0" indent="0">
              <a:lnSpc>
                <a:spcPts val="1200"/>
              </a:lnSpc>
              <a:buNone/>
            </a:pPr>
            <a:r>
              <a:rPr lang="en-US" sz="950" dirty="0">
                <a:solidFill>
                  <a:srgbClr val="2B3033"/>
                </a:solidFill>
                <a:latin typeface="Arial" pitchFamily="34" charset="0"/>
                <a:ea typeface="Arial" pitchFamily="34" charset="-122"/>
                <a:cs typeface="Arial" pitchFamily="34" charset="-120"/>
              </a:rPr>
              <a:t>• Minder handmatige handelingen</a:t>
            </a:r>
            <a:endParaRPr lang="en-US" sz="950" dirty="0"/>
          </a:p>
          <a:p>
            <a:pPr marL="0" indent="0">
              <a:lnSpc>
                <a:spcPts val="1200"/>
              </a:lnSpc>
              <a:buNone/>
            </a:pPr>
            <a:r>
              <a:rPr lang="en-US" sz="950" dirty="0">
                <a:solidFill>
                  <a:srgbClr val="2B3033"/>
                </a:solidFill>
                <a:latin typeface="Arial" pitchFamily="34" charset="0"/>
                <a:ea typeface="Arial" pitchFamily="34" charset="-122"/>
                <a:cs typeface="Arial" pitchFamily="34" charset="-120"/>
              </a:rPr>
              <a:t>• Minder fouten, snellere verwerking</a:t>
            </a:r>
            <a:endParaRPr lang="en-US" sz="950" dirty="0"/>
          </a:p>
        </p:txBody>
      </p:sp>
      <p:sp>
        <p:nvSpPr>
          <p:cNvPr id="19" name="Text 17"/>
          <p:cNvSpPr/>
          <p:nvPr/>
        </p:nvSpPr>
        <p:spPr>
          <a:xfrm>
            <a:off x="6455664" y="2802636"/>
            <a:ext cx="5029200" cy="201168"/>
          </a:xfrm>
          <a:prstGeom prst="rect">
            <a:avLst/>
          </a:prstGeom>
          <a:noFill/>
          <a:ln/>
        </p:spPr>
        <p:txBody>
          <a:bodyPr wrap="square" rtlCol="0" anchor="ctr"/>
          <a:lstStyle/>
          <a:p>
            <a:pPr marL="0" indent="0">
              <a:buNone/>
            </a:pPr>
            <a:r>
              <a:rPr lang="en-US" sz="900" b="1" dirty="0">
                <a:solidFill>
                  <a:srgbClr val="89CDF2"/>
                </a:solidFill>
                <a:latin typeface="Arial" pitchFamily="34" charset="0"/>
                <a:ea typeface="Arial" pitchFamily="34" charset="-122"/>
                <a:cs typeface="Arial" pitchFamily="34" charset="-120"/>
              </a:rPr>
              <a:t>Termijn: </a:t>
            </a:r>
            <a:r>
              <a:rPr lang="en-US" sz="900" dirty="0">
                <a:solidFill>
                  <a:srgbClr val="2B3033"/>
                </a:solidFill>
                <a:latin typeface="Arial" pitchFamily="34" charset="0"/>
                <a:ea typeface="Arial" pitchFamily="34" charset="-122"/>
                <a:cs typeface="Arial" pitchFamily="34" charset="-120"/>
              </a:rPr>
              <a:t>Bij eerste livegang</a:t>
            </a:r>
            <a:endParaRPr lang="en-US" sz="900" dirty="0"/>
          </a:p>
        </p:txBody>
      </p:sp>
      <p:sp>
        <p:nvSpPr>
          <p:cNvPr id="20" name="Text 18"/>
          <p:cNvSpPr/>
          <p:nvPr/>
        </p:nvSpPr>
        <p:spPr>
          <a:xfrm>
            <a:off x="6455664" y="3003804"/>
            <a:ext cx="5029200" cy="347472"/>
          </a:xfrm>
          <a:prstGeom prst="rect">
            <a:avLst/>
          </a:prstGeom>
          <a:noFill/>
          <a:ln/>
        </p:spPr>
        <p:txBody>
          <a:bodyPr wrap="square" rtlCol="0" anchor="t"/>
          <a:lstStyle/>
          <a:p>
            <a:pPr marL="0" indent="0">
              <a:lnSpc>
                <a:spcPts val="1000"/>
              </a:lnSpc>
              <a:buNone/>
            </a:pPr>
            <a:r>
              <a:rPr lang="en-US" sz="850" b="1" dirty="0">
                <a:solidFill>
                  <a:srgbClr val="89CDF2"/>
                </a:solidFill>
                <a:latin typeface="Arial" pitchFamily="34" charset="0"/>
                <a:ea typeface="Arial" pitchFamily="34" charset="-122"/>
                <a:cs typeface="Arial" pitchFamily="34" charset="-120"/>
              </a:rPr>
              <a:t>Hoe te meten? </a:t>
            </a:r>
            <a:r>
              <a:rPr lang="en-US" sz="850" i="1" dirty="0">
                <a:solidFill>
                  <a:srgbClr val="6B7680"/>
                </a:solidFill>
                <a:latin typeface="Arial" pitchFamily="34" charset="0"/>
                <a:ea typeface="Arial" pitchFamily="34" charset="-122"/>
                <a:cs typeface="Arial" pitchFamily="34" charset="-120"/>
              </a:rPr>
              <a:t>% zaken met overschreden doorlooptijd</a:t>
            </a:r>
            <a:endParaRPr lang="en-US" sz="850" dirty="0"/>
          </a:p>
        </p:txBody>
      </p:sp>
      <p:sp>
        <p:nvSpPr>
          <p:cNvPr id="21" name="Shape 19"/>
          <p:cNvSpPr/>
          <p:nvPr/>
        </p:nvSpPr>
        <p:spPr>
          <a:xfrm>
            <a:off x="502920" y="3625596"/>
            <a:ext cx="5431536" cy="1997964"/>
          </a:xfrm>
          <a:prstGeom prst="roundRect">
            <a:avLst>
              <a:gd name="adj" fmla="val 3661"/>
            </a:avLst>
          </a:prstGeom>
          <a:solidFill>
            <a:srgbClr val="F5F8FA"/>
          </a:solidFill>
          <a:ln/>
        </p:spPr>
        <p:txBody>
          <a:bodyPr/>
          <a:lstStyle/>
          <a:p>
            <a:endParaRPr lang="nl-NL"/>
          </a:p>
        </p:txBody>
      </p:sp>
      <p:sp>
        <p:nvSpPr>
          <p:cNvPr id="22" name="Shape 20"/>
          <p:cNvSpPr/>
          <p:nvPr/>
        </p:nvSpPr>
        <p:spPr>
          <a:xfrm>
            <a:off x="502920" y="3625596"/>
            <a:ext cx="5431536" cy="64008"/>
          </a:xfrm>
          <a:prstGeom prst="rect">
            <a:avLst/>
          </a:prstGeom>
          <a:solidFill>
            <a:srgbClr val="003362"/>
          </a:solidFill>
          <a:ln/>
        </p:spPr>
        <p:txBody>
          <a:bodyPr/>
          <a:lstStyle/>
          <a:p>
            <a:endParaRPr lang="nl-NL"/>
          </a:p>
        </p:txBody>
      </p:sp>
      <p:sp>
        <p:nvSpPr>
          <p:cNvPr id="23" name="Text 21"/>
          <p:cNvSpPr/>
          <p:nvPr/>
        </p:nvSpPr>
        <p:spPr>
          <a:xfrm>
            <a:off x="704088" y="3753612"/>
            <a:ext cx="5029200" cy="365760"/>
          </a:xfrm>
          <a:prstGeom prst="rect">
            <a:avLst/>
          </a:prstGeom>
          <a:noFill/>
          <a:ln/>
        </p:spPr>
        <p:txBody>
          <a:bodyPr wrap="square" rtlCol="0" anchor="ctr"/>
          <a:lstStyle/>
          <a:p>
            <a:pPr marL="0" indent="0">
              <a:buNone/>
            </a:pPr>
            <a:r>
              <a:rPr lang="en-US" sz="1250" b="1" dirty="0">
                <a:solidFill>
                  <a:srgbClr val="003362"/>
                </a:solidFill>
                <a:latin typeface="Arial" pitchFamily="34" charset="0"/>
                <a:ea typeface="Arial" pitchFamily="34" charset="-122"/>
                <a:cs typeface="Arial" pitchFamily="34" charset="-120"/>
              </a:rPr>
              <a:t>Medewerkerstevredenheid verhogen</a:t>
            </a:r>
            <a:endParaRPr lang="en-US" sz="1250" dirty="0"/>
          </a:p>
        </p:txBody>
      </p:sp>
      <p:sp>
        <p:nvSpPr>
          <p:cNvPr id="24" name="Text 22"/>
          <p:cNvSpPr/>
          <p:nvPr/>
        </p:nvSpPr>
        <p:spPr>
          <a:xfrm>
            <a:off x="704088" y="4128516"/>
            <a:ext cx="5029200" cy="868680"/>
          </a:xfrm>
          <a:prstGeom prst="rect">
            <a:avLst/>
          </a:prstGeom>
          <a:noFill/>
          <a:ln/>
        </p:spPr>
        <p:txBody>
          <a:bodyPr wrap="square" rtlCol="0" anchor="t"/>
          <a:lstStyle/>
          <a:p>
            <a:pPr marL="0" indent="0">
              <a:lnSpc>
                <a:spcPts val="1200"/>
              </a:lnSpc>
              <a:buNone/>
            </a:pPr>
            <a:r>
              <a:rPr lang="en-US" sz="950" dirty="0">
                <a:solidFill>
                  <a:srgbClr val="2B3033"/>
                </a:solidFill>
                <a:latin typeface="Arial" pitchFamily="34" charset="0"/>
                <a:ea typeface="Arial" pitchFamily="34" charset="-122"/>
                <a:cs typeface="Arial" pitchFamily="34" charset="-120"/>
              </a:rPr>
              <a:t>• Minder frustratie over versnipperde systemen</a:t>
            </a:r>
            <a:endParaRPr lang="en-US" sz="950" dirty="0"/>
          </a:p>
          <a:p>
            <a:pPr marL="0" indent="0">
              <a:lnSpc>
                <a:spcPts val="1200"/>
              </a:lnSpc>
              <a:buNone/>
            </a:pPr>
            <a:r>
              <a:rPr lang="en-US" sz="950" dirty="0">
                <a:solidFill>
                  <a:srgbClr val="2B3033"/>
                </a:solidFill>
                <a:latin typeface="Arial" pitchFamily="34" charset="0"/>
                <a:ea typeface="Arial" pitchFamily="34" charset="-122"/>
                <a:cs typeface="Arial" pitchFamily="34" charset="-120"/>
              </a:rPr>
              <a:t>• Eenduidige, gebruiksvriendelijke werkwijze</a:t>
            </a:r>
            <a:endParaRPr lang="en-US" sz="950" dirty="0"/>
          </a:p>
          <a:p>
            <a:pPr marL="0" indent="0">
              <a:lnSpc>
                <a:spcPts val="1200"/>
              </a:lnSpc>
              <a:buNone/>
            </a:pPr>
            <a:r>
              <a:rPr lang="en-US" sz="950" dirty="0">
                <a:solidFill>
                  <a:srgbClr val="2B3033"/>
                </a:solidFill>
                <a:latin typeface="Arial" pitchFamily="34" charset="0"/>
                <a:ea typeface="Arial" pitchFamily="34" charset="-122"/>
                <a:cs typeface="Arial" pitchFamily="34" charset="-120"/>
              </a:rPr>
              <a:t>• Betere samenwerking tussen afdelingen</a:t>
            </a:r>
            <a:endParaRPr lang="en-US" sz="950" dirty="0"/>
          </a:p>
        </p:txBody>
      </p:sp>
      <p:sp>
        <p:nvSpPr>
          <p:cNvPr id="25" name="Text 23"/>
          <p:cNvSpPr/>
          <p:nvPr/>
        </p:nvSpPr>
        <p:spPr>
          <a:xfrm>
            <a:off x="704088" y="5056632"/>
            <a:ext cx="5029200" cy="201168"/>
          </a:xfrm>
          <a:prstGeom prst="rect">
            <a:avLst/>
          </a:prstGeom>
          <a:noFill/>
          <a:ln/>
        </p:spPr>
        <p:txBody>
          <a:bodyPr wrap="square" rtlCol="0" anchor="ctr"/>
          <a:lstStyle/>
          <a:p>
            <a:pPr marL="0" indent="0">
              <a:buNone/>
            </a:pPr>
            <a:r>
              <a:rPr lang="en-US" sz="900" b="1" dirty="0">
                <a:solidFill>
                  <a:srgbClr val="003362"/>
                </a:solidFill>
                <a:latin typeface="Arial" pitchFamily="34" charset="0"/>
                <a:ea typeface="Arial" pitchFamily="34" charset="-122"/>
                <a:cs typeface="Arial" pitchFamily="34" charset="-120"/>
              </a:rPr>
              <a:t>Termijn: </a:t>
            </a:r>
            <a:r>
              <a:rPr lang="en-US" sz="900" dirty="0">
                <a:solidFill>
                  <a:srgbClr val="2B3033"/>
                </a:solidFill>
                <a:latin typeface="Arial" pitchFamily="34" charset="0"/>
                <a:ea typeface="Arial" pitchFamily="34" charset="-122"/>
                <a:cs typeface="Arial" pitchFamily="34" charset="-120"/>
              </a:rPr>
              <a:t>1 jaar na implementatie</a:t>
            </a:r>
            <a:endParaRPr lang="en-US" sz="900" dirty="0"/>
          </a:p>
        </p:txBody>
      </p:sp>
      <p:sp>
        <p:nvSpPr>
          <p:cNvPr id="26" name="Text 24"/>
          <p:cNvSpPr/>
          <p:nvPr/>
        </p:nvSpPr>
        <p:spPr>
          <a:xfrm>
            <a:off x="704088" y="5257800"/>
            <a:ext cx="5029200" cy="347472"/>
          </a:xfrm>
          <a:prstGeom prst="rect">
            <a:avLst/>
          </a:prstGeom>
          <a:noFill/>
          <a:ln/>
        </p:spPr>
        <p:txBody>
          <a:bodyPr wrap="square" rtlCol="0" anchor="t"/>
          <a:lstStyle/>
          <a:p>
            <a:pPr marL="0" indent="0">
              <a:lnSpc>
                <a:spcPts val="1000"/>
              </a:lnSpc>
              <a:buNone/>
            </a:pPr>
            <a:r>
              <a:rPr lang="en-US" sz="850" b="1" dirty="0">
                <a:solidFill>
                  <a:srgbClr val="003362"/>
                </a:solidFill>
                <a:latin typeface="Arial" pitchFamily="34" charset="0"/>
                <a:ea typeface="Arial" pitchFamily="34" charset="-122"/>
                <a:cs typeface="Arial" pitchFamily="34" charset="-120"/>
              </a:rPr>
              <a:t>Hoe te meten? </a:t>
            </a:r>
            <a:r>
              <a:rPr lang="en-US" sz="850" i="1" dirty="0">
                <a:solidFill>
                  <a:srgbClr val="6B7680"/>
                </a:solidFill>
                <a:latin typeface="Arial" pitchFamily="34" charset="0"/>
                <a:ea typeface="Arial" pitchFamily="34" charset="-122"/>
                <a:cs typeface="Arial" pitchFamily="34" charset="-120"/>
              </a:rPr>
              <a:t>Medewerkerstevredenheid &gt; 7; aantal supportverzoeken</a:t>
            </a:r>
            <a:endParaRPr lang="en-US" sz="850" dirty="0"/>
          </a:p>
        </p:txBody>
      </p:sp>
      <p:sp>
        <p:nvSpPr>
          <p:cNvPr id="27" name="Shape 25"/>
          <p:cNvSpPr/>
          <p:nvPr/>
        </p:nvSpPr>
        <p:spPr>
          <a:xfrm>
            <a:off x="6254496" y="3625596"/>
            <a:ext cx="5431536" cy="1997964"/>
          </a:xfrm>
          <a:prstGeom prst="roundRect">
            <a:avLst>
              <a:gd name="adj" fmla="val 3661"/>
            </a:avLst>
          </a:prstGeom>
          <a:solidFill>
            <a:srgbClr val="F5F8FA"/>
          </a:solidFill>
          <a:ln/>
        </p:spPr>
        <p:txBody>
          <a:bodyPr/>
          <a:lstStyle/>
          <a:p>
            <a:endParaRPr lang="nl-NL"/>
          </a:p>
        </p:txBody>
      </p:sp>
      <p:sp>
        <p:nvSpPr>
          <p:cNvPr id="28" name="Shape 26"/>
          <p:cNvSpPr/>
          <p:nvPr/>
        </p:nvSpPr>
        <p:spPr>
          <a:xfrm>
            <a:off x="6254496" y="3625596"/>
            <a:ext cx="5431536" cy="64008"/>
          </a:xfrm>
          <a:prstGeom prst="rect">
            <a:avLst/>
          </a:prstGeom>
          <a:solidFill>
            <a:srgbClr val="E76734"/>
          </a:solidFill>
          <a:ln/>
        </p:spPr>
        <p:txBody>
          <a:bodyPr/>
          <a:lstStyle/>
          <a:p>
            <a:endParaRPr lang="nl-NL"/>
          </a:p>
        </p:txBody>
      </p:sp>
      <p:sp>
        <p:nvSpPr>
          <p:cNvPr id="29" name="Text 27"/>
          <p:cNvSpPr/>
          <p:nvPr/>
        </p:nvSpPr>
        <p:spPr>
          <a:xfrm>
            <a:off x="6455664" y="3753612"/>
            <a:ext cx="5029200" cy="365760"/>
          </a:xfrm>
          <a:prstGeom prst="rect">
            <a:avLst/>
          </a:prstGeom>
          <a:noFill/>
          <a:ln/>
        </p:spPr>
        <p:txBody>
          <a:bodyPr wrap="square" rtlCol="0" anchor="ctr"/>
          <a:lstStyle/>
          <a:p>
            <a:pPr marL="0" indent="0">
              <a:buNone/>
            </a:pPr>
            <a:r>
              <a:rPr lang="en-US" sz="1250" b="1" dirty="0">
                <a:solidFill>
                  <a:srgbClr val="003362"/>
                </a:solidFill>
                <a:latin typeface="Arial" pitchFamily="34" charset="0"/>
                <a:ea typeface="Arial" pitchFamily="34" charset="-122"/>
                <a:cs typeface="Arial" pitchFamily="34" charset="-120"/>
              </a:rPr>
              <a:t>Inzicht en sturing verbeteren</a:t>
            </a:r>
            <a:endParaRPr lang="en-US" sz="1250" dirty="0"/>
          </a:p>
        </p:txBody>
      </p:sp>
      <p:sp>
        <p:nvSpPr>
          <p:cNvPr id="30" name="Text 28"/>
          <p:cNvSpPr/>
          <p:nvPr/>
        </p:nvSpPr>
        <p:spPr>
          <a:xfrm>
            <a:off x="6455664" y="4128516"/>
            <a:ext cx="5029200" cy="868680"/>
          </a:xfrm>
          <a:prstGeom prst="rect">
            <a:avLst/>
          </a:prstGeom>
          <a:noFill/>
          <a:ln/>
        </p:spPr>
        <p:txBody>
          <a:bodyPr wrap="square" rtlCol="0" anchor="t"/>
          <a:lstStyle/>
          <a:p>
            <a:pPr marL="0" indent="0">
              <a:lnSpc>
                <a:spcPts val="1200"/>
              </a:lnSpc>
              <a:buNone/>
            </a:pPr>
            <a:r>
              <a:rPr lang="en-US" sz="950" dirty="0">
                <a:solidFill>
                  <a:srgbClr val="2B3033"/>
                </a:solidFill>
                <a:latin typeface="Arial" pitchFamily="34" charset="0"/>
                <a:ea typeface="Arial" pitchFamily="34" charset="-122"/>
                <a:cs typeface="Arial" pitchFamily="34" charset="-120"/>
              </a:rPr>
              <a:t>• Real-time dashboards voor doorlooptijden</a:t>
            </a:r>
            <a:endParaRPr lang="en-US" sz="950" dirty="0"/>
          </a:p>
          <a:p>
            <a:pPr marL="0" indent="0">
              <a:lnSpc>
                <a:spcPts val="1200"/>
              </a:lnSpc>
              <a:buNone/>
            </a:pPr>
            <a:r>
              <a:rPr lang="en-US" sz="950" dirty="0">
                <a:solidFill>
                  <a:srgbClr val="2B3033"/>
                </a:solidFill>
                <a:latin typeface="Arial" pitchFamily="34" charset="0"/>
                <a:ea typeface="Arial" pitchFamily="34" charset="-122"/>
                <a:cs typeface="Arial" pitchFamily="34" charset="-120"/>
              </a:rPr>
              <a:t>• Betere sturing op capaciteit en kwaliteit</a:t>
            </a:r>
            <a:endParaRPr lang="en-US" sz="950" dirty="0"/>
          </a:p>
          <a:p>
            <a:pPr marL="0" indent="0">
              <a:lnSpc>
                <a:spcPts val="1200"/>
              </a:lnSpc>
              <a:buNone/>
            </a:pPr>
            <a:r>
              <a:rPr lang="en-US" sz="950" dirty="0">
                <a:solidFill>
                  <a:srgbClr val="2B3033"/>
                </a:solidFill>
                <a:latin typeface="Arial" pitchFamily="34" charset="0"/>
                <a:ea typeface="Arial" pitchFamily="34" charset="-122"/>
                <a:cs typeface="Arial" pitchFamily="34" charset="-120"/>
              </a:rPr>
              <a:t>• Rapportage op basis van uniforme data</a:t>
            </a:r>
            <a:endParaRPr lang="en-US" sz="950" dirty="0"/>
          </a:p>
        </p:txBody>
      </p:sp>
      <p:sp>
        <p:nvSpPr>
          <p:cNvPr id="31" name="Text 29"/>
          <p:cNvSpPr/>
          <p:nvPr/>
        </p:nvSpPr>
        <p:spPr>
          <a:xfrm>
            <a:off x="6455664" y="5056632"/>
            <a:ext cx="5029200" cy="201168"/>
          </a:xfrm>
          <a:prstGeom prst="rect">
            <a:avLst/>
          </a:prstGeom>
          <a:noFill/>
          <a:ln/>
        </p:spPr>
        <p:txBody>
          <a:bodyPr wrap="square" lIns="91440" tIns="45720" rIns="91440" bIns="45720" rtlCol="0" anchor="ctr"/>
          <a:lstStyle/>
          <a:p>
            <a:pPr marL="0" indent="0">
              <a:buNone/>
            </a:pPr>
            <a:r>
              <a:rPr lang="en-US" sz="900" b="1" dirty="0">
                <a:solidFill>
                  <a:srgbClr val="E76734"/>
                </a:solidFill>
                <a:latin typeface="Arial" pitchFamily="34" charset="0"/>
                <a:cs typeface="Arial" pitchFamily="34" charset="-120"/>
              </a:rPr>
              <a:t>Termijn:</a:t>
            </a:r>
            <a:r>
              <a:rPr lang="en-US" sz="900" b="1" dirty="0">
                <a:solidFill>
                  <a:srgbClr val="4A5559"/>
                </a:solidFill>
                <a:latin typeface="Arial" pitchFamily="34" charset="0"/>
                <a:ea typeface="Arial" pitchFamily="34" charset="-122"/>
                <a:cs typeface="Arial" pitchFamily="34" charset="-120"/>
              </a:rPr>
              <a:t> </a:t>
            </a:r>
            <a:r>
              <a:rPr lang="en-US" sz="900" dirty="0">
                <a:solidFill>
                  <a:srgbClr val="2B3033"/>
                </a:solidFill>
                <a:latin typeface="Arial" pitchFamily="34" charset="0"/>
                <a:ea typeface="Arial" pitchFamily="34" charset="-122"/>
                <a:cs typeface="Arial" pitchFamily="34" charset="-120"/>
              </a:rPr>
              <a:t>2 jaar na implementatie</a:t>
            </a:r>
            <a:endParaRPr lang="en-US" sz="900" dirty="0"/>
          </a:p>
        </p:txBody>
      </p:sp>
      <p:sp>
        <p:nvSpPr>
          <p:cNvPr id="32" name="Text 30"/>
          <p:cNvSpPr/>
          <p:nvPr/>
        </p:nvSpPr>
        <p:spPr>
          <a:xfrm>
            <a:off x="6455664" y="5278120"/>
            <a:ext cx="5029200" cy="347472"/>
          </a:xfrm>
          <a:prstGeom prst="rect">
            <a:avLst/>
          </a:prstGeom>
          <a:noFill/>
          <a:ln/>
        </p:spPr>
        <p:txBody>
          <a:bodyPr wrap="square" rtlCol="0" anchor="t"/>
          <a:lstStyle/>
          <a:p>
            <a:pPr marL="0" indent="0">
              <a:lnSpc>
                <a:spcPts val="1000"/>
              </a:lnSpc>
              <a:buNone/>
            </a:pPr>
            <a:r>
              <a:rPr lang="en-US" sz="900" b="1" dirty="0">
                <a:solidFill>
                  <a:srgbClr val="E76734"/>
                </a:solidFill>
                <a:latin typeface="Arial" pitchFamily="34" charset="0"/>
                <a:cs typeface="Arial" pitchFamily="34" charset="-120"/>
              </a:rPr>
              <a:t>Hoe te meten? </a:t>
            </a:r>
            <a:r>
              <a:rPr lang="en-US" sz="850" i="1" dirty="0">
                <a:solidFill>
                  <a:srgbClr val="6B7680"/>
                </a:solidFill>
                <a:latin typeface="Arial" pitchFamily="34" charset="0"/>
                <a:ea typeface="Arial" pitchFamily="34" charset="-122"/>
                <a:cs typeface="Arial" pitchFamily="34" charset="-120"/>
              </a:rPr>
              <a:t>Werkdruk t.o.v. oude situatie; beschikbaarheid managementrapportages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0A06D-0708-16BC-DF7F-7F9738D66F23}"/>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BD44897D-C0BF-A3E7-1E78-EE3CFDB2F103}"/>
              </a:ext>
            </a:extLst>
          </p:cNvPr>
          <p:cNvSpPr>
            <a:spLocks noGrp="1"/>
          </p:cNvSpPr>
          <p:nvPr>
            <p:ph type="body" idx="102"/>
          </p:nvPr>
        </p:nvSpPr>
        <p:spPr/>
        <p:txBody>
          <a:bodyPr wrap="square" lIns="91440" tIns="45720" rIns="91440" bIns="45720" rtlCol="0" anchor="t"/>
          <a:lstStyle/>
          <a:p>
            <a:r>
              <a:rPr lang="nl-NL" dirty="0">
                <a:latin typeface="Arial"/>
                <a:cs typeface="Arial"/>
              </a:rPr>
              <a:t>HOOFDSTUK </a:t>
            </a:r>
            <a:r>
              <a:rPr lang="nl-NL">
                <a:latin typeface="Arial"/>
                <a:cs typeface="Arial"/>
              </a:rPr>
              <a:t>03</a:t>
            </a:r>
            <a:r>
              <a:rPr lang="nl-NL" dirty="0">
                <a:latin typeface="Arial"/>
                <a:cs typeface="Arial"/>
              </a:rPr>
              <a:t> VAN 05</a:t>
            </a:r>
            <a:endParaRPr lang="nl-NL" dirty="0"/>
          </a:p>
        </p:txBody>
      </p:sp>
      <p:sp>
        <p:nvSpPr>
          <p:cNvPr id="3" name="Titel 2">
            <a:extLst>
              <a:ext uri="{FF2B5EF4-FFF2-40B4-BE49-F238E27FC236}">
                <a16:creationId xmlns:a16="http://schemas.microsoft.com/office/drawing/2014/main" id="{023C3DAC-660F-1E99-FD3B-E41536F98F97}"/>
              </a:ext>
            </a:extLst>
          </p:cNvPr>
          <p:cNvSpPr>
            <a:spLocks noGrp="1"/>
          </p:cNvSpPr>
          <p:nvPr>
            <p:ph type="title" idx="103"/>
          </p:nvPr>
        </p:nvSpPr>
        <p:spPr/>
        <p:txBody>
          <a:bodyPr wrap="square" lIns="91440" tIns="45720" rIns="91440" bIns="45720" rtlCol="0" anchor="t"/>
          <a:lstStyle/>
          <a:p>
            <a:r>
              <a:rPr lang="en-US" dirty="0">
                <a:latin typeface="Helvetica"/>
                <a:cs typeface="Helvetica"/>
              </a:rPr>
              <a:t>Event Storming </a:t>
            </a:r>
            <a:r>
              <a:rPr lang="en-US" dirty="0" err="1">
                <a:latin typeface="Helvetica"/>
                <a:cs typeface="Helvetica"/>
              </a:rPr>
              <a:t>óf</a:t>
            </a:r>
            <a:r>
              <a:rPr lang="en-US" dirty="0">
                <a:latin typeface="Helvetica"/>
                <a:cs typeface="Helvetica"/>
              </a:rPr>
              <a:t> Functionele invulling</a:t>
            </a:r>
            <a:endParaRPr lang="en-US" b="0">
              <a:solidFill>
                <a:srgbClr val="000000"/>
              </a:solidFill>
              <a:latin typeface="Helvetica"/>
              <a:cs typeface="Helvetica"/>
            </a:endParaRPr>
          </a:p>
          <a:p>
            <a:endParaRPr lang="en-US" dirty="0">
              <a:latin typeface="Helvetica"/>
              <a:cs typeface="Helvetica"/>
            </a:endParaRPr>
          </a:p>
          <a:p>
            <a:endParaRPr lang="en-US" dirty="0">
              <a:latin typeface="Helvetica"/>
              <a:cs typeface="Helvetica"/>
            </a:endParaRPr>
          </a:p>
          <a:p>
            <a:endParaRPr lang="nl-NL"/>
          </a:p>
        </p:txBody>
      </p:sp>
      <p:sp>
        <p:nvSpPr>
          <p:cNvPr id="4" name="Tijdelijke aanduiding voor tekst 3">
            <a:extLst>
              <a:ext uri="{FF2B5EF4-FFF2-40B4-BE49-F238E27FC236}">
                <a16:creationId xmlns:a16="http://schemas.microsoft.com/office/drawing/2014/main" id="{8A4F101A-623A-4A7F-8FD7-307F9B15A99C}"/>
              </a:ext>
            </a:extLst>
          </p:cNvPr>
          <p:cNvSpPr>
            <a:spLocks noGrp="1"/>
          </p:cNvSpPr>
          <p:nvPr>
            <p:ph type="body" idx="104"/>
          </p:nvPr>
        </p:nvSpPr>
        <p:spPr>
          <a:xfrm>
            <a:off x="692336" y="3520440"/>
            <a:ext cx="7070328" cy="640080"/>
          </a:xfrm>
        </p:spPr>
        <p:txBody>
          <a:bodyPr wrap="square" lIns="91440" tIns="45720" rIns="91440" bIns="45720" rtlCol="0" anchor="t"/>
          <a:lstStyle/>
          <a:p>
            <a:r>
              <a:rPr lang="en-US" dirty="0">
                <a:latin typeface="Arial"/>
                <a:cs typeface="Arial"/>
              </a:rPr>
              <a:t>Wat is de </a:t>
            </a:r>
            <a:r>
              <a:rPr lang="en-US" dirty="0" err="1">
                <a:latin typeface="Arial"/>
                <a:cs typeface="Arial"/>
              </a:rPr>
              <a:t>optimale</a:t>
            </a:r>
            <a:r>
              <a:rPr lang="en-US" dirty="0">
                <a:latin typeface="Arial"/>
                <a:cs typeface="Arial"/>
              </a:rPr>
              <a:t> </a:t>
            </a:r>
            <a:r>
              <a:rPr lang="en-US" dirty="0" err="1">
                <a:latin typeface="Arial"/>
                <a:cs typeface="Arial"/>
              </a:rPr>
              <a:t>invulling</a:t>
            </a:r>
            <a:r>
              <a:rPr lang="en-US" dirty="0">
                <a:latin typeface="Arial"/>
                <a:cs typeface="Arial"/>
              </a:rPr>
              <a:t> van het </a:t>
            </a:r>
            <a:r>
              <a:rPr lang="en-US" dirty="0" err="1">
                <a:latin typeface="Arial"/>
                <a:cs typeface="Arial"/>
              </a:rPr>
              <a:t>bedrijfsproces</a:t>
            </a:r>
            <a:r>
              <a:rPr lang="en-US" dirty="0">
                <a:latin typeface="Arial"/>
                <a:cs typeface="Arial"/>
              </a:rPr>
              <a:t> op het </a:t>
            </a:r>
            <a:r>
              <a:rPr lang="en-US" dirty="0" err="1">
                <a:latin typeface="Arial"/>
                <a:cs typeface="Arial"/>
              </a:rPr>
              <a:t>gebied</a:t>
            </a:r>
            <a:r>
              <a:rPr lang="en-US" dirty="0">
                <a:latin typeface="Arial"/>
                <a:cs typeface="Arial"/>
              </a:rPr>
              <a:t> van data, </a:t>
            </a:r>
            <a:r>
              <a:rPr lang="en-US" dirty="0" err="1">
                <a:latin typeface="Arial"/>
                <a:cs typeface="Arial"/>
              </a:rPr>
              <a:t>gebruikers</a:t>
            </a:r>
            <a:r>
              <a:rPr lang="en-US" dirty="0">
                <a:latin typeface="Arial"/>
                <a:cs typeface="Arial"/>
              </a:rPr>
              <a:t>, </a:t>
            </a:r>
            <a:r>
              <a:rPr lang="en-US" err="1">
                <a:latin typeface="Arial"/>
                <a:cs typeface="Arial"/>
              </a:rPr>
              <a:t>processen</a:t>
            </a:r>
            <a:r>
              <a:rPr lang="en-US" dirty="0">
                <a:latin typeface="Arial"/>
                <a:cs typeface="Arial"/>
              </a:rPr>
              <a:t> </a:t>
            </a:r>
            <a:r>
              <a:rPr lang="en-US" dirty="0" err="1">
                <a:latin typeface="Arial"/>
                <a:cs typeface="Arial"/>
              </a:rPr>
              <a:t>en</a:t>
            </a:r>
            <a:r>
              <a:rPr lang="en-US" dirty="0">
                <a:latin typeface="Arial"/>
                <a:cs typeface="Arial"/>
              </a:rPr>
              <a:t> </a:t>
            </a:r>
            <a:r>
              <a:rPr lang="en-US" dirty="0" err="1">
                <a:latin typeface="Arial"/>
                <a:cs typeface="Arial"/>
              </a:rPr>
              <a:t>systemen</a:t>
            </a:r>
            <a:r>
              <a:rPr lang="en-US" dirty="0">
                <a:latin typeface="Arial"/>
                <a:cs typeface="Arial"/>
              </a:rPr>
              <a:t>?</a:t>
            </a:r>
            <a:endParaRPr lang="en-US" dirty="0"/>
          </a:p>
          <a:p>
            <a:endParaRPr lang="en-US" dirty="0"/>
          </a:p>
        </p:txBody>
      </p:sp>
      <p:sp>
        <p:nvSpPr>
          <p:cNvPr id="8" name="Shape 7">
            <a:extLst>
              <a:ext uri="{FF2B5EF4-FFF2-40B4-BE49-F238E27FC236}">
                <a16:creationId xmlns:a16="http://schemas.microsoft.com/office/drawing/2014/main" id="{A0C56397-2D39-3A2F-DB6C-4F30BF464461}"/>
              </a:ext>
            </a:extLst>
          </p:cNvPr>
          <p:cNvSpPr/>
          <p:nvPr/>
        </p:nvSpPr>
        <p:spPr>
          <a:xfrm>
            <a:off x="5969689" y="5636476"/>
            <a:ext cx="128016" cy="128016"/>
          </a:xfrm>
          <a:prstGeom prst="ellipse">
            <a:avLst/>
          </a:prstGeom>
          <a:solidFill>
            <a:srgbClr val="E76734"/>
          </a:solidFill>
          <a:ln w="19050">
            <a:solidFill>
              <a:srgbClr val="FFFFFF"/>
            </a:solidFill>
            <a:prstDash val="solid"/>
          </a:ln>
        </p:spPr>
        <p:txBody>
          <a:bodyPr/>
          <a:lstStyle/>
          <a:p>
            <a:endParaRPr lang="nl-NL"/>
          </a:p>
        </p:txBody>
      </p:sp>
      <p:sp>
        <p:nvSpPr>
          <p:cNvPr id="12" name="Shape 4">
            <a:extLst>
              <a:ext uri="{FF2B5EF4-FFF2-40B4-BE49-F238E27FC236}">
                <a16:creationId xmlns:a16="http://schemas.microsoft.com/office/drawing/2014/main" id="{9244078B-9FC4-43FD-48AE-5E566DB49467}"/>
              </a:ext>
            </a:extLst>
          </p:cNvPr>
          <p:cNvSpPr/>
          <p:nvPr/>
        </p:nvSpPr>
        <p:spPr>
          <a:xfrm>
            <a:off x="693807" y="3025992"/>
            <a:ext cx="1463040" cy="41148"/>
          </a:xfrm>
          <a:prstGeom prst="rect">
            <a:avLst/>
          </a:prstGeom>
          <a:solidFill>
            <a:srgbClr val="E76734"/>
          </a:solidFill>
          <a:ln/>
        </p:spPr>
        <p:txBody>
          <a:bodyPr/>
          <a:lstStyle/>
          <a:p>
            <a:endParaRPr lang="nl-NL"/>
          </a:p>
        </p:txBody>
      </p:sp>
      <p:sp>
        <p:nvSpPr>
          <p:cNvPr id="13" name="Text 8">
            <a:extLst>
              <a:ext uri="{FF2B5EF4-FFF2-40B4-BE49-F238E27FC236}">
                <a16:creationId xmlns:a16="http://schemas.microsoft.com/office/drawing/2014/main" id="{7508B079-6850-1C38-C993-C2B4F7761D5F}"/>
              </a:ext>
            </a:extLst>
          </p:cNvPr>
          <p:cNvSpPr/>
          <p:nvPr/>
        </p:nvSpPr>
        <p:spPr>
          <a:xfrm>
            <a:off x="470712" y="5961458"/>
            <a:ext cx="2103120" cy="320040"/>
          </a:xfrm>
          <a:prstGeom prst="rect">
            <a:avLst/>
          </a:prstGeom>
          <a:noFill/>
          <a:ln/>
        </p:spPr>
        <p:txBody>
          <a:bodyPr wrap="square" lIns="91440" tIns="45720" rIns="91440" bIns="45720" rtlCol="0" anchor="ctr"/>
          <a:lstStyle/>
          <a:p>
            <a:pPr marL="0" indent="0" algn="l">
              <a:buNone/>
            </a:pPr>
            <a:r>
              <a:rPr lang="en-US" sz="950" b="1" dirty="0">
                <a:solidFill>
                  <a:srgbClr val="5C88AC"/>
                </a:solidFill>
                <a:latin typeface="Arial"/>
                <a:ea typeface="Arial" pitchFamily="34" charset="-122"/>
                <a:cs typeface="Arial"/>
              </a:rPr>
              <a:t>Introductie</a:t>
            </a:r>
            <a:endParaRPr lang="en-US" sz="950">
              <a:solidFill>
                <a:srgbClr val="5C88AC"/>
              </a:solidFill>
              <a:latin typeface="Arial"/>
              <a:ea typeface="Calibri"/>
              <a:cs typeface="Arial"/>
            </a:endParaRPr>
          </a:p>
        </p:txBody>
      </p:sp>
      <p:sp>
        <p:nvSpPr>
          <p:cNvPr id="15" name="Text 8">
            <a:extLst>
              <a:ext uri="{FF2B5EF4-FFF2-40B4-BE49-F238E27FC236}">
                <a16:creationId xmlns:a16="http://schemas.microsoft.com/office/drawing/2014/main" id="{C8FE092C-38B6-7EC4-2F1F-F7C87C034FBB}"/>
              </a:ext>
            </a:extLst>
          </p:cNvPr>
          <p:cNvSpPr/>
          <p:nvPr/>
        </p:nvSpPr>
        <p:spPr>
          <a:xfrm>
            <a:off x="2834805" y="5961457"/>
            <a:ext cx="2103120" cy="320040"/>
          </a:xfrm>
          <a:prstGeom prst="rect">
            <a:avLst/>
          </a:prstGeom>
          <a:noFill/>
          <a:ln/>
        </p:spPr>
        <p:txBody>
          <a:bodyPr wrap="square" lIns="91440" tIns="45720" rIns="91440" bIns="45720" rtlCol="0" anchor="ctr"/>
          <a:lstStyle/>
          <a:p>
            <a:r>
              <a:rPr lang="en-US" sz="950" b="1" dirty="0">
                <a:solidFill>
                  <a:srgbClr val="5C88AC"/>
                </a:solidFill>
                <a:latin typeface="Arial"/>
                <a:cs typeface="Arial"/>
              </a:rPr>
              <a:t>Context &amp; </a:t>
            </a:r>
            <a:r>
              <a:rPr lang="en-US" sz="950" b="1" dirty="0" err="1">
                <a:solidFill>
                  <a:srgbClr val="5C88AC"/>
                </a:solidFill>
                <a:latin typeface="Arial"/>
                <a:cs typeface="Arial"/>
              </a:rPr>
              <a:t>Doelen</a:t>
            </a:r>
            <a:endParaRPr lang="nl-NL" dirty="0" err="1"/>
          </a:p>
        </p:txBody>
      </p:sp>
      <p:sp>
        <p:nvSpPr>
          <p:cNvPr id="17" name="Text 8">
            <a:extLst>
              <a:ext uri="{FF2B5EF4-FFF2-40B4-BE49-F238E27FC236}">
                <a16:creationId xmlns:a16="http://schemas.microsoft.com/office/drawing/2014/main" id="{084E5492-97B5-D730-BE5C-1BA6A5D4D9EA}"/>
              </a:ext>
            </a:extLst>
          </p:cNvPr>
          <p:cNvSpPr/>
          <p:nvPr/>
        </p:nvSpPr>
        <p:spPr>
          <a:xfrm>
            <a:off x="5524966" y="6032577"/>
            <a:ext cx="2103120" cy="320040"/>
          </a:xfrm>
          <a:prstGeom prst="rect">
            <a:avLst/>
          </a:prstGeom>
          <a:noFill/>
          <a:ln/>
        </p:spPr>
        <p:txBody>
          <a:bodyPr wrap="square" lIns="91440" tIns="45720" rIns="91440" bIns="45720" rtlCol="0" anchor="ctr"/>
          <a:lstStyle/>
          <a:p>
            <a:r>
              <a:rPr lang="en-US" sz="950" b="1" dirty="0">
                <a:solidFill>
                  <a:srgbClr val="5C88AC"/>
                </a:solidFill>
                <a:latin typeface="Arial"/>
                <a:cs typeface="Arial"/>
              </a:rPr>
              <a:t>Event Storming/</a:t>
            </a:r>
            <a:endParaRPr lang="nl-NL" dirty="0">
              <a:solidFill>
                <a:srgbClr val="000000"/>
              </a:solidFill>
              <a:latin typeface="Calibri" panose="020F0502020204030204"/>
              <a:ea typeface="Calibri" panose="020F0502020204030204"/>
              <a:cs typeface="Calibri" panose="020F0502020204030204"/>
            </a:endParaRPr>
          </a:p>
          <a:p>
            <a:r>
              <a:rPr lang="en-US" sz="950" b="1" dirty="0" err="1">
                <a:solidFill>
                  <a:srgbClr val="5C88AC"/>
                </a:solidFill>
                <a:latin typeface="Arial"/>
                <a:cs typeface="Arial"/>
              </a:rPr>
              <a:t>Functionele</a:t>
            </a:r>
            <a:r>
              <a:rPr lang="en-US" sz="950" b="1" dirty="0">
                <a:solidFill>
                  <a:srgbClr val="5C88AC"/>
                </a:solidFill>
                <a:latin typeface="Arial"/>
                <a:cs typeface="Arial"/>
              </a:rPr>
              <a:t> </a:t>
            </a:r>
            <a:r>
              <a:rPr lang="en-US" sz="950" b="1" dirty="0" err="1">
                <a:solidFill>
                  <a:srgbClr val="5C88AC"/>
                </a:solidFill>
                <a:latin typeface="Arial"/>
                <a:cs typeface="Arial"/>
              </a:rPr>
              <a:t>invulling</a:t>
            </a:r>
            <a:endParaRPr lang="nl-NL" dirty="0" err="1">
              <a:ea typeface="Calibri"/>
              <a:cs typeface="Calibri"/>
            </a:endParaRPr>
          </a:p>
        </p:txBody>
      </p:sp>
      <p:sp>
        <p:nvSpPr>
          <p:cNvPr id="19" name="Text 8">
            <a:extLst>
              <a:ext uri="{FF2B5EF4-FFF2-40B4-BE49-F238E27FC236}">
                <a16:creationId xmlns:a16="http://schemas.microsoft.com/office/drawing/2014/main" id="{9AAAB7A9-09A6-3447-2B8A-FA36E35FDA34}"/>
              </a:ext>
            </a:extLst>
          </p:cNvPr>
          <p:cNvSpPr/>
          <p:nvPr/>
        </p:nvSpPr>
        <p:spPr>
          <a:xfrm>
            <a:off x="8288486" y="5961457"/>
            <a:ext cx="2103120" cy="320040"/>
          </a:xfrm>
          <a:prstGeom prst="rect">
            <a:avLst/>
          </a:prstGeom>
          <a:noFill/>
          <a:ln/>
        </p:spPr>
        <p:txBody>
          <a:bodyPr wrap="square" lIns="91440" tIns="45720" rIns="91440" bIns="45720" rtlCol="0" anchor="ctr"/>
          <a:lstStyle/>
          <a:p>
            <a:r>
              <a:rPr lang="en-US" sz="950" b="1" dirty="0" err="1">
                <a:solidFill>
                  <a:srgbClr val="5C88AC"/>
                </a:solidFill>
                <a:latin typeface="Arial"/>
                <a:cs typeface="Arial"/>
              </a:rPr>
              <a:t>Werkwijze</a:t>
            </a:r>
            <a:endParaRPr lang="nl-NL" dirty="0" err="1"/>
          </a:p>
        </p:txBody>
      </p:sp>
      <p:sp>
        <p:nvSpPr>
          <p:cNvPr id="21" name="Text 8">
            <a:extLst>
              <a:ext uri="{FF2B5EF4-FFF2-40B4-BE49-F238E27FC236}">
                <a16:creationId xmlns:a16="http://schemas.microsoft.com/office/drawing/2014/main" id="{F1240205-5ED6-80E1-7022-C675D27779D0}"/>
              </a:ext>
            </a:extLst>
          </p:cNvPr>
          <p:cNvSpPr/>
          <p:nvPr/>
        </p:nvSpPr>
        <p:spPr>
          <a:xfrm>
            <a:off x="10747206" y="5961457"/>
            <a:ext cx="2103120" cy="320040"/>
          </a:xfrm>
          <a:prstGeom prst="rect">
            <a:avLst/>
          </a:prstGeom>
          <a:noFill/>
          <a:ln/>
        </p:spPr>
        <p:txBody>
          <a:bodyPr wrap="square" lIns="91440" tIns="45720" rIns="91440" bIns="45720" rtlCol="0" anchor="ctr"/>
          <a:lstStyle/>
          <a:p>
            <a:r>
              <a:rPr lang="en-US" sz="950" b="1" dirty="0" err="1">
                <a:solidFill>
                  <a:srgbClr val="5C88AC"/>
                </a:solidFill>
                <a:latin typeface="Arial"/>
                <a:cs typeface="Arial"/>
              </a:rPr>
              <a:t>Vervolgstappen</a:t>
            </a:r>
            <a:endParaRPr lang="nl-NL" dirty="0" err="1"/>
          </a:p>
        </p:txBody>
      </p:sp>
    </p:spTree>
    <p:extLst>
      <p:ext uri="{BB962C8B-B14F-4D97-AF65-F5344CB8AC3E}">
        <p14:creationId xmlns:p14="http://schemas.microsoft.com/office/powerpoint/2010/main" val="3632895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PAD A — EVENT STORMING</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Pad A: Event Storming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Event Storming / Functioneel</a:t>
            </a:r>
            <a:endParaRPr lang="en-US" sz="950" dirty="0"/>
          </a:p>
        </p:txBody>
      </p:sp>
      <p:sp>
        <p:nvSpPr>
          <p:cNvPr id="7" name="Text 5"/>
          <p:cNvSpPr/>
          <p:nvPr/>
        </p:nvSpPr>
        <p:spPr>
          <a:xfrm>
            <a:off x="502920" y="1371600"/>
            <a:ext cx="10058400" cy="640080"/>
          </a:xfrm>
          <a:prstGeom prst="rect">
            <a:avLst/>
          </a:prstGeom>
          <a:noFill/>
          <a:ln/>
        </p:spPr>
        <p:txBody>
          <a:bodyPr wrap="square" rtlCol="0" anchor="ctr"/>
          <a:lstStyle/>
          <a:p>
            <a:pPr marL="0" indent="0">
              <a:lnSpc>
                <a:spcPts val="1800"/>
              </a:lnSpc>
              <a:buNone/>
            </a:pPr>
            <a:r>
              <a:rPr lang="en-US" sz="1400" dirty="0">
                <a:solidFill>
                  <a:srgbClr val="2B3033"/>
                </a:solidFill>
                <a:latin typeface="Arial" pitchFamily="34" charset="0"/>
                <a:ea typeface="Arial" pitchFamily="34" charset="-122"/>
                <a:cs typeface="Arial" pitchFamily="34" charset="-120"/>
              </a:rPr>
              <a:t>Kies dit pad voor een interactieve sessie waarin gebruikers, processen, data, systemen en pijnpunten in één keer in kaart worden gebracht.</a:t>
            </a:r>
            <a:endParaRPr lang="en-US" sz="1400" dirty="0"/>
          </a:p>
        </p:txBody>
      </p:sp>
      <p:sp>
        <p:nvSpPr>
          <p:cNvPr id="8" name="Shape 6"/>
          <p:cNvSpPr/>
          <p:nvPr/>
        </p:nvSpPr>
        <p:spPr>
          <a:xfrm>
            <a:off x="502920" y="2286000"/>
            <a:ext cx="11183112" cy="594360"/>
          </a:xfrm>
          <a:prstGeom prst="roundRect">
            <a:avLst>
              <a:gd name="adj" fmla="val 9231"/>
            </a:avLst>
          </a:prstGeom>
          <a:solidFill>
            <a:srgbClr val="F5F8FA"/>
          </a:solidFill>
          <a:ln w="9525">
            <a:solidFill>
              <a:srgbClr val="DCE6EA"/>
            </a:solidFill>
            <a:prstDash val="solid"/>
          </a:ln>
        </p:spPr>
        <p:txBody>
          <a:bodyPr/>
          <a:lstStyle/>
          <a:p>
            <a:endParaRPr lang="nl-NL"/>
          </a:p>
        </p:txBody>
      </p:sp>
      <p:sp>
        <p:nvSpPr>
          <p:cNvPr id="9" name="Text 7"/>
          <p:cNvSpPr/>
          <p:nvPr/>
        </p:nvSpPr>
        <p:spPr>
          <a:xfrm>
            <a:off x="713232" y="2286000"/>
            <a:ext cx="10789920" cy="594360"/>
          </a:xfrm>
          <a:prstGeom prst="rect">
            <a:avLst/>
          </a:prstGeom>
          <a:noFill/>
          <a:ln/>
        </p:spPr>
        <p:txBody>
          <a:bodyPr wrap="square" lIns="91440" tIns="45720" rIns="91440" bIns="45720" rtlCol="0" anchor="ctr"/>
          <a:lstStyle/>
          <a:p>
            <a:r>
              <a:rPr lang="en-US" sz="1200" i="1" dirty="0">
                <a:solidFill>
                  <a:srgbClr val="6B7680"/>
                </a:solidFill>
                <a:latin typeface="Arial"/>
                <a:ea typeface="Arial" pitchFamily="34" charset="-122"/>
                <a:cs typeface="Arial"/>
              </a:rPr>
              <a:t>Bij </a:t>
            </a:r>
            <a:r>
              <a:rPr lang="en-US" sz="1200" i="1" dirty="0" err="1">
                <a:solidFill>
                  <a:srgbClr val="6B7680"/>
                </a:solidFill>
                <a:latin typeface="Arial"/>
                <a:ea typeface="Arial" pitchFamily="34" charset="-122"/>
                <a:cs typeface="Arial"/>
              </a:rPr>
              <a:t>inzetten</a:t>
            </a:r>
            <a:r>
              <a:rPr lang="en-US" sz="1200" i="1" dirty="0">
                <a:solidFill>
                  <a:srgbClr val="6B7680"/>
                </a:solidFill>
                <a:latin typeface="Arial"/>
                <a:ea typeface="Arial" pitchFamily="34" charset="-122"/>
                <a:cs typeface="Arial"/>
              </a:rPr>
              <a:t> van Event Storming: </a:t>
            </a:r>
            <a:r>
              <a:rPr lang="en-US" sz="1200" i="1" dirty="0" err="1">
                <a:solidFill>
                  <a:srgbClr val="6B7680"/>
                </a:solidFill>
                <a:latin typeface="Arial"/>
                <a:ea typeface="Arial" pitchFamily="34" charset="-122"/>
                <a:cs typeface="Arial"/>
              </a:rPr>
              <a:t>sla</a:t>
            </a:r>
            <a:r>
              <a:rPr lang="en-US" sz="1200" i="1" dirty="0">
                <a:solidFill>
                  <a:srgbClr val="6B7680"/>
                </a:solidFill>
                <a:latin typeface="Arial"/>
                <a:ea typeface="Arial" pitchFamily="34" charset="-122"/>
                <a:cs typeface="Arial"/>
              </a:rPr>
              <a:t> de </a:t>
            </a:r>
            <a:r>
              <a:rPr lang="en-US" sz="1200" i="1" dirty="0" err="1">
                <a:solidFill>
                  <a:srgbClr val="6B7680"/>
                </a:solidFill>
                <a:latin typeface="Arial"/>
                <a:ea typeface="Arial" pitchFamily="34" charset="-122"/>
                <a:cs typeface="Arial"/>
              </a:rPr>
              <a:t>sectie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Functionele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invulling</a:t>
            </a:r>
            <a:r>
              <a:rPr lang="en-US" sz="1200" i="1" dirty="0">
                <a:solidFill>
                  <a:srgbClr val="6B7680"/>
                </a:solidFill>
                <a:latin typeface="Arial"/>
                <a:ea typeface="Arial" pitchFamily="34" charset="-122"/>
                <a:cs typeface="Arial"/>
              </a:rPr>
              <a:t>’ (Pad B) </a:t>
            </a:r>
            <a:r>
              <a:rPr lang="en-US" sz="1200" i="1" dirty="0" err="1">
                <a:solidFill>
                  <a:srgbClr val="6B7680"/>
                </a:solidFill>
                <a:latin typeface="Arial"/>
                <a:ea typeface="Arial" pitchFamily="34" charset="-122"/>
                <a:cs typeface="Arial"/>
              </a:rPr>
              <a:t>hierna</a:t>
            </a:r>
            <a:r>
              <a:rPr lang="en-US" sz="1200" i="1" dirty="0">
                <a:solidFill>
                  <a:srgbClr val="6B7680"/>
                </a:solidFill>
                <a:latin typeface="Arial"/>
                <a:ea typeface="Arial" pitchFamily="34" charset="-122"/>
                <a:cs typeface="Arial"/>
              </a:rPr>
              <a:t> over, pas de </a:t>
            </a:r>
            <a:r>
              <a:rPr lang="en-US" sz="1200" i="1" dirty="0" err="1">
                <a:solidFill>
                  <a:srgbClr val="6B7680"/>
                </a:solidFill>
                <a:latin typeface="Arial"/>
                <a:ea typeface="Arial" pitchFamily="34" charset="-122"/>
                <a:cs typeface="Arial"/>
              </a:rPr>
              <a:t>hoofdstuk</a:t>
            </a:r>
            <a:r>
              <a:rPr lang="en-US" sz="1200" i="1" dirty="0">
                <a:solidFill>
                  <a:srgbClr val="6B7680"/>
                </a:solidFill>
                <a:latin typeface="Arial"/>
                <a:ea typeface="Arial" pitchFamily="34" charset="-122"/>
                <a:cs typeface="Arial"/>
              </a:rPr>
              <a:t> slide </a:t>
            </a:r>
            <a:r>
              <a:rPr lang="en-US" sz="1200" i="1" dirty="0" err="1">
                <a:solidFill>
                  <a:srgbClr val="6B7680"/>
                </a:solidFill>
                <a:latin typeface="Arial"/>
                <a:ea typeface="Arial" pitchFamily="34" charset="-122"/>
                <a:cs typeface="Arial"/>
              </a:rPr>
              <a:t>aan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verwijder</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deze</a:t>
            </a:r>
            <a:r>
              <a:rPr lang="en-US" sz="1200" i="1" dirty="0">
                <a:solidFill>
                  <a:srgbClr val="6B7680"/>
                </a:solidFill>
                <a:latin typeface="Arial"/>
                <a:ea typeface="Arial" pitchFamily="34" charset="-122"/>
                <a:cs typeface="Arial"/>
              </a:rPr>
              <a:t> slide</a:t>
            </a:r>
            <a:endParaRPr lang="en-US" sz="1200" dirty="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EVENT STORMING</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Waarom Event Storming?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a:solidFill>
                  <a:srgbClr val="6B7680"/>
                </a:solidFill>
                <a:latin typeface="Arial"/>
                <a:ea typeface="Arial" pitchFamily="34" charset="-122"/>
                <a:cs typeface="Arial"/>
              </a:rPr>
              <a:t>Event Storming</a:t>
            </a:r>
            <a:endParaRPr lang="en-US" sz="950" dirty="0"/>
          </a:p>
        </p:txBody>
      </p:sp>
      <p:sp>
        <p:nvSpPr>
          <p:cNvPr id="7" name="Text 5"/>
          <p:cNvSpPr/>
          <p:nvPr/>
        </p:nvSpPr>
        <p:spPr>
          <a:xfrm>
            <a:off x="502920" y="1371600"/>
            <a:ext cx="11155680" cy="4754880"/>
          </a:xfrm>
          <a:prstGeom prst="rect">
            <a:avLst/>
          </a:prstGeom>
          <a:noFill/>
          <a:ln/>
        </p:spPr>
        <p:txBody>
          <a:bodyPr wrap="square" rtlCol="0" anchor="t"/>
          <a:lstStyle/>
          <a:p>
            <a:pPr marL="0" indent="0">
              <a:lnSpc>
                <a:spcPts val="1900"/>
              </a:lnSpc>
              <a:spcAft>
                <a:spcPts val="800"/>
              </a:spcAft>
              <a:buNone/>
            </a:pPr>
            <a:r>
              <a:rPr lang="en-US" sz="1350" dirty="0">
                <a:solidFill>
                  <a:srgbClr val="2B3033"/>
                </a:solidFill>
                <a:latin typeface="Arial" pitchFamily="34" charset="0"/>
                <a:ea typeface="Arial" pitchFamily="34" charset="-122"/>
                <a:cs typeface="Arial" pitchFamily="34" charset="-120"/>
              </a:rPr>
              <a:t>Met Event Storming kunnen we op een interactieve wijze een groot aantal onderwerpen in één keer in kaart brengen: gebruikers, processen, data, systemen, pijnpunten en meer. Het doel van de sessie is het in beeld krijgen van de huidige situatie, zodat we op basis van kennis en ervaring uit de praktijk de verbeteringen kunnen vinden voor een efficiënter en gestroomlijnder proces.</a:t>
            </a:r>
            <a:endParaRPr lang="en-US" sz="1350" dirty="0"/>
          </a:p>
          <a:p>
            <a:pPr marL="0" indent="0">
              <a:lnSpc>
                <a:spcPts val="1900"/>
              </a:lnSpc>
              <a:spcAft>
                <a:spcPts val="800"/>
              </a:spcAft>
              <a:buNone/>
            </a:pPr>
            <a:endParaRPr lang="en-US" sz="1350" dirty="0"/>
          </a:p>
          <a:p>
            <a:pPr marL="0" indent="0">
              <a:lnSpc>
                <a:spcPts val="1900"/>
              </a:lnSpc>
              <a:spcAft>
                <a:spcPts val="800"/>
              </a:spcAft>
              <a:buNone/>
            </a:pPr>
            <a:r>
              <a:rPr lang="en-US" sz="1350" dirty="0">
                <a:solidFill>
                  <a:srgbClr val="2B3033"/>
                </a:solidFill>
                <a:latin typeface="Arial" pitchFamily="34" charset="0"/>
                <a:ea typeface="Arial" pitchFamily="34" charset="-122"/>
                <a:cs typeface="Arial" pitchFamily="34" charset="-120"/>
              </a:rPr>
              <a:t>Een belangrijk aspect is het interactieve karakter: jullie zullen zelf met de invulling komen van de events en alle gerelateerde aspecten. Dit zorgt ervoor dat de huidige situatie zo realistisch mogelijk wordt afgebeeld, waardoor de kansen voor verbeteringen beter naar voren komen.</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58724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De 8 kaarttypen</a:t>
            </a:r>
            <a:endParaRPr lang="en-US" sz="2600" dirty="0"/>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12" name="Shape 10"/>
          <p:cNvSpPr/>
          <p:nvPr/>
        </p:nvSpPr>
        <p:spPr>
          <a:xfrm>
            <a:off x="502920" y="1325880"/>
            <a:ext cx="502920" cy="502920"/>
          </a:xfrm>
          <a:prstGeom prst="roundRect">
            <a:avLst>
              <a:gd name="adj" fmla="val 14545"/>
            </a:avLst>
          </a:prstGeom>
          <a:solidFill>
            <a:srgbClr val="3D6FA6"/>
          </a:solidFill>
          <a:ln/>
        </p:spPr>
        <p:txBody>
          <a:bodyPr/>
          <a:lstStyle/>
          <a:p>
            <a:endParaRPr lang="nl-NL"/>
          </a:p>
        </p:txBody>
      </p:sp>
      <p:sp>
        <p:nvSpPr>
          <p:cNvPr id="13" name="Text 11"/>
          <p:cNvSpPr/>
          <p:nvPr/>
        </p:nvSpPr>
        <p:spPr>
          <a:xfrm>
            <a:off x="1188720" y="1298448"/>
            <a:ext cx="4663440" cy="365760"/>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Taak</a:t>
            </a:r>
            <a:endParaRPr lang="en-US" sz="1500" dirty="0"/>
          </a:p>
        </p:txBody>
      </p:sp>
      <p:sp>
        <p:nvSpPr>
          <p:cNvPr id="14" name="Text 12"/>
          <p:cNvSpPr/>
          <p:nvPr/>
        </p:nvSpPr>
        <p:spPr>
          <a:xfrm>
            <a:off x="1188720" y="1655064"/>
            <a:ext cx="4663440" cy="640080"/>
          </a:xfrm>
          <a:prstGeom prst="rect">
            <a:avLst/>
          </a:prstGeom>
          <a:noFill/>
          <a:ln/>
        </p:spPr>
        <p:txBody>
          <a:bodyPr wrap="square" rtlCol="0" anchor="t"/>
          <a:lstStyle/>
          <a:p>
            <a:pPr marL="0" indent="0">
              <a:lnSpc>
                <a:spcPts val="1400"/>
              </a:lnSpc>
              <a:buNone/>
            </a:pPr>
            <a:r>
              <a:rPr lang="en-US" sz="1100" dirty="0">
                <a:solidFill>
                  <a:srgbClr val="6B7680"/>
                </a:solidFill>
                <a:latin typeface="Arial" pitchFamily="34" charset="0"/>
                <a:ea typeface="Arial" pitchFamily="34" charset="-122"/>
                <a:cs typeface="Arial" pitchFamily="34" charset="-120"/>
              </a:rPr>
              <a:t>De activiteit die wordt uitgevoerd (IST); herontworpen versie door de BPE.</a:t>
            </a:r>
            <a:endParaRPr lang="en-US" sz="1100" dirty="0"/>
          </a:p>
        </p:txBody>
      </p:sp>
      <p:sp>
        <p:nvSpPr>
          <p:cNvPr id="15" name="Shape 13"/>
          <p:cNvSpPr/>
          <p:nvPr/>
        </p:nvSpPr>
        <p:spPr>
          <a:xfrm>
            <a:off x="6355080" y="1325880"/>
            <a:ext cx="502920" cy="502920"/>
          </a:xfrm>
          <a:prstGeom prst="roundRect">
            <a:avLst>
              <a:gd name="adj" fmla="val 14545"/>
            </a:avLst>
          </a:prstGeom>
          <a:solidFill>
            <a:srgbClr val="E0B93D"/>
          </a:solidFill>
          <a:ln/>
        </p:spPr>
        <p:txBody>
          <a:bodyPr/>
          <a:lstStyle/>
          <a:p>
            <a:endParaRPr lang="nl-NL"/>
          </a:p>
        </p:txBody>
      </p:sp>
      <p:sp>
        <p:nvSpPr>
          <p:cNvPr id="16" name="Text 14"/>
          <p:cNvSpPr/>
          <p:nvPr/>
        </p:nvSpPr>
        <p:spPr>
          <a:xfrm>
            <a:off x="7040880" y="1298448"/>
            <a:ext cx="4663440" cy="365760"/>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Betrokkene</a:t>
            </a:r>
            <a:endParaRPr lang="en-US" sz="1500" dirty="0"/>
          </a:p>
        </p:txBody>
      </p:sp>
      <p:sp>
        <p:nvSpPr>
          <p:cNvPr id="17" name="Text 15"/>
          <p:cNvSpPr/>
          <p:nvPr/>
        </p:nvSpPr>
        <p:spPr>
          <a:xfrm>
            <a:off x="7040880" y="1655064"/>
            <a:ext cx="4663440" cy="640080"/>
          </a:xfrm>
          <a:prstGeom prst="rect">
            <a:avLst/>
          </a:prstGeom>
          <a:noFill/>
          <a:ln/>
        </p:spPr>
        <p:txBody>
          <a:bodyPr wrap="square" rtlCol="0" anchor="t"/>
          <a:lstStyle/>
          <a:p>
            <a:pPr marL="0" indent="0">
              <a:lnSpc>
                <a:spcPts val="1400"/>
              </a:lnSpc>
              <a:buNone/>
            </a:pPr>
            <a:r>
              <a:rPr lang="en-US" sz="1100" dirty="0">
                <a:solidFill>
                  <a:srgbClr val="6B7680"/>
                </a:solidFill>
                <a:latin typeface="Arial" pitchFamily="34" charset="0"/>
                <a:ea typeface="Arial" pitchFamily="34" charset="-122"/>
                <a:cs typeface="Arial" pitchFamily="34" charset="-120"/>
              </a:rPr>
              <a:t>Wie de taak nu uitvoert of daarvoor verantwoordelijk is.</a:t>
            </a:r>
            <a:endParaRPr lang="en-US" sz="1100" dirty="0"/>
          </a:p>
        </p:txBody>
      </p:sp>
      <p:sp>
        <p:nvSpPr>
          <p:cNvPr id="18" name="Shape 16"/>
          <p:cNvSpPr/>
          <p:nvPr/>
        </p:nvSpPr>
        <p:spPr>
          <a:xfrm>
            <a:off x="502920" y="2642616"/>
            <a:ext cx="502920" cy="502920"/>
          </a:xfrm>
          <a:prstGeom prst="roundRect">
            <a:avLst>
              <a:gd name="adj" fmla="val 14545"/>
            </a:avLst>
          </a:prstGeom>
          <a:solidFill>
            <a:srgbClr val="D17DA6"/>
          </a:solidFill>
          <a:ln/>
        </p:spPr>
        <p:txBody>
          <a:bodyPr/>
          <a:lstStyle/>
          <a:p>
            <a:endParaRPr lang="nl-NL"/>
          </a:p>
        </p:txBody>
      </p:sp>
      <p:sp>
        <p:nvSpPr>
          <p:cNvPr id="19" name="Text 17"/>
          <p:cNvSpPr/>
          <p:nvPr/>
        </p:nvSpPr>
        <p:spPr>
          <a:xfrm>
            <a:off x="1188720" y="2615184"/>
            <a:ext cx="4663440" cy="365760"/>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Systeem</a:t>
            </a:r>
            <a:endParaRPr lang="en-US" sz="1500" dirty="0"/>
          </a:p>
        </p:txBody>
      </p:sp>
      <p:sp>
        <p:nvSpPr>
          <p:cNvPr id="20" name="Text 18"/>
          <p:cNvSpPr/>
          <p:nvPr/>
        </p:nvSpPr>
        <p:spPr>
          <a:xfrm>
            <a:off x="1188720" y="2971800"/>
            <a:ext cx="4663440" cy="640080"/>
          </a:xfrm>
          <a:prstGeom prst="rect">
            <a:avLst/>
          </a:prstGeom>
          <a:noFill/>
          <a:ln/>
        </p:spPr>
        <p:txBody>
          <a:bodyPr wrap="square" rtlCol="0" anchor="t"/>
          <a:lstStyle/>
          <a:p>
            <a:pPr marL="0" indent="0">
              <a:lnSpc>
                <a:spcPts val="1400"/>
              </a:lnSpc>
              <a:buNone/>
            </a:pPr>
            <a:r>
              <a:rPr lang="en-US" sz="1100" dirty="0">
                <a:solidFill>
                  <a:srgbClr val="6B7680"/>
                </a:solidFill>
                <a:latin typeface="Arial" pitchFamily="34" charset="0"/>
                <a:ea typeface="Arial" pitchFamily="34" charset="-122"/>
                <a:cs typeface="Arial" pitchFamily="34" charset="-120"/>
              </a:rPr>
              <a:t>Het systeem of de plugin die nu bij deze taak hoort.</a:t>
            </a:r>
            <a:endParaRPr lang="en-US" sz="1100" dirty="0"/>
          </a:p>
        </p:txBody>
      </p:sp>
      <p:sp>
        <p:nvSpPr>
          <p:cNvPr id="21" name="Shape 19"/>
          <p:cNvSpPr/>
          <p:nvPr/>
        </p:nvSpPr>
        <p:spPr>
          <a:xfrm>
            <a:off x="6355080" y="2642616"/>
            <a:ext cx="502920" cy="502920"/>
          </a:xfrm>
          <a:prstGeom prst="roundRect">
            <a:avLst>
              <a:gd name="adj" fmla="val 14545"/>
            </a:avLst>
          </a:prstGeom>
          <a:solidFill>
            <a:srgbClr val="3E8E5B"/>
          </a:solidFill>
          <a:ln/>
        </p:spPr>
        <p:txBody>
          <a:bodyPr/>
          <a:lstStyle/>
          <a:p>
            <a:endParaRPr lang="nl-NL"/>
          </a:p>
        </p:txBody>
      </p:sp>
      <p:sp>
        <p:nvSpPr>
          <p:cNvPr id="22" name="Text 20"/>
          <p:cNvSpPr/>
          <p:nvPr/>
        </p:nvSpPr>
        <p:spPr>
          <a:xfrm>
            <a:off x="7040880" y="2615184"/>
            <a:ext cx="4663440" cy="365760"/>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Data (in/uit)</a:t>
            </a:r>
            <a:endParaRPr lang="en-US" sz="1500" dirty="0"/>
          </a:p>
        </p:txBody>
      </p:sp>
      <p:sp>
        <p:nvSpPr>
          <p:cNvPr id="23" name="Text 21"/>
          <p:cNvSpPr/>
          <p:nvPr/>
        </p:nvSpPr>
        <p:spPr>
          <a:xfrm>
            <a:off x="7040880" y="2971800"/>
            <a:ext cx="4663440" cy="640080"/>
          </a:xfrm>
          <a:prstGeom prst="rect">
            <a:avLst/>
          </a:prstGeom>
          <a:noFill/>
          <a:ln/>
        </p:spPr>
        <p:txBody>
          <a:bodyPr wrap="square" rtlCol="0" anchor="t"/>
          <a:lstStyle/>
          <a:p>
            <a:pPr marL="0" indent="0">
              <a:lnSpc>
                <a:spcPts val="1400"/>
              </a:lnSpc>
              <a:buNone/>
            </a:pPr>
            <a:r>
              <a:rPr lang="en-US" sz="1100" dirty="0">
                <a:solidFill>
                  <a:srgbClr val="6B7680"/>
                </a:solidFill>
                <a:latin typeface="Arial" pitchFamily="34" charset="0"/>
                <a:ea typeface="Arial" pitchFamily="34" charset="-122"/>
                <a:cs typeface="Arial" pitchFamily="34" charset="-120"/>
              </a:rPr>
              <a:t>Gegevens nodig om te starten, en gegevens die daarna beschikbaar zijn.</a:t>
            </a:r>
            <a:endParaRPr lang="en-US" sz="1100" dirty="0"/>
          </a:p>
        </p:txBody>
      </p:sp>
      <p:sp>
        <p:nvSpPr>
          <p:cNvPr id="24" name="Shape 22"/>
          <p:cNvSpPr/>
          <p:nvPr/>
        </p:nvSpPr>
        <p:spPr>
          <a:xfrm>
            <a:off x="502920" y="3959352"/>
            <a:ext cx="502920" cy="502920"/>
          </a:xfrm>
          <a:prstGeom prst="roundRect">
            <a:avLst>
              <a:gd name="adj" fmla="val 14545"/>
            </a:avLst>
          </a:prstGeom>
          <a:solidFill>
            <a:srgbClr val="D98E04"/>
          </a:solidFill>
          <a:ln/>
        </p:spPr>
        <p:txBody>
          <a:bodyPr/>
          <a:lstStyle/>
          <a:p>
            <a:endParaRPr lang="nl-NL"/>
          </a:p>
        </p:txBody>
      </p:sp>
      <p:sp>
        <p:nvSpPr>
          <p:cNvPr id="25" name="Text 23"/>
          <p:cNvSpPr/>
          <p:nvPr/>
        </p:nvSpPr>
        <p:spPr>
          <a:xfrm>
            <a:off x="1188720" y="3931920"/>
            <a:ext cx="4663440" cy="365760"/>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Doorloop/wachttijd</a:t>
            </a:r>
            <a:endParaRPr lang="en-US" sz="1500" dirty="0"/>
          </a:p>
        </p:txBody>
      </p:sp>
      <p:sp>
        <p:nvSpPr>
          <p:cNvPr id="26" name="Text 24"/>
          <p:cNvSpPr/>
          <p:nvPr/>
        </p:nvSpPr>
        <p:spPr>
          <a:xfrm>
            <a:off x="1188720" y="4288536"/>
            <a:ext cx="4663440" cy="640080"/>
          </a:xfrm>
          <a:prstGeom prst="rect">
            <a:avLst/>
          </a:prstGeom>
          <a:noFill/>
          <a:ln/>
        </p:spPr>
        <p:txBody>
          <a:bodyPr wrap="square" rtlCol="0" anchor="t"/>
          <a:lstStyle/>
          <a:p>
            <a:pPr marL="0" indent="0">
              <a:lnSpc>
                <a:spcPts val="1400"/>
              </a:lnSpc>
              <a:buNone/>
            </a:pPr>
            <a:r>
              <a:rPr lang="en-US" sz="1100" dirty="0">
                <a:solidFill>
                  <a:srgbClr val="6B7680"/>
                </a:solidFill>
                <a:latin typeface="Arial" pitchFamily="34" charset="0"/>
                <a:ea typeface="Arial" pitchFamily="34" charset="-122"/>
                <a:cs typeface="Arial" pitchFamily="34" charset="-120"/>
              </a:rPr>
              <a:t>Bewerkingstijd van de taak plus de wachttijd die erna optreedt.</a:t>
            </a:r>
            <a:endParaRPr lang="en-US" sz="1100" dirty="0"/>
          </a:p>
        </p:txBody>
      </p:sp>
      <p:sp>
        <p:nvSpPr>
          <p:cNvPr id="27" name="Shape 25"/>
          <p:cNvSpPr/>
          <p:nvPr/>
        </p:nvSpPr>
        <p:spPr>
          <a:xfrm>
            <a:off x="6355080" y="3959352"/>
            <a:ext cx="502920" cy="502920"/>
          </a:xfrm>
          <a:prstGeom prst="roundRect">
            <a:avLst>
              <a:gd name="adj" fmla="val 14545"/>
            </a:avLst>
          </a:prstGeom>
          <a:solidFill>
            <a:srgbClr val="4A5559"/>
          </a:solidFill>
          <a:ln/>
        </p:spPr>
        <p:txBody>
          <a:bodyPr/>
          <a:lstStyle/>
          <a:p>
            <a:endParaRPr lang="nl-NL"/>
          </a:p>
        </p:txBody>
      </p:sp>
      <p:sp>
        <p:nvSpPr>
          <p:cNvPr id="28" name="Text 26"/>
          <p:cNvSpPr/>
          <p:nvPr/>
        </p:nvSpPr>
        <p:spPr>
          <a:xfrm>
            <a:off x="7040880" y="3931920"/>
            <a:ext cx="4663440" cy="365760"/>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Pijnpunt</a:t>
            </a:r>
            <a:endParaRPr lang="en-US" sz="1500" dirty="0"/>
          </a:p>
        </p:txBody>
      </p:sp>
      <p:sp>
        <p:nvSpPr>
          <p:cNvPr id="29" name="Text 27"/>
          <p:cNvSpPr/>
          <p:nvPr/>
        </p:nvSpPr>
        <p:spPr>
          <a:xfrm>
            <a:off x="7040880" y="4288536"/>
            <a:ext cx="4663440" cy="640080"/>
          </a:xfrm>
          <a:prstGeom prst="rect">
            <a:avLst/>
          </a:prstGeom>
          <a:noFill/>
          <a:ln/>
        </p:spPr>
        <p:txBody>
          <a:bodyPr wrap="square" lIns="91440" tIns="45720" rIns="91440" bIns="45720" rtlCol="0" anchor="t"/>
          <a:lstStyle/>
          <a:p>
            <a:pPr marL="0" indent="0">
              <a:lnSpc>
                <a:spcPts val="1400"/>
              </a:lnSpc>
              <a:buNone/>
            </a:pPr>
            <a:r>
              <a:rPr lang="en-US" sz="1100" dirty="0">
                <a:solidFill>
                  <a:srgbClr val="6B7680"/>
                </a:solidFill>
                <a:latin typeface="Arial"/>
                <a:ea typeface="Arial" pitchFamily="34" charset="-122"/>
                <a:cs typeface="Arial"/>
              </a:rPr>
              <a:t>Wat </a:t>
            </a:r>
            <a:r>
              <a:rPr lang="en-US" sz="1100" dirty="0" err="1">
                <a:solidFill>
                  <a:srgbClr val="6B7680"/>
                </a:solidFill>
                <a:latin typeface="Arial"/>
                <a:ea typeface="Arial" pitchFamily="34" charset="-122"/>
                <a:cs typeface="Arial"/>
              </a:rPr>
              <a:t>hier</a:t>
            </a:r>
            <a:r>
              <a:rPr lang="en-US" sz="1100" dirty="0">
                <a:solidFill>
                  <a:srgbClr val="6B7680"/>
                </a:solidFill>
                <a:latin typeface="Arial"/>
                <a:ea typeface="Arial" pitchFamily="34" charset="-122"/>
                <a:cs typeface="Arial"/>
              </a:rPr>
              <a:t> </a:t>
            </a:r>
            <a:r>
              <a:rPr lang="en-US" sz="1100" dirty="0" err="1">
                <a:solidFill>
                  <a:srgbClr val="6B7680"/>
                </a:solidFill>
                <a:latin typeface="Arial"/>
                <a:ea typeface="Arial" pitchFamily="34" charset="-122"/>
                <a:cs typeface="Arial"/>
              </a:rPr>
              <a:t>niet</a:t>
            </a:r>
            <a:r>
              <a:rPr lang="en-US" sz="1100" dirty="0">
                <a:solidFill>
                  <a:srgbClr val="6B7680"/>
                </a:solidFill>
                <a:latin typeface="Arial"/>
                <a:ea typeface="Arial" pitchFamily="34" charset="-122"/>
                <a:cs typeface="Arial"/>
              </a:rPr>
              <a:t> </a:t>
            </a:r>
            <a:r>
              <a:rPr lang="en-US" sz="1100" dirty="0" err="1">
                <a:solidFill>
                  <a:srgbClr val="6B7680"/>
                </a:solidFill>
                <a:latin typeface="Arial"/>
                <a:ea typeface="Arial" pitchFamily="34" charset="-122"/>
                <a:cs typeface="Arial"/>
              </a:rPr>
              <a:t>goed</a:t>
            </a:r>
            <a:r>
              <a:rPr lang="en-US" sz="1100" dirty="0">
                <a:solidFill>
                  <a:srgbClr val="6B7680"/>
                </a:solidFill>
                <a:latin typeface="Arial"/>
                <a:ea typeface="Arial" pitchFamily="34" charset="-122"/>
                <a:cs typeface="Arial"/>
              </a:rPr>
              <a:t> </a:t>
            </a:r>
            <a:r>
              <a:rPr lang="en-US" sz="1100" dirty="0" err="1">
                <a:solidFill>
                  <a:srgbClr val="6B7680"/>
                </a:solidFill>
                <a:latin typeface="Arial"/>
                <a:ea typeface="Arial" pitchFamily="34" charset="-122"/>
                <a:cs typeface="Arial"/>
              </a:rPr>
              <a:t>gaat</a:t>
            </a:r>
            <a:r>
              <a:rPr lang="en-US" sz="1100" dirty="0">
                <a:solidFill>
                  <a:srgbClr val="6B7680"/>
                </a:solidFill>
                <a:latin typeface="Arial"/>
                <a:ea typeface="Arial" pitchFamily="34" charset="-122"/>
                <a:cs typeface="Arial"/>
              </a:rPr>
              <a:t>.</a:t>
            </a:r>
            <a:endParaRPr lang="en-US" sz="1100" dirty="0">
              <a:latin typeface="Arial"/>
              <a:cs typeface="Arial"/>
            </a:endParaRPr>
          </a:p>
        </p:txBody>
      </p:sp>
      <p:sp>
        <p:nvSpPr>
          <p:cNvPr id="30" name="Shape 28"/>
          <p:cNvSpPr/>
          <p:nvPr/>
        </p:nvSpPr>
        <p:spPr>
          <a:xfrm>
            <a:off x="502920" y="5276088"/>
            <a:ext cx="502920" cy="502920"/>
          </a:xfrm>
          <a:prstGeom prst="roundRect">
            <a:avLst>
              <a:gd name="adj" fmla="val 14545"/>
            </a:avLst>
          </a:prstGeom>
          <a:solidFill>
            <a:srgbClr val="D9534F"/>
          </a:solidFill>
          <a:ln/>
        </p:spPr>
        <p:txBody>
          <a:bodyPr/>
          <a:lstStyle/>
          <a:p>
            <a:endParaRPr lang="nl-NL"/>
          </a:p>
        </p:txBody>
      </p:sp>
      <p:sp>
        <p:nvSpPr>
          <p:cNvPr id="31" name="Text 29"/>
          <p:cNvSpPr/>
          <p:nvPr/>
        </p:nvSpPr>
        <p:spPr>
          <a:xfrm>
            <a:off x="1188720" y="5248656"/>
            <a:ext cx="4663440" cy="365760"/>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Uitdaging</a:t>
            </a:r>
            <a:endParaRPr lang="en-US" sz="1500" dirty="0"/>
          </a:p>
        </p:txBody>
      </p:sp>
      <p:sp>
        <p:nvSpPr>
          <p:cNvPr id="32" name="Text 30"/>
          <p:cNvSpPr/>
          <p:nvPr/>
        </p:nvSpPr>
        <p:spPr>
          <a:xfrm>
            <a:off x="1188720" y="5605272"/>
            <a:ext cx="4663440" cy="640080"/>
          </a:xfrm>
          <a:prstGeom prst="rect">
            <a:avLst/>
          </a:prstGeom>
          <a:noFill/>
          <a:ln/>
        </p:spPr>
        <p:txBody>
          <a:bodyPr wrap="square" rtlCol="0" anchor="t"/>
          <a:lstStyle/>
          <a:p>
            <a:pPr marL="0" indent="0">
              <a:lnSpc>
                <a:spcPts val="1400"/>
              </a:lnSpc>
              <a:buNone/>
            </a:pPr>
            <a:r>
              <a:rPr lang="en-US" sz="1100" dirty="0">
                <a:solidFill>
                  <a:srgbClr val="6B7680"/>
                </a:solidFill>
                <a:latin typeface="Arial" pitchFamily="34" charset="0"/>
                <a:ea typeface="Arial" pitchFamily="34" charset="-122"/>
                <a:cs typeface="Arial" pitchFamily="34" charset="-120"/>
              </a:rPr>
              <a:t>BPE-oplossing bestaat nog niet als standaard Valtimo/GZAC-functionaliteit.</a:t>
            </a:r>
            <a:endParaRPr lang="en-US" sz="1100" dirty="0"/>
          </a:p>
        </p:txBody>
      </p:sp>
      <p:sp>
        <p:nvSpPr>
          <p:cNvPr id="33" name="Shape 31"/>
          <p:cNvSpPr/>
          <p:nvPr/>
        </p:nvSpPr>
        <p:spPr>
          <a:xfrm>
            <a:off x="6355080" y="5276088"/>
            <a:ext cx="502920" cy="502920"/>
          </a:xfrm>
          <a:prstGeom prst="roundRect">
            <a:avLst>
              <a:gd name="adj" fmla="val 14545"/>
            </a:avLst>
          </a:prstGeom>
          <a:solidFill>
            <a:srgbClr val="001F3D"/>
          </a:solidFill>
          <a:ln/>
        </p:spPr>
        <p:txBody>
          <a:bodyPr/>
          <a:lstStyle/>
          <a:p>
            <a:endParaRPr lang="nl-NL"/>
          </a:p>
        </p:txBody>
      </p:sp>
      <p:sp>
        <p:nvSpPr>
          <p:cNvPr id="34" name="Text 32"/>
          <p:cNvSpPr/>
          <p:nvPr/>
        </p:nvSpPr>
        <p:spPr>
          <a:xfrm>
            <a:off x="7040880" y="5248656"/>
            <a:ext cx="4663440" cy="365760"/>
          </a:xfrm>
          <a:prstGeom prst="rect">
            <a:avLst/>
          </a:prstGeom>
          <a:noFill/>
          <a:ln/>
        </p:spPr>
        <p:txBody>
          <a:bodyPr wrap="square" rtlCol="0" anchor="ctr"/>
          <a:lstStyle/>
          <a:p>
            <a:pPr marL="0" indent="0">
              <a:buNone/>
            </a:pPr>
            <a:r>
              <a:rPr lang="en-US" sz="1500" b="1" dirty="0">
                <a:solidFill>
                  <a:srgbClr val="003362"/>
                </a:solidFill>
                <a:latin typeface="Arial" pitchFamily="34" charset="0"/>
                <a:ea typeface="Arial" pitchFamily="34" charset="-122"/>
                <a:cs typeface="Arial" pitchFamily="34" charset="-120"/>
              </a:rPr>
              <a:t>Resultaat</a:t>
            </a:r>
            <a:endParaRPr lang="en-US" sz="1500" dirty="0"/>
          </a:p>
        </p:txBody>
      </p:sp>
      <p:sp>
        <p:nvSpPr>
          <p:cNvPr id="35" name="Text 33"/>
          <p:cNvSpPr/>
          <p:nvPr/>
        </p:nvSpPr>
        <p:spPr>
          <a:xfrm>
            <a:off x="7040880" y="5605272"/>
            <a:ext cx="4663440" cy="640080"/>
          </a:xfrm>
          <a:prstGeom prst="rect">
            <a:avLst/>
          </a:prstGeom>
          <a:noFill/>
          <a:ln/>
        </p:spPr>
        <p:txBody>
          <a:bodyPr wrap="square" lIns="91440" tIns="45720" rIns="91440" bIns="45720" rtlCol="0" anchor="t"/>
          <a:lstStyle/>
          <a:p>
            <a:pPr marL="0" indent="0">
              <a:lnSpc>
                <a:spcPts val="1400"/>
              </a:lnSpc>
              <a:buNone/>
            </a:pPr>
            <a:r>
              <a:rPr lang="en-US" sz="1100" dirty="0">
                <a:solidFill>
                  <a:srgbClr val="6B7680"/>
                </a:solidFill>
                <a:latin typeface="Arial"/>
                <a:ea typeface="Arial" pitchFamily="34" charset="-122"/>
                <a:cs typeface="Arial"/>
              </a:rPr>
              <a:t>De </a:t>
            </a:r>
            <a:r>
              <a:rPr lang="en-US" sz="1100" dirty="0" err="1">
                <a:solidFill>
                  <a:srgbClr val="6B7680"/>
                </a:solidFill>
                <a:latin typeface="Arial"/>
                <a:ea typeface="Arial" pitchFamily="34" charset="-122"/>
                <a:cs typeface="Arial"/>
              </a:rPr>
              <a:t>uitkomst</a:t>
            </a:r>
            <a:r>
              <a:rPr lang="en-US" sz="1100" dirty="0">
                <a:solidFill>
                  <a:srgbClr val="6B7680"/>
                </a:solidFill>
                <a:latin typeface="Arial"/>
                <a:ea typeface="Arial" pitchFamily="34" charset="-122"/>
                <a:cs typeface="Arial"/>
              </a:rPr>
              <a:t> van de </a:t>
            </a:r>
            <a:r>
              <a:rPr lang="en-US" sz="1100" dirty="0" err="1">
                <a:solidFill>
                  <a:srgbClr val="6B7680"/>
                </a:solidFill>
                <a:latin typeface="Arial"/>
                <a:ea typeface="Arial" pitchFamily="34" charset="-122"/>
                <a:cs typeface="Arial"/>
              </a:rPr>
              <a:t>gehele</a:t>
            </a:r>
            <a:r>
              <a:rPr lang="en-US" sz="1100" dirty="0">
                <a:solidFill>
                  <a:srgbClr val="6B7680"/>
                </a:solidFill>
                <a:latin typeface="Arial"/>
                <a:ea typeface="Arial" pitchFamily="34" charset="-122"/>
                <a:cs typeface="Arial"/>
              </a:rPr>
              <a:t> flow.</a:t>
            </a:r>
            <a:endParaRPr lang="en-US" sz="1100" dirty="0">
              <a:latin typeface="Arial"/>
              <a:cs typeface="Arial"/>
            </a:endParaRPr>
          </a:p>
        </p:txBody>
      </p:sp>
      <p:sp>
        <p:nvSpPr>
          <p:cNvPr id="36" name="Text 1">
            <a:extLst>
              <a:ext uri="{FF2B5EF4-FFF2-40B4-BE49-F238E27FC236}">
                <a16:creationId xmlns:a16="http://schemas.microsoft.com/office/drawing/2014/main" id="{E803F390-8B03-9813-B4F4-16920CAED9EE}"/>
              </a:ext>
            </a:extLst>
          </p:cNvPr>
          <p:cNvSpPr/>
          <p:nvPr/>
        </p:nvSpPr>
        <p:spPr>
          <a:xfrm>
            <a:off x="502920" y="292608"/>
            <a:ext cx="9144000" cy="292608"/>
          </a:xfrm>
          <a:prstGeom prst="rect">
            <a:avLst/>
          </a:prstGeom>
          <a:noFill/>
          <a:ln/>
        </p:spPr>
        <p:txBody>
          <a:bodyPr wrap="square" lIns="91440" tIns="45720" rIns="91440" bIns="45720" rtlCol="0" anchor="ctr"/>
          <a:lstStyle>
            <a:defPPr>
              <a:defRPr lang="nl-NL"/>
            </a:defPPr>
            <a:lvl1pPr marL="0" algn="l" defTabSz="478940" rtl="0" eaLnBrk="1" latinLnBrk="0" hangingPunct="1">
              <a:defRPr sz="1900" kern="1200">
                <a:solidFill>
                  <a:schemeClr val="tx1"/>
                </a:solidFill>
                <a:latin typeface="+mn-lt"/>
                <a:ea typeface="+mn-ea"/>
                <a:cs typeface="+mn-cs"/>
              </a:defRPr>
            </a:lvl1pPr>
            <a:lvl2pPr marL="478940" algn="l" defTabSz="478940" rtl="0" eaLnBrk="1" latinLnBrk="0" hangingPunct="1">
              <a:defRPr sz="1900" kern="1200">
                <a:solidFill>
                  <a:schemeClr val="tx1"/>
                </a:solidFill>
                <a:latin typeface="+mn-lt"/>
                <a:ea typeface="+mn-ea"/>
                <a:cs typeface="+mn-cs"/>
              </a:defRPr>
            </a:lvl2pPr>
            <a:lvl3pPr marL="957879" algn="l" defTabSz="478940" rtl="0" eaLnBrk="1" latinLnBrk="0" hangingPunct="1">
              <a:defRPr sz="1900" kern="1200">
                <a:solidFill>
                  <a:schemeClr val="tx1"/>
                </a:solidFill>
                <a:latin typeface="+mn-lt"/>
                <a:ea typeface="+mn-ea"/>
                <a:cs typeface="+mn-cs"/>
              </a:defRPr>
            </a:lvl3pPr>
            <a:lvl4pPr marL="1436819" algn="l" defTabSz="478940" rtl="0" eaLnBrk="1" latinLnBrk="0" hangingPunct="1">
              <a:defRPr sz="1900" kern="1200">
                <a:solidFill>
                  <a:schemeClr val="tx1"/>
                </a:solidFill>
                <a:latin typeface="+mn-lt"/>
                <a:ea typeface="+mn-ea"/>
                <a:cs typeface="+mn-cs"/>
              </a:defRPr>
            </a:lvl4pPr>
            <a:lvl5pPr marL="1915758" algn="l" defTabSz="478940" rtl="0" eaLnBrk="1" latinLnBrk="0" hangingPunct="1">
              <a:defRPr sz="1900" kern="1200">
                <a:solidFill>
                  <a:schemeClr val="tx1"/>
                </a:solidFill>
                <a:latin typeface="+mn-lt"/>
                <a:ea typeface="+mn-ea"/>
                <a:cs typeface="+mn-cs"/>
              </a:defRPr>
            </a:lvl5pPr>
            <a:lvl6pPr marL="2394698" algn="l" defTabSz="478940" rtl="0" eaLnBrk="1" latinLnBrk="0" hangingPunct="1">
              <a:defRPr sz="1900" kern="1200">
                <a:solidFill>
                  <a:schemeClr val="tx1"/>
                </a:solidFill>
                <a:latin typeface="+mn-lt"/>
                <a:ea typeface="+mn-ea"/>
                <a:cs typeface="+mn-cs"/>
              </a:defRPr>
            </a:lvl6pPr>
            <a:lvl7pPr marL="2873637" algn="l" defTabSz="478940" rtl="0" eaLnBrk="1" latinLnBrk="0" hangingPunct="1">
              <a:defRPr sz="1900" kern="1200">
                <a:solidFill>
                  <a:schemeClr val="tx1"/>
                </a:solidFill>
                <a:latin typeface="+mn-lt"/>
                <a:ea typeface="+mn-ea"/>
                <a:cs typeface="+mn-cs"/>
              </a:defRPr>
            </a:lvl7pPr>
            <a:lvl8pPr marL="3352576" algn="l" defTabSz="478940" rtl="0" eaLnBrk="1" latinLnBrk="0" hangingPunct="1">
              <a:defRPr sz="1900" kern="1200">
                <a:solidFill>
                  <a:schemeClr val="tx1"/>
                </a:solidFill>
                <a:latin typeface="+mn-lt"/>
                <a:ea typeface="+mn-ea"/>
                <a:cs typeface="+mn-cs"/>
              </a:defRPr>
            </a:lvl8pPr>
            <a:lvl9pPr marL="3831516" algn="l" defTabSz="478940" rtl="0" eaLnBrk="1" latinLnBrk="0" hangingPunct="1">
              <a:defRPr sz="1900" kern="1200">
                <a:solidFill>
                  <a:schemeClr val="tx1"/>
                </a:solidFill>
                <a:latin typeface="+mn-lt"/>
                <a:ea typeface="+mn-ea"/>
                <a:cs typeface="+mn-cs"/>
              </a:defRPr>
            </a:lvl9pPr>
          </a:lstStyle>
          <a:p>
            <a:r>
              <a:rPr lang="en-US" sz="1100" b="1" kern="0" spc="150" dirty="0">
                <a:solidFill>
                  <a:srgbClr val="E76734"/>
                </a:solidFill>
                <a:latin typeface="Arial"/>
                <a:cs typeface="Arial"/>
              </a:rPr>
              <a:t>EVENT STORMING</a:t>
            </a:r>
            <a:endParaRPr lang="nl-NL" dirty="0"/>
          </a:p>
        </p:txBody>
      </p:sp>
      <p:sp>
        <p:nvSpPr>
          <p:cNvPr id="6" name="Text 4">
            <a:extLst>
              <a:ext uri="{FF2B5EF4-FFF2-40B4-BE49-F238E27FC236}">
                <a16:creationId xmlns:a16="http://schemas.microsoft.com/office/drawing/2014/main" id="{5ABDEF03-8DA6-1D6C-992E-A8C4A7A52617}"/>
              </a:ext>
            </a:extLst>
          </p:cNvPr>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a:solidFill>
                  <a:srgbClr val="6B7680"/>
                </a:solidFill>
                <a:latin typeface="Arial"/>
                <a:ea typeface="Arial" pitchFamily="34" charset="-122"/>
                <a:cs typeface="Arial"/>
              </a:rPr>
              <a:t>Event Storming</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591011"/>
            <a:ext cx="10515600" cy="640080"/>
          </a:xfrm>
          <a:prstGeom prst="rect">
            <a:avLst/>
          </a:prstGeom>
          <a:noFill/>
          <a:ln/>
        </p:spPr>
        <p:txBody>
          <a:bodyPr wrap="square" lIns="91440" tIns="45720" rIns="91440" bIns="45720" rtlCol="0" anchor="ctr"/>
          <a:lstStyle/>
          <a:p>
            <a:r>
              <a:rPr lang="en-US" sz="2600" b="1" dirty="0" err="1">
                <a:solidFill>
                  <a:srgbClr val="003362"/>
                </a:solidFill>
                <a:latin typeface="Helvetica"/>
                <a:ea typeface="Helvetica" pitchFamily="34" charset="-122"/>
                <a:cs typeface="Helvetica"/>
              </a:rPr>
              <a:t>Uitwerking</a:t>
            </a:r>
            <a:r>
              <a:rPr lang="en-US" sz="2600" b="1" dirty="0">
                <a:solidFill>
                  <a:srgbClr val="003362"/>
                </a:solidFill>
                <a:latin typeface="Helvetica"/>
                <a:ea typeface="Helvetica" pitchFamily="34" charset="-122"/>
                <a:cs typeface="Helvetica"/>
              </a:rPr>
              <a:t> event: </a:t>
            </a:r>
            <a:r>
              <a:rPr lang="en-US" sz="2600" b="1" dirty="0" err="1">
                <a:solidFill>
                  <a:srgbClr val="003362"/>
                </a:solidFill>
                <a:latin typeface="Helvetica"/>
                <a:ea typeface="Helvetica" pitchFamily="34" charset="-122"/>
                <a:cs typeface="Helvetica"/>
              </a:rPr>
              <a:t>Aanvraag</a:t>
            </a:r>
            <a:r>
              <a:rPr lang="en-US" sz="2600" b="1" dirty="0">
                <a:solidFill>
                  <a:srgbClr val="003362"/>
                </a:solidFill>
                <a:latin typeface="Helvetica"/>
                <a:ea typeface="Helvetica" pitchFamily="34" charset="-122"/>
                <a:cs typeface="Helvetica"/>
              </a:rPr>
              <a:t> </a:t>
            </a:r>
            <a:r>
              <a:rPr lang="en-US" sz="2600" b="1" dirty="0" err="1">
                <a:solidFill>
                  <a:srgbClr val="003362"/>
                </a:solidFill>
                <a:latin typeface="Helvetica"/>
                <a:ea typeface="Helvetica" pitchFamily="34" charset="-122"/>
                <a:cs typeface="Helvetica"/>
              </a:rPr>
              <a:t>volledig</a:t>
            </a:r>
            <a:r>
              <a:rPr lang="en-US" sz="2600" b="1" dirty="0">
                <a:solidFill>
                  <a:srgbClr val="003362"/>
                </a:solidFill>
                <a:latin typeface="Helvetica"/>
                <a:ea typeface="Helvetica" pitchFamily="34" charset="-122"/>
                <a:cs typeface="Helvetica"/>
              </a:rPr>
              <a:t> </a:t>
            </a:r>
            <a:r>
              <a:rPr lang="en-US" sz="2600" b="1" dirty="0" err="1">
                <a:solidFill>
                  <a:srgbClr val="003362"/>
                </a:solidFill>
                <a:latin typeface="Helvetica"/>
                <a:ea typeface="Helvetica" pitchFamily="34" charset="-122"/>
                <a:cs typeface="Helvetica"/>
              </a:rPr>
              <a:t>verklaard</a:t>
            </a:r>
            <a:endParaRPr lang="en-US" sz="2600" dirty="0" err="1">
              <a:latin typeface="Helvetica"/>
              <a:cs typeface="Helvetica"/>
            </a:endParaRPr>
          </a:p>
        </p:txBody>
      </p:sp>
      <p:sp>
        <p:nvSpPr>
          <p:cNvPr id="4" name="Shape 2"/>
          <p:cNvSpPr/>
          <p:nvPr/>
        </p:nvSpPr>
        <p:spPr>
          <a:xfrm>
            <a:off x="0" y="6748272"/>
            <a:ext cx="12188952" cy="109728"/>
          </a:xfrm>
          <a:prstGeom prst="rect">
            <a:avLst/>
          </a:prstGeom>
          <a:solidFill>
            <a:srgbClr val="003362"/>
          </a:solidFill>
          <a:ln/>
        </p:spPr>
        <p:txBody>
          <a:bodyPr/>
          <a:lstStyle/>
          <a:p>
            <a:endParaRPr lang="nl-NL"/>
          </a:p>
        </p:txBody>
      </p:sp>
      <p:sp>
        <p:nvSpPr>
          <p:cNvPr id="12" name="Shape 10"/>
          <p:cNvSpPr/>
          <p:nvPr/>
        </p:nvSpPr>
        <p:spPr>
          <a:xfrm>
            <a:off x="502920" y="1325880"/>
            <a:ext cx="11274552" cy="566928"/>
          </a:xfrm>
          <a:prstGeom prst="roundRect">
            <a:avLst>
              <a:gd name="adj" fmla="val 9677"/>
            </a:avLst>
          </a:prstGeom>
          <a:solidFill>
            <a:srgbClr val="4A5559"/>
          </a:solidFill>
          <a:ln/>
        </p:spPr>
        <p:txBody>
          <a:bodyPr/>
          <a:lstStyle/>
          <a:p>
            <a:endParaRPr lang="nl-NL"/>
          </a:p>
        </p:txBody>
      </p:sp>
      <p:sp>
        <p:nvSpPr>
          <p:cNvPr id="13" name="Text 11"/>
          <p:cNvSpPr/>
          <p:nvPr/>
        </p:nvSpPr>
        <p:spPr>
          <a:xfrm>
            <a:off x="713232" y="1325880"/>
            <a:ext cx="10835640" cy="566928"/>
          </a:xfrm>
          <a:prstGeom prst="rect">
            <a:avLst/>
          </a:prstGeom>
          <a:noFill/>
          <a:ln/>
        </p:spPr>
        <p:txBody>
          <a:bodyPr wrap="square" lIns="91440" tIns="45720" rIns="91440" bIns="45720" rtlCol="0" anchor="ctr"/>
          <a:lstStyle/>
          <a:p>
            <a:r>
              <a:rPr lang="en-US" sz="1150" b="1" dirty="0">
                <a:solidFill>
                  <a:srgbClr val="D8DEDF"/>
                </a:solidFill>
                <a:latin typeface="Arial"/>
                <a:ea typeface="Arial" pitchFamily="34" charset="-122"/>
                <a:cs typeface="Arial"/>
              </a:rPr>
              <a:t>PIJNPUNT   </a:t>
            </a:r>
            <a:r>
              <a:rPr lang="en-US" sz="1150" dirty="0" err="1">
                <a:solidFill>
                  <a:srgbClr val="FFFFFF"/>
                </a:solidFill>
                <a:latin typeface="Arial"/>
                <a:ea typeface="Arial" pitchFamily="34" charset="-122"/>
                <a:cs typeface="Arial"/>
              </a:rPr>
              <a:t>Iedere</a:t>
            </a:r>
            <a:r>
              <a:rPr lang="en-US" sz="1150" dirty="0">
                <a:solidFill>
                  <a:srgbClr val="FFFFFF"/>
                </a:solidFill>
                <a:latin typeface="Arial"/>
                <a:ea typeface="Arial" pitchFamily="34" charset="-122"/>
                <a:cs typeface="Arial"/>
              </a:rPr>
              <a:t> </a:t>
            </a:r>
            <a:r>
              <a:rPr lang="en-US" sz="1150" dirty="0" err="1">
                <a:solidFill>
                  <a:srgbClr val="FFFFFF"/>
                </a:solidFill>
                <a:latin typeface="Arial"/>
                <a:ea typeface="Arial" pitchFamily="34" charset="-122"/>
                <a:cs typeface="Arial"/>
              </a:rPr>
              <a:t>medewerker</a:t>
            </a:r>
            <a:r>
              <a:rPr lang="en-US" sz="1150" dirty="0">
                <a:solidFill>
                  <a:srgbClr val="FFFFFF"/>
                </a:solidFill>
                <a:latin typeface="Arial"/>
                <a:ea typeface="Arial" pitchFamily="34" charset="-122"/>
                <a:cs typeface="Arial"/>
              </a:rPr>
              <a:t> </a:t>
            </a:r>
            <a:r>
              <a:rPr lang="en-US" sz="1150" dirty="0" err="1">
                <a:solidFill>
                  <a:srgbClr val="FFFFFF"/>
                </a:solidFill>
                <a:latin typeface="Arial"/>
                <a:ea typeface="Arial" pitchFamily="34" charset="-122"/>
                <a:cs typeface="Arial"/>
              </a:rPr>
              <a:t>hanteert</a:t>
            </a:r>
            <a:r>
              <a:rPr lang="en-US" sz="1150" dirty="0">
                <a:solidFill>
                  <a:srgbClr val="FFFFFF"/>
                </a:solidFill>
                <a:latin typeface="Arial"/>
                <a:ea typeface="Arial" pitchFamily="34" charset="-122"/>
                <a:cs typeface="Arial"/>
              </a:rPr>
              <a:t> </a:t>
            </a:r>
            <a:r>
              <a:rPr lang="en-US" sz="1150" dirty="0" err="1">
                <a:solidFill>
                  <a:srgbClr val="FFFFFF"/>
                </a:solidFill>
                <a:latin typeface="Arial"/>
                <a:ea typeface="Arial" pitchFamily="34" charset="-122"/>
                <a:cs typeface="Arial"/>
              </a:rPr>
              <a:t>een</a:t>
            </a:r>
            <a:r>
              <a:rPr lang="en-US" sz="1150" dirty="0">
                <a:solidFill>
                  <a:srgbClr val="FFFFFF"/>
                </a:solidFill>
                <a:latin typeface="Arial"/>
                <a:ea typeface="Arial" pitchFamily="34" charset="-122"/>
                <a:cs typeface="Arial"/>
              </a:rPr>
              <a:t> eigen </a:t>
            </a:r>
            <a:r>
              <a:rPr lang="en-US" sz="1150" dirty="0" err="1">
                <a:solidFill>
                  <a:srgbClr val="FFFFFF"/>
                </a:solidFill>
                <a:latin typeface="Arial"/>
                <a:ea typeface="Arial" pitchFamily="34" charset="-122"/>
                <a:cs typeface="Arial"/>
              </a:rPr>
              <a:t>interpretatie</a:t>
            </a:r>
            <a:r>
              <a:rPr lang="en-US" sz="1150" dirty="0">
                <a:solidFill>
                  <a:srgbClr val="FFFFFF"/>
                </a:solidFill>
                <a:latin typeface="Arial"/>
                <a:ea typeface="Arial" pitchFamily="34" charset="-122"/>
                <a:cs typeface="Arial"/>
              </a:rPr>
              <a:t> van ‘</a:t>
            </a:r>
            <a:r>
              <a:rPr lang="en-US" sz="1150" dirty="0" err="1">
                <a:solidFill>
                  <a:srgbClr val="FFFFFF"/>
                </a:solidFill>
                <a:latin typeface="Arial"/>
                <a:ea typeface="Arial" pitchFamily="34" charset="-122"/>
                <a:cs typeface="Arial"/>
              </a:rPr>
              <a:t>volledig</a:t>
            </a:r>
            <a:r>
              <a:rPr lang="en-US" sz="1150" dirty="0">
                <a:solidFill>
                  <a:srgbClr val="FFFFFF"/>
                </a:solidFill>
                <a:latin typeface="Arial"/>
                <a:ea typeface="Arial" pitchFamily="34" charset="-122"/>
                <a:cs typeface="Arial"/>
              </a:rPr>
              <a:t>’, </a:t>
            </a:r>
            <a:r>
              <a:rPr lang="en-US" sz="1150" dirty="0" err="1">
                <a:solidFill>
                  <a:srgbClr val="FFFFFF"/>
                </a:solidFill>
                <a:latin typeface="Arial"/>
                <a:ea typeface="Arial" pitchFamily="34" charset="-122"/>
                <a:cs typeface="Arial"/>
              </a:rPr>
              <a:t>dit</a:t>
            </a:r>
            <a:r>
              <a:rPr lang="en-US" sz="1150" dirty="0">
                <a:solidFill>
                  <a:srgbClr val="FFFFFF"/>
                </a:solidFill>
                <a:latin typeface="Arial"/>
                <a:ea typeface="Arial" pitchFamily="34" charset="-122"/>
                <a:cs typeface="Arial"/>
              </a:rPr>
              <a:t> </a:t>
            </a:r>
            <a:r>
              <a:rPr lang="en-US" sz="1150" dirty="0" err="1">
                <a:solidFill>
                  <a:srgbClr val="FFFFFF"/>
                </a:solidFill>
                <a:latin typeface="Arial"/>
                <a:ea typeface="Arial" pitchFamily="34" charset="-122"/>
                <a:cs typeface="Arial"/>
              </a:rPr>
              <a:t>leidt</a:t>
            </a:r>
            <a:r>
              <a:rPr lang="en-US" sz="1150" dirty="0">
                <a:solidFill>
                  <a:srgbClr val="FFFFFF"/>
                </a:solidFill>
                <a:latin typeface="Arial"/>
                <a:ea typeface="Arial" pitchFamily="34" charset="-122"/>
                <a:cs typeface="Arial"/>
              </a:rPr>
              <a:t> tot </a:t>
            </a:r>
            <a:r>
              <a:rPr lang="en-US" sz="1150" dirty="0" err="1">
                <a:solidFill>
                  <a:srgbClr val="FFFFFF"/>
                </a:solidFill>
                <a:latin typeface="Arial"/>
                <a:ea typeface="Arial" pitchFamily="34" charset="-122"/>
                <a:cs typeface="Arial"/>
              </a:rPr>
              <a:t>inconsistente</a:t>
            </a:r>
            <a:r>
              <a:rPr lang="en-US" sz="1150" dirty="0">
                <a:solidFill>
                  <a:srgbClr val="FFFFFF"/>
                </a:solidFill>
                <a:latin typeface="Arial"/>
                <a:ea typeface="Arial" pitchFamily="34" charset="-122"/>
                <a:cs typeface="Arial"/>
              </a:rPr>
              <a:t> </a:t>
            </a:r>
            <a:r>
              <a:rPr lang="en-US" sz="1150" dirty="0" err="1">
                <a:solidFill>
                  <a:srgbClr val="FFFFFF"/>
                </a:solidFill>
                <a:latin typeface="Arial"/>
                <a:ea typeface="Arial" pitchFamily="34" charset="-122"/>
                <a:cs typeface="Arial"/>
              </a:rPr>
              <a:t>beoordeling</a:t>
            </a:r>
            <a:r>
              <a:rPr lang="en-US" sz="1150" dirty="0">
                <a:solidFill>
                  <a:srgbClr val="FFFFFF"/>
                </a:solidFill>
                <a:latin typeface="Arial"/>
                <a:ea typeface="Arial" pitchFamily="34" charset="-122"/>
                <a:cs typeface="Arial"/>
              </a:rPr>
              <a:t> </a:t>
            </a:r>
            <a:r>
              <a:rPr lang="en-US" sz="1150" dirty="0" err="1">
                <a:solidFill>
                  <a:srgbClr val="FFFFFF"/>
                </a:solidFill>
                <a:latin typeface="Arial"/>
                <a:ea typeface="Arial" pitchFamily="34" charset="-122"/>
                <a:cs typeface="Arial"/>
              </a:rPr>
              <a:t>en</a:t>
            </a:r>
            <a:r>
              <a:rPr lang="en-US" sz="1150" dirty="0">
                <a:solidFill>
                  <a:srgbClr val="FFFFFF"/>
                </a:solidFill>
                <a:latin typeface="Arial"/>
                <a:ea typeface="Arial" pitchFamily="34" charset="-122"/>
                <a:cs typeface="Arial"/>
              </a:rPr>
              <a:t> </a:t>
            </a:r>
            <a:r>
              <a:rPr lang="en-US" sz="1150" dirty="0" err="1">
                <a:solidFill>
                  <a:srgbClr val="FFFFFF"/>
                </a:solidFill>
                <a:latin typeface="Arial"/>
                <a:ea typeface="Arial" pitchFamily="34" charset="-122"/>
                <a:cs typeface="Arial"/>
              </a:rPr>
              <a:t>onnodige</a:t>
            </a:r>
            <a:r>
              <a:rPr lang="en-US" sz="1150" dirty="0">
                <a:solidFill>
                  <a:srgbClr val="FFFFFF"/>
                </a:solidFill>
                <a:latin typeface="Arial"/>
                <a:ea typeface="Arial" pitchFamily="34" charset="-122"/>
                <a:cs typeface="Arial"/>
              </a:rPr>
              <a:t> </a:t>
            </a:r>
            <a:r>
              <a:rPr lang="en-US" sz="1150" dirty="0" err="1">
                <a:solidFill>
                  <a:srgbClr val="FFFFFF"/>
                </a:solidFill>
                <a:latin typeface="Arial"/>
                <a:ea typeface="Arial" pitchFamily="34" charset="-122"/>
                <a:cs typeface="Arial"/>
              </a:rPr>
              <a:t>retourzendingen</a:t>
            </a:r>
            <a:r>
              <a:rPr lang="en-US" sz="1150" dirty="0">
                <a:solidFill>
                  <a:srgbClr val="FFFFFF"/>
                </a:solidFill>
                <a:latin typeface="Arial"/>
                <a:ea typeface="Arial" pitchFamily="34" charset="-122"/>
                <a:cs typeface="Arial"/>
              </a:rPr>
              <a:t>.</a:t>
            </a:r>
            <a:endParaRPr lang="en-US" sz="1150" dirty="0">
              <a:latin typeface="Arial"/>
              <a:ea typeface="Calibri" panose="020F0502020204030204"/>
              <a:cs typeface="Calibri" panose="020F0502020204030204"/>
            </a:endParaRPr>
          </a:p>
        </p:txBody>
      </p:sp>
      <p:sp>
        <p:nvSpPr>
          <p:cNvPr id="14" name="Shape 12"/>
          <p:cNvSpPr/>
          <p:nvPr/>
        </p:nvSpPr>
        <p:spPr>
          <a:xfrm>
            <a:off x="502920" y="2274561"/>
            <a:ext cx="5394960" cy="384048"/>
          </a:xfrm>
          <a:prstGeom prst="roundRect">
            <a:avLst>
              <a:gd name="adj" fmla="val 11905"/>
            </a:avLst>
          </a:prstGeom>
          <a:solidFill>
            <a:srgbClr val="003362"/>
          </a:solidFill>
          <a:ln/>
        </p:spPr>
        <p:txBody>
          <a:bodyPr/>
          <a:lstStyle/>
          <a:p>
            <a:endParaRPr lang="nl-NL"/>
          </a:p>
        </p:txBody>
      </p:sp>
      <p:sp>
        <p:nvSpPr>
          <p:cNvPr id="15" name="Text 13"/>
          <p:cNvSpPr/>
          <p:nvPr/>
        </p:nvSpPr>
        <p:spPr>
          <a:xfrm>
            <a:off x="502920" y="2274561"/>
            <a:ext cx="5394960" cy="384048"/>
          </a:xfrm>
          <a:prstGeom prst="rect">
            <a:avLst/>
          </a:prstGeom>
          <a:noFill/>
          <a:ln/>
        </p:spPr>
        <p:txBody>
          <a:bodyPr wrap="square"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HUIDIGE SITUATIE (IST)</a:t>
            </a:r>
            <a:endParaRPr lang="en-US" sz="1200" dirty="0"/>
          </a:p>
        </p:txBody>
      </p:sp>
      <p:sp>
        <p:nvSpPr>
          <p:cNvPr id="16" name="Shape 14"/>
          <p:cNvSpPr/>
          <p:nvPr/>
        </p:nvSpPr>
        <p:spPr>
          <a:xfrm>
            <a:off x="6382512" y="2274561"/>
            <a:ext cx="5394960" cy="384048"/>
          </a:xfrm>
          <a:prstGeom prst="roundRect">
            <a:avLst>
              <a:gd name="adj" fmla="val 11905"/>
            </a:avLst>
          </a:prstGeom>
          <a:solidFill>
            <a:srgbClr val="E76734"/>
          </a:solidFill>
          <a:ln/>
        </p:spPr>
        <p:txBody>
          <a:bodyPr/>
          <a:lstStyle/>
          <a:p>
            <a:endParaRPr lang="nl-NL"/>
          </a:p>
        </p:txBody>
      </p:sp>
      <p:sp>
        <p:nvSpPr>
          <p:cNvPr id="17" name="Text 15"/>
          <p:cNvSpPr/>
          <p:nvPr/>
        </p:nvSpPr>
        <p:spPr>
          <a:xfrm>
            <a:off x="6382512" y="2274561"/>
            <a:ext cx="5394960" cy="384048"/>
          </a:xfrm>
          <a:prstGeom prst="rect">
            <a:avLst/>
          </a:prstGeom>
          <a:noFill/>
          <a:ln/>
        </p:spPr>
        <p:txBody>
          <a:bodyPr wrap="square" lIns="91440" tIns="45720" rIns="91440" bIns="45720" rtlCol="0" anchor="ctr"/>
          <a:lstStyle/>
          <a:p>
            <a:pPr marL="0" indent="0" algn="ctr">
              <a:buNone/>
            </a:pPr>
            <a:r>
              <a:rPr lang="en-US" sz="1200" b="1" kern="0" spc="100" dirty="0">
                <a:solidFill>
                  <a:srgbClr val="FFFFFF"/>
                </a:solidFill>
                <a:latin typeface="Arial"/>
                <a:ea typeface="Arial" pitchFamily="34" charset="-122"/>
                <a:cs typeface="Arial"/>
              </a:rPr>
              <a:t>VOORSTEL (SOLL)</a:t>
            </a:r>
            <a:endParaRPr lang="en-US" sz="1200" dirty="0">
              <a:latin typeface="Arial"/>
              <a:cs typeface="Arial"/>
            </a:endParaRPr>
          </a:p>
        </p:txBody>
      </p:sp>
      <p:sp>
        <p:nvSpPr>
          <p:cNvPr id="18" name="Shape 16"/>
          <p:cNvSpPr/>
          <p:nvPr/>
        </p:nvSpPr>
        <p:spPr>
          <a:xfrm>
            <a:off x="502920" y="2740905"/>
            <a:ext cx="5394960" cy="544068"/>
          </a:xfrm>
          <a:prstGeom prst="roundRect">
            <a:avLst>
              <a:gd name="adj" fmla="val 8403"/>
            </a:avLst>
          </a:prstGeom>
          <a:solidFill>
            <a:srgbClr val="F5F8FA"/>
          </a:solidFill>
          <a:ln/>
        </p:spPr>
        <p:txBody>
          <a:bodyPr/>
          <a:lstStyle/>
          <a:p>
            <a:endParaRPr lang="nl-NL"/>
          </a:p>
        </p:txBody>
      </p:sp>
      <p:sp>
        <p:nvSpPr>
          <p:cNvPr id="19" name="Shape 17"/>
          <p:cNvSpPr/>
          <p:nvPr/>
        </p:nvSpPr>
        <p:spPr>
          <a:xfrm>
            <a:off x="502920" y="2740905"/>
            <a:ext cx="109728" cy="544068"/>
          </a:xfrm>
          <a:prstGeom prst="rect">
            <a:avLst/>
          </a:prstGeom>
          <a:solidFill>
            <a:srgbClr val="3D6FA6"/>
          </a:solidFill>
          <a:ln/>
        </p:spPr>
        <p:txBody>
          <a:bodyPr/>
          <a:lstStyle/>
          <a:p>
            <a:endParaRPr lang="nl-NL"/>
          </a:p>
        </p:txBody>
      </p:sp>
      <p:sp>
        <p:nvSpPr>
          <p:cNvPr id="20" name="Text 18"/>
          <p:cNvSpPr/>
          <p:nvPr/>
        </p:nvSpPr>
        <p:spPr>
          <a:xfrm>
            <a:off x="758952" y="2777481"/>
            <a:ext cx="5029200" cy="201168"/>
          </a:xfrm>
          <a:prstGeom prst="rect">
            <a:avLst/>
          </a:prstGeom>
          <a:noFill/>
          <a:ln/>
        </p:spPr>
        <p:txBody>
          <a:bodyPr wrap="square" rtlCol="0" anchor="ctr"/>
          <a:lstStyle/>
          <a:p>
            <a:pPr marL="0" indent="0">
              <a:buNone/>
            </a:pPr>
            <a:r>
              <a:rPr lang="en-US" sz="950" b="1" dirty="0">
                <a:solidFill>
                  <a:srgbClr val="3D6FA6"/>
                </a:solidFill>
                <a:latin typeface="Arial" pitchFamily="34" charset="0"/>
                <a:ea typeface="Arial" pitchFamily="34" charset="-122"/>
                <a:cs typeface="Arial" pitchFamily="34" charset="-120"/>
              </a:rPr>
              <a:t>Taak</a:t>
            </a:r>
            <a:endParaRPr lang="en-US" sz="950" dirty="0"/>
          </a:p>
        </p:txBody>
      </p:sp>
      <p:sp>
        <p:nvSpPr>
          <p:cNvPr id="21" name="Text 19"/>
          <p:cNvSpPr/>
          <p:nvPr/>
        </p:nvSpPr>
        <p:spPr>
          <a:xfrm>
            <a:off x="758952" y="2969505"/>
            <a:ext cx="4983480" cy="333756"/>
          </a:xfrm>
          <a:prstGeom prst="rect">
            <a:avLst/>
          </a:prstGeom>
          <a:noFill/>
          <a:ln/>
        </p:spPr>
        <p:txBody>
          <a:bodyPr wrap="square" rtlCol="0" anchor="t"/>
          <a:lstStyle/>
          <a:p>
            <a:pPr marL="0" indent="0">
              <a:lnSpc>
                <a:spcPts val="1150"/>
              </a:lnSpc>
              <a:buNone/>
            </a:pPr>
            <a:r>
              <a:rPr lang="en-US" sz="1000" dirty="0">
                <a:solidFill>
                  <a:srgbClr val="2B3033"/>
                </a:solidFill>
                <a:latin typeface="Arial" pitchFamily="34" charset="0"/>
                <a:ea typeface="Arial" pitchFamily="34" charset="-122"/>
                <a:cs typeface="Arial" pitchFamily="34" charset="-120"/>
              </a:rPr>
              <a:t>Aanvraag handmatig controleren op volledigheid</a:t>
            </a:r>
            <a:endParaRPr lang="en-US" sz="1000" dirty="0"/>
          </a:p>
        </p:txBody>
      </p:sp>
      <p:sp>
        <p:nvSpPr>
          <p:cNvPr id="22" name="Shape 20"/>
          <p:cNvSpPr/>
          <p:nvPr/>
        </p:nvSpPr>
        <p:spPr>
          <a:xfrm>
            <a:off x="6382512" y="2740905"/>
            <a:ext cx="5394960" cy="544068"/>
          </a:xfrm>
          <a:prstGeom prst="roundRect">
            <a:avLst>
              <a:gd name="adj" fmla="val 8403"/>
            </a:avLst>
          </a:prstGeom>
          <a:solidFill>
            <a:srgbClr val="F5F8FA"/>
          </a:solidFill>
          <a:ln/>
        </p:spPr>
        <p:txBody>
          <a:bodyPr/>
          <a:lstStyle/>
          <a:p>
            <a:endParaRPr lang="nl-NL"/>
          </a:p>
        </p:txBody>
      </p:sp>
      <p:sp>
        <p:nvSpPr>
          <p:cNvPr id="23" name="Shape 21"/>
          <p:cNvSpPr/>
          <p:nvPr/>
        </p:nvSpPr>
        <p:spPr>
          <a:xfrm>
            <a:off x="6382512" y="2740905"/>
            <a:ext cx="109728" cy="544068"/>
          </a:xfrm>
          <a:prstGeom prst="rect">
            <a:avLst/>
          </a:prstGeom>
          <a:solidFill>
            <a:srgbClr val="3D6FA6"/>
          </a:solidFill>
          <a:ln/>
        </p:spPr>
        <p:txBody>
          <a:bodyPr/>
          <a:lstStyle/>
          <a:p>
            <a:endParaRPr lang="nl-NL"/>
          </a:p>
        </p:txBody>
      </p:sp>
      <p:sp>
        <p:nvSpPr>
          <p:cNvPr id="24" name="Text 22"/>
          <p:cNvSpPr/>
          <p:nvPr/>
        </p:nvSpPr>
        <p:spPr>
          <a:xfrm>
            <a:off x="6638544" y="2777481"/>
            <a:ext cx="5029200" cy="201168"/>
          </a:xfrm>
          <a:prstGeom prst="rect">
            <a:avLst/>
          </a:prstGeom>
          <a:noFill/>
          <a:ln/>
        </p:spPr>
        <p:txBody>
          <a:bodyPr wrap="square" rtlCol="0" anchor="ctr"/>
          <a:lstStyle/>
          <a:p>
            <a:pPr marL="0" indent="0">
              <a:buNone/>
            </a:pPr>
            <a:r>
              <a:rPr lang="en-US" sz="950" b="1" dirty="0">
                <a:solidFill>
                  <a:srgbClr val="3D6FA6"/>
                </a:solidFill>
                <a:latin typeface="Arial" pitchFamily="34" charset="0"/>
                <a:ea typeface="Arial" pitchFamily="34" charset="-122"/>
                <a:cs typeface="Arial" pitchFamily="34" charset="-120"/>
              </a:rPr>
              <a:t>Taak</a:t>
            </a:r>
            <a:endParaRPr lang="en-US" sz="950" dirty="0"/>
          </a:p>
        </p:txBody>
      </p:sp>
      <p:sp>
        <p:nvSpPr>
          <p:cNvPr id="25" name="Text 23"/>
          <p:cNvSpPr/>
          <p:nvPr/>
        </p:nvSpPr>
        <p:spPr>
          <a:xfrm>
            <a:off x="6638544" y="2969505"/>
            <a:ext cx="4983480" cy="333756"/>
          </a:xfrm>
          <a:prstGeom prst="rect">
            <a:avLst/>
          </a:prstGeom>
          <a:noFill/>
          <a:ln/>
        </p:spPr>
        <p:txBody>
          <a:bodyPr wrap="square" rtlCol="0" anchor="t"/>
          <a:lstStyle/>
          <a:p>
            <a:pPr marL="0" indent="0">
              <a:lnSpc>
                <a:spcPts val="1150"/>
              </a:lnSpc>
              <a:buNone/>
            </a:pPr>
            <a:r>
              <a:rPr lang="en-US" sz="1000" dirty="0">
                <a:solidFill>
                  <a:srgbClr val="2B3033"/>
                </a:solidFill>
                <a:latin typeface="Arial" pitchFamily="34" charset="0"/>
                <a:ea typeface="Arial" pitchFamily="34" charset="-122"/>
                <a:cs typeface="Arial" pitchFamily="34" charset="-120"/>
              </a:rPr>
              <a:t>Geautomatiseerde volledigheidscheck op basis van vastgelegde business rules</a:t>
            </a:r>
            <a:endParaRPr lang="en-US" sz="1000" dirty="0"/>
          </a:p>
        </p:txBody>
      </p:sp>
      <p:sp>
        <p:nvSpPr>
          <p:cNvPr id="26" name="Shape 24"/>
          <p:cNvSpPr/>
          <p:nvPr/>
        </p:nvSpPr>
        <p:spPr>
          <a:xfrm>
            <a:off x="502920" y="3367269"/>
            <a:ext cx="5394960" cy="544068"/>
          </a:xfrm>
          <a:prstGeom prst="roundRect">
            <a:avLst>
              <a:gd name="adj" fmla="val 8403"/>
            </a:avLst>
          </a:prstGeom>
          <a:solidFill>
            <a:srgbClr val="F5F8FA"/>
          </a:solidFill>
          <a:ln/>
        </p:spPr>
        <p:txBody>
          <a:bodyPr/>
          <a:lstStyle/>
          <a:p>
            <a:endParaRPr lang="nl-NL"/>
          </a:p>
        </p:txBody>
      </p:sp>
      <p:sp>
        <p:nvSpPr>
          <p:cNvPr id="27" name="Shape 25"/>
          <p:cNvSpPr/>
          <p:nvPr/>
        </p:nvSpPr>
        <p:spPr>
          <a:xfrm>
            <a:off x="502920" y="3367269"/>
            <a:ext cx="109728" cy="544068"/>
          </a:xfrm>
          <a:prstGeom prst="rect">
            <a:avLst/>
          </a:prstGeom>
          <a:solidFill>
            <a:srgbClr val="E0B93D"/>
          </a:solidFill>
          <a:ln/>
        </p:spPr>
        <p:txBody>
          <a:bodyPr/>
          <a:lstStyle/>
          <a:p>
            <a:endParaRPr lang="nl-NL"/>
          </a:p>
        </p:txBody>
      </p:sp>
      <p:sp>
        <p:nvSpPr>
          <p:cNvPr id="28" name="Text 26"/>
          <p:cNvSpPr/>
          <p:nvPr/>
        </p:nvSpPr>
        <p:spPr>
          <a:xfrm>
            <a:off x="758952" y="3403845"/>
            <a:ext cx="5029200" cy="201168"/>
          </a:xfrm>
          <a:prstGeom prst="rect">
            <a:avLst/>
          </a:prstGeom>
          <a:noFill/>
          <a:ln/>
        </p:spPr>
        <p:txBody>
          <a:bodyPr wrap="square" rtlCol="0" anchor="ctr"/>
          <a:lstStyle/>
          <a:p>
            <a:pPr marL="0" indent="0">
              <a:buNone/>
            </a:pPr>
            <a:r>
              <a:rPr lang="en-US" sz="950" b="1" dirty="0">
                <a:solidFill>
                  <a:srgbClr val="E0B93D"/>
                </a:solidFill>
                <a:latin typeface="Arial" pitchFamily="34" charset="0"/>
                <a:ea typeface="Arial" pitchFamily="34" charset="-122"/>
                <a:cs typeface="Arial" pitchFamily="34" charset="-120"/>
              </a:rPr>
              <a:t>Betrokkene</a:t>
            </a:r>
            <a:endParaRPr lang="en-US" sz="950" dirty="0"/>
          </a:p>
        </p:txBody>
      </p:sp>
      <p:sp>
        <p:nvSpPr>
          <p:cNvPr id="29" name="Text 27"/>
          <p:cNvSpPr/>
          <p:nvPr/>
        </p:nvSpPr>
        <p:spPr>
          <a:xfrm>
            <a:off x="758952" y="3595869"/>
            <a:ext cx="4983480" cy="333756"/>
          </a:xfrm>
          <a:prstGeom prst="rect">
            <a:avLst/>
          </a:prstGeom>
          <a:noFill/>
          <a:ln/>
        </p:spPr>
        <p:txBody>
          <a:bodyPr wrap="square" rtlCol="0" anchor="t"/>
          <a:lstStyle/>
          <a:p>
            <a:pPr marL="0" indent="0">
              <a:lnSpc>
                <a:spcPts val="1150"/>
              </a:lnSpc>
              <a:buNone/>
            </a:pPr>
            <a:r>
              <a:rPr lang="en-US" sz="1000" dirty="0">
                <a:solidFill>
                  <a:srgbClr val="2B3033"/>
                </a:solidFill>
                <a:latin typeface="Arial" pitchFamily="34" charset="0"/>
                <a:ea typeface="Arial" pitchFamily="34" charset="-122"/>
                <a:cs typeface="Arial" pitchFamily="34" charset="-120"/>
              </a:rPr>
              <a:t>Intake-medewerker</a:t>
            </a:r>
            <a:endParaRPr lang="en-US" sz="1000" dirty="0"/>
          </a:p>
        </p:txBody>
      </p:sp>
      <p:sp>
        <p:nvSpPr>
          <p:cNvPr id="30" name="Shape 28"/>
          <p:cNvSpPr/>
          <p:nvPr/>
        </p:nvSpPr>
        <p:spPr>
          <a:xfrm>
            <a:off x="6382512" y="3367269"/>
            <a:ext cx="5394960" cy="544068"/>
          </a:xfrm>
          <a:prstGeom prst="roundRect">
            <a:avLst>
              <a:gd name="adj" fmla="val 8403"/>
            </a:avLst>
          </a:prstGeom>
          <a:solidFill>
            <a:srgbClr val="F5F8FA"/>
          </a:solidFill>
          <a:ln/>
        </p:spPr>
        <p:txBody>
          <a:bodyPr/>
          <a:lstStyle/>
          <a:p>
            <a:endParaRPr lang="nl-NL"/>
          </a:p>
        </p:txBody>
      </p:sp>
      <p:sp>
        <p:nvSpPr>
          <p:cNvPr id="31" name="Shape 29"/>
          <p:cNvSpPr/>
          <p:nvPr/>
        </p:nvSpPr>
        <p:spPr>
          <a:xfrm>
            <a:off x="6382512" y="3367269"/>
            <a:ext cx="109728" cy="544068"/>
          </a:xfrm>
          <a:prstGeom prst="rect">
            <a:avLst/>
          </a:prstGeom>
          <a:solidFill>
            <a:srgbClr val="E0B93D"/>
          </a:solidFill>
          <a:ln/>
        </p:spPr>
        <p:txBody>
          <a:bodyPr/>
          <a:lstStyle/>
          <a:p>
            <a:endParaRPr lang="nl-NL"/>
          </a:p>
        </p:txBody>
      </p:sp>
      <p:sp>
        <p:nvSpPr>
          <p:cNvPr id="32" name="Text 30"/>
          <p:cNvSpPr/>
          <p:nvPr/>
        </p:nvSpPr>
        <p:spPr>
          <a:xfrm>
            <a:off x="6638544" y="3403845"/>
            <a:ext cx="5029200" cy="201168"/>
          </a:xfrm>
          <a:prstGeom prst="rect">
            <a:avLst/>
          </a:prstGeom>
          <a:noFill/>
          <a:ln/>
        </p:spPr>
        <p:txBody>
          <a:bodyPr wrap="square" rtlCol="0" anchor="ctr"/>
          <a:lstStyle/>
          <a:p>
            <a:pPr marL="0" indent="0">
              <a:buNone/>
            </a:pPr>
            <a:r>
              <a:rPr lang="en-US" sz="950" b="1" dirty="0">
                <a:solidFill>
                  <a:srgbClr val="E0B93D"/>
                </a:solidFill>
                <a:latin typeface="Arial" pitchFamily="34" charset="0"/>
                <a:ea typeface="Arial" pitchFamily="34" charset="-122"/>
                <a:cs typeface="Arial" pitchFamily="34" charset="-120"/>
              </a:rPr>
              <a:t>Betrokkene</a:t>
            </a:r>
            <a:endParaRPr lang="en-US" sz="950" dirty="0"/>
          </a:p>
        </p:txBody>
      </p:sp>
      <p:sp>
        <p:nvSpPr>
          <p:cNvPr id="33" name="Text 31"/>
          <p:cNvSpPr/>
          <p:nvPr/>
        </p:nvSpPr>
        <p:spPr>
          <a:xfrm>
            <a:off x="6638544" y="3595869"/>
            <a:ext cx="4983480" cy="333756"/>
          </a:xfrm>
          <a:prstGeom prst="rect">
            <a:avLst/>
          </a:prstGeom>
          <a:noFill/>
          <a:ln/>
        </p:spPr>
        <p:txBody>
          <a:bodyPr wrap="square" rtlCol="0" anchor="t"/>
          <a:lstStyle/>
          <a:p>
            <a:pPr marL="0" indent="0">
              <a:lnSpc>
                <a:spcPts val="1150"/>
              </a:lnSpc>
              <a:buNone/>
            </a:pPr>
            <a:r>
              <a:rPr lang="en-US" sz="1000" dirty="0">
                <a:solidFill>
                  <a:srgbClr val="2B3033"/>
                </a:solidFill>
                <a:latin typeface="Arial" pitchFamily="34" charset="0"/>
                <a:ea typeface="Arial" pitchFamily="34" charset="-122"/>
                <a:cs typeface="Arial" pitchFamily="34" charset="-120"/>
              </a:rPr>
              <a:t>— (ongewijzigd)</a:t>
            </a:r>
            <a:endParaRPr lang="en-US" sz="1000" dirty="0"/>
          </a:p>
        </p:txBody>
      </p:sp>
      <p:sp>
        <p:nvSpPr>
          <p:cNvPr id="34" name="Shape 32"/>
          <p:cNvSpPr/>
          <p:nvPr/>
        </p:nvSpPr>
        <p:spPr>
          <a:xfrm>
            <a:off x="502920" y="3993633"/>
            <a:ext cx="5394960" cy="544068"/>
          </a:xfrm>
          <a:prstGeom prst="roundRect">
            <a:avLst>
              <a:gd name="adj" fmla="val 8403"/>
            </a:avLst>
          </a:prstGeom>
          <a:solidFill>
            <a:srgbClr val="F5F8FA"/>
          </a:solidFill>
          <a:ln/>
        </p:spPr>
        <p:txBody>
          <a:bodyPr/>
          <a:lstStyle/>
          <a:p>
            <a:endParaRPr lang="nl-NL"/>
          </a:p>
        </p:txBody>
      </p:sp>
      <p:sp>
        <p:nvSpPr>
          <p:cNvPr id="35" name="Shape 33"/>
          <p:cNvSpPr/>
          <p:nvPr/>
        </p:nvSpPr>
        <p:spPr>
          <a:xfrm>
            <a:off x="502920" y="3993633"/>
            <a:ext cx="109728" cy="544068"/>
          </a:xfrm>
          <a:prstGeom prst="rect">
            <a:avLst/>
          </a:prstGeom>
          <a:solidFill>
            <a:srgbClr val="D17DA6"/>
          </a:solidFill>
          <a:ln/>
        </p:spPr>
        <p:txBody>
          <a:bodyPr/>
          <a:lstStyle/>
          <a:p>
            <a:endParaRPr lang="nl-NL"/>
          </a:p>
        </p:txBody>
      </p:sp>
      <p:sp>
        <p:nvSpPr>
          <p:cNvPr id="36" name="Text 34"/>
          <p:cNvSpPr/>
          <p:nvPr/>
        </p:nvSpPr>
        <p:spPr>
          <a:xfrm>
            <a:off x="758952" y="4030209"/>
            <a:ext cx="5029200" cy="201168"/>
          </a:xfrm>
          <a:prstGeom prst="rect">
            <a:avLst/>
          </a:prstGeom>
          <a:noFill/>
          <a:ln/>
        </p:spPr>
        <p:txBody>
          <a:bodyPr wrap="square" rtlCol="0" anchor="ctr"/>
          <a:lstStyle/>
          <a:p>
            <a:pPr marL="0" indent="0">
              <a:buNone/>
            </a:pPr>
            <a:r>
              <a:rPr lang="en-US" sz="950" b="1" dirty="0">
                <a:solidFill>
                  <a:srgbClr val="D17DA6"/>
                </a:solidFill>
                <a:latin typeface="Arial" pitchFamily="34" charset="0"/>
                <a:ea typeface="Arial" pitchFamily="34" charset="-122"/>
                <a:cs typeface="Arial" pitchFamily="34" charset="-120"/>
              </a:rPr>
              <a:t>Systeem</a:t>
            </a:r>
            <a:endParaRPr lang="en-US" sz="950" dirty="0"/>
          </a:p>
        </p:txBody>
      </p:sp>
      <p:sp>
        <p:nvSpPr>
          <p:cNvPr id="37" name="Text 35"/>
          <p:cNvSpPr/>
          <p:nvPr/>
        </p:nvSpPr>
        <p:spPr>
          <a:xfrm>
            <a:off x="758952" y="4222233"/>
            <a:ext cx="4983480" cy="333756"/>
          </a:xfrm>
          <a:prstGeom prst="rect">
            <a:avLst/>
          </a:prstGeom>
          <a:noFill/>
          <a:ln/>
        </p:spPr>
        <p:txBody>
          <a:bodyPr wrap="square" rtlCol="0" anchor="t"/>
          <a:lstStyle/>
          <a:p>
            <a:pPr marL="0" indent="0">
              <a:lnSpc>
                <a:spcPts val="1150"/>
              </a:lnSpc>
              <a:buNone/>
            </a:pPr>
            <a:r>
              <a:rPr lang="en-US" sz="1000" dirty="0">
                <a:solidFill>
                  <a:srgbClr val="2B3033"/>
                </a:solidFill>
                <a:latin typeface="Arial" pitchFamily="34" charset="0"/>
                <a:ea typeface="Arial" pitchFamily="34" charset="-122"/>
                <a:cs typeface="Arial" pitchFamily="34" charset="-120"/>
              </a:rPr>
              <a:t>E-mail / papieren checklist</a:t>
            </a:r>
            <a:endParaRPr lang="en-US" sz="1000" dirty="0"/>
          </a:p>
        </p:txBody>
      </p:sp>
      <p:sp>
        <p:nvSpPr>
          <p:cNvPr id="38" name="Shape 36"/>
          <p:cNvSpPr/>
          <p:nvPr/>
        </p:nvSpPr>
        <p:spPr>
          <a:xfrm>
            <a:off x="6382512" y="3993633"/>
            <a:ext cx="5394960" cy="544068"/>
          </a:xfrm>
          <a:prstGeom prst="roundRect">
            <a:avLst>
              <a:gd name="adj" fmla="val 8403"/>
            </a:avLst>
          </a:prstGeom>
          <a:solidFill>
            <a:srgbClr val="F5F8FA"/>
          </a:solidFill>
          <a:ln/>
        </p:spPr>
        <p:txBody>
          <a:bodyPr/>
          <a:lstStyle/>
          <a:p>
            <a:endParaRPr lang="nl-NL"/>
          </a:p>
        </p:txBody>
      </p:sp>
      <p:sp>
        <p:nvSpPr>
          <p:cNvPr id="39" name="Shape 37"/>
          <p:cNvSpPr/>
          <p:nvPr/>
        </p:nvSpPr>
        <p:spPr>
          <a:xfrm>
            <a:off x="6382512" y="3993633"/>
            <a:ext cx="109728" cy="544068"/>
          </a:xfrm>
          <a:prstGeom prst="rect">
            <a:avLst/>
          </a:prstGeom>
          <a:solidFill>
            <a:srgbClr val="D17DA6"/>
          </a:solidFill>
          <a:ln/>
        </p:spPr>
        <p:txBody>
          <a:bodyPr/>
          <a:lstStyle/>
          <a:p>
            <a:endParaRPr lang="nl-NL"/>
          </a:p>
        </p:txBody>
      </p:sp>
      <p:sp>
        <p:nvSpPr>
          <p:cNvPr id="40" name="Text 38"/>
          <p:cNvSpPr/>
          <p:nvPr/>
        </p:nvSpPr>
        <p:spPr>
          <a:xfrm>
            <a:off x="6638544" y="4030209"/>
            <a:ext cx="5029200" cy="201168"/>
          </a:xfrm>
          <a:prstGeom prst="rect">
            <a:avLst/>
          </a:prstGeom>
          <a:noFill/>
          <a:ln/>
        </p:spPr>
        <p:txBody>
          <a:bodyPr wrap="square" rtlCol="0" anchor="ctr"/>
          <a:lstStyle/>
          <a:p>
            <a:pPr marL="0" indent="0">
              <a:buNone/>
            </a:pPr>
            <a:r>
              <a:rPr lang="en-US" sz="950" b="1" dirty="0">
                <a:solidFill>
                  <a:srgbClr val="D17DA6"/>
                </a:solidFill>
                <a:latin typeface="Arial" pitchFamily="34" charset="0"/>
                <a:ea typeface="Arial" pitchFamily="34" charset="-122"/>
                <a:cs typeface="Arial" pitchFamily="34" charset="-120"/>
              </a:rPr>
              <a:t>Systeem</a:t>
            </a:r>
            <a:endParaRPr lang="en-US" sz="950" dirty="0"/>
          </a:p>
        </p:txBody>
      </p:sp>
      <p:sp>
        <p:nvSpPr>
          <p:cNvPr id="41" name="Text 39"/>
          <p:cNvSpPr/>
          <p:nvPr/>
        </p:nvSpPr>
        <p:spPr>
          <a:xfrm>
            <a:off x="6638544" y="4222233"/>
            <a:ext cx="4983480" cy="333756"/>
          </a:xfrm>
          <a:prstGeom prst="rect">
            <a:avLst/>
          </a:prstGeom>
          <a:noFill/>
          <a:ln/>
        </p:spPr>
        <p:txBody>
          <a:bodyPr wrap="square" rtlCol="0" anchor="t"/>
          <a:lstStyle/>
          <a:p>
            <a:pPr marL="0" indent="0">
              <a:lnSpc>
                <a:spcPts val="1150"/>
              </a:lnSpc>
              <a:buNone/>
            </a:pPr>
            <a:r>
              <a:rPr lang="en-US" sz="1000" dirty="0">
                <a:solidFill>
                  <a:srgbClr val="2B3033"/>
                </a:solidFill>
                <a:latin typeface="Arial" pitchFamily="34" charset="0"/>
                <a:ea typeface="Arial" pitchFamily="34" charset="-122"/>
                <a:cs typeface="Arial" pitchFamily="34" charset="-120"/>
              </a:rPr>
              <a:t>Valtimo business rule task (DMN) + Formio-validatie</a:t>
            </a:r>
            <a:endParaRPr lang="en-US" sz="1000" dirty="0"/>
          </a:p>
        </p:txBody>
      </p:sp>
      <p:sp>
        <p:nvSpPr>
          <p:cNvPr id="42" name="Shape 40"/>
          <p:cNvSpPr/>
          <p:nvPr/>
        </p:nvSpPr>
        <p:spPr>
          <a:xfrm>
            <a:off x="502920" y="4619997"/>
            <a:ext cx="5394960" cy="544068"/>
          </a:xfrm>
          <a:prstGeom prst="roundRect">
            <a:avLst>
              <a:gd name="adj" fmla="val 8403"/>
            </a:avLst>
          </a:prstGeom>
          <a:solidFill>
            <a:srgbClr val="F5F8FA"/>
          </a:solidFill>
          <a:ln/>
        </p:spPr>
        <p:txBody>
          <a:bodyPr/>
          <a:lstStyle/>
          <a:p>
            <a:endParaRPr lang="nl-NL"/>
          </a:p>
        </p:txBody>
      </p:sp>
      <p:sp>
        <p:nvSpPr>
          <p:cNvPr id="43" name="Shape 41"/>
          <p:cNvSpPr/>
          <p:nvPr/>
        </p:nvSpPr>
        <p:spPr>
          <a:xfrm>
            <a:off x="502920" y="4619997"/>
            <a:ext cx="109728" cy="544068"/>
          </a:xfrm>
          <a:prstGeom prst="rect">
            <a:avLst/>
          </a:prstGeom>
          <a:solidFill>
            <a:srgbClr val="3E8E5B"/>
          </a:solidFill>
          <a:ln/>
        </p:spPr>
        <p:txBody>
          <a:bodyPr/>
          <a:lstStyle/>
          <a:p>
            <a:endParaRPr lang="nl-NL"/>
          </a:p>
        </p:txBody>
      </p:sp>
      <p:sp>
        <p:nvSpPr>
          <p:cNvPr id="44" name="Text 42"/>
          <p:cNvSpPr/>
          <p:nvPr/>
        </p:nvSpPr>
        <p:spPr>
          <a:xfrm>
            <a:off x="758952" y="4656573"/>
            <a:ext cx="5029200" cy="201168"/>
          </a:xfrm>
          <a:prstGeom prst="rect">
            <a:avLst/>
          </a:prstGeom>
          <a:noFill/>
          <a:ln/>
        </p:spPr>
        <p:txBody>
          <a:bodyPr wrap="square" rtlCol="0" anchor="ctr"/>
          <a:lstStyle/>
          <a:p>
            <a:pPr marL="0" indent="0">
              <a:buNone/>
            </a:pPr>
            <a:r>
              <a:rPr lang="en-US" sz="950" b="1" dirty="0">
                <a:solidFill>
                  <a:srgbClr val="3E8E5B"/>
                </a:solidFill>
                <a:latin typeface="Arial" pitchFamily="34" charset="0"/>
                <a:ea typeface="Arial" pitchFamily="34" charset="-122"/>
                <a:cs typeface="Arial" pitchFamily="34" charset="-120"/>
              </a:rPr>
              <a:t>Data (in/uit)</a:t>
            </a:r>
            <a:endParaRPr lang="en-US" sz="950" dirty="0"/>
          </a:p>
        </p:txBody>
      </p:sp>
      <p:sp>
        <p:nvSpPr>
          <p:cNvPr id="45" name="Text 43"/>
          <p:cNvSpPr/>
          <p:nvPr/>
        </p:nvSpPr>
        <p:spPr>
          <a:xfrm>
            <a:off x="758952" y="4848597"/>
            <a:ext cx="4983480" cy="333756"/>
          </a:xfrm>
          <a:prstGeom prst="rect">
            <a:avLst/>
          </a:prstGeom>
          <a:noFill/>
          <a:ln/>
        </p:spPr>
        <p:txBody>
          <a:bodyPr wrap="square" rtlCol="0" anchor="t"/>
          <a:lstStyle/>
          <a:p>
            <a:pPr marL="0" indent="0">
              <a:lnSpc>
                <a:spcPts val="1150"/>
              </a:lnSpc>
              <a:buNone/>
            </a:pPr>
            <a:r>
              <a:rPr lang="en-US" sz="1000" dirty="0">
                <a:solidFill>
                  <a:srgbClr val="2B3033"/>
                </a:solidFill>
                <a:latin typeface="Arial" pitchFamily="34" charset="0"/>
                <a:ea typeface="Arial" pitchFamily="34" charset="-122"/>
                <a:cs typeface="Arial" pitchFamily="34" charset="-120"/>
              </a:rPr>
              <a:t>In: ingevulde aanvraag — Uit: volledig/onvolledig-oordeel</a:t>
            </a:r>
            <a:endParaRPr lang="en-US" sz="1000" dirty="0"/>
          </a:p>
        </p:txBody>
      </p:sp>
      <p:sp>
        <p:nvSpPr>
          <p:cNvPr id="46" name="Shape 44"/>
          <p:cNvSpPr/>
          <p:nvPr/>
        </p:nvSpPr>
        <p:spPr>
          <a:xfrm>
            <a:off x="6382512" y="4619997"/>
            <a:ext cx="5394960" cy="544068"/>
          </a:xfrm>
          <a:prstGeom prst="roundRect">
            <a:avLst>
              <a:gd name="adj" fmla="val 8403"/>
            </a:avLst>
          </a:prstGeom>
          <a:solidFill>
            <a:srgbClr val="F5F8FA"/>
          </a:solidFill>
          <a:ln/>
        </p:spPr>
        <p:txBody>
          <a:bodyPr/>
          <a:lstStyle/>
          <a:p>
            <a:endParaRPr lang="nl-NL"/>
          </a:p>
        </p:txBody>
      </p:sp>
      <p:sp>
        <p:nvSpPr>
          <p:cNvPr id="47" name="Shape 45"/>
          <p:cNvSpPr/>
          <p:nvPr/>
        </p:nvSpPr>
        <p:spPr>
          <a:xfrm>
            <a:off x="6382512" y="4619997"/>
            <a:ext cx="109728" cy="544068"/>
          </a:xfrm>
          <a:prstGeom prst="rect">
            <a:avLst/>
          </a:prstGeom>
          <a:solidFill>
            <a:srgbClr val="3E8E5B"/>
          </a:solidFill>
          <a:ln/>
        </p:spPr>
        <p:txBody>
          <a:bodyPr/>
          <a:lstStyle/>
          <a:p>
            <a:endParaRPr lang="nl-NL"/>
          </a:p>
        </p:txBody>
      </p:sp>
      <p:sp>
        <p:nvSpPr>
          <p:cNvPr id="48" name="Text 46"/>
          <p:cNvSpPr/>
          <p:nvPr/>
        </p:nvSpPr>
        <p:spPr>
          <a:xfrm>
            <a:off x="6638544" y="4656573"/>
            <a:ext cx="5029200" cy="201168"/>
          </a:xfrm>
          <a:prstGeom prst="rect">
            <a:avLst/>
          </a:prstGeom>
          <a:noFill/>
          <a:ln/>
        </p:spPr>
        <p:txBody>
          <a:bodyPr wrap="square" rtlCol="0" anchor="ctr"/>
          <a:lstStyle/>
          <a:p>
            <a:pPr marL="0" indent="0">
              <a:buNone/>
            </a:pPr>
            <a:r>
              <a:rPr lang="en-US" sz="950" b="1" dirty="0">
                <a:solidFill>
                  <a:srgbClr val="3E8E5B"/>
                </a:solidFill>
                <a:latin typeface="Arial" pitchFamily="34" charset="0"/>
                <a:ea typeface="Arial" pitchFamily="34" charset="-122"/>
                <a:cs typeface="Arial" pitchFamily="34" charset="-120"/>
              </a:rPr>
              <a:t>Data (in/uit)</a:t>
            </a:r>
            <a:endParaRPr lang="en-US" sz="950" dirty="0"/>
          </a:p>
        </p:txBody>
      </p:sp>
      <p:sp>
        <p:nvSpPr>
          <p:cNvPr id="49" name="Text 47"/>
          <p:cNvSpPr/>
          <p:nvPr/>
        </p:nvSpPr>
        <p:spPr>
          <a:xfrm>
            <a:off x="6638544" y="4848597"/>
            <a:ext cx="4983480" cy="333756"/>
          </a:xfrm>
          <a:prstGeom prst="rect">
            <a:avLst/>
          </a:prstGeom>
          <a:noFill/>
          <a:ln/>
        </p:spPr>
        <p:txBody>
          <a:bodyPr wrap="square" rtlCol="0" anchor="t"/>
          <a:lstStyle/>
          <a:p>
            <a:pPr marL="0" indent="0">
              <a:lnSpc>
                <a:spcPts val="1150"/>
              </a:lnSpc>
              <a:buNone/>
            </a:pPr>
            <a:r>
              <a:rPr lang="en-US" sz="1000" dirty="0">
                <a:solidFill>
                  <a:srgbClr val="2B3033"/>
                </a:solidFill>
                <a:latin typeface="Arial" pitchFamily="34" charset="0"/>
                <a:ea typeface="Arial" pitchFamily="34" charset="-122"/>
                <a:cs typeface="Arial" pitchFamily="34" charset="-120"/>
              </a:rPr>
              <a:t>In: ingevulde aanvraag — Uit: automatisch oordeel + evt. aanvullingsverzoek</a:t>
            </a:r>
            <a:endParaRPr lang="en-US" sz="1000" dirty="0"/>
          </a:p>
        </p:txBody>
      </p:sp>
      <p:sp>
        <p:nvSpPr>
          <p:cNvPr id="50" name="Shape 48"/>
          <p:cNvSpPr/>
          <p:nvPr/>
        </p:nvSpPr>
        <p:spPr>
          <a:xfrm>
            <a:off x="502920" y="5246361"/>
            <a:ext cx="5394960" cy="544068"/>
          </a:xfrm>
          <a:prstGeom prst="roundRect">
            <a:avLst>
              <a:gd name="adj" fmla="val 8403"/>
            </a:avLst>
          </a:prstGeom>
          <a:solidFill>
            <a:srgbClr val="F5F8FA"/>
          </a:solidFill>
          <a:ln/>
        </p:spPr>
        <p:txBody>
          <a:bodyPr/>
          <a:lstStyle/>
          <a:p>
            <a:endParaRPr lang="nl-NL"/>
          </a:p>
        </p:txBody>
      </p:sp>
      <p:sp>
        <p:nvSpPr>
          <p:cNvPr id="51" name="Shape 49"/>
          <p:cNvSpPr/>
          <p:nvPr/>
        </p:nvSpPr>
        <p:spPr>
          <a:xfrm>
            <a:off x="502920" y="5246361"/>
            <a:ext cx="109728" cy="544068"/>
          </a:xfrm>
          <a:prstGeom prst="rect">
            <a:avLst/>
          </a:prstGeom>
          <a:solidFill>
            <a:srgbClr val="D98E04"/>
          </a:solidFill>
          <a:ln/>
        </p:spPr>
        <p:txBody>
          <a:bodyPr/>
          <a:lstStyle/>
          <a:p>
            <a:endParaRPr lang="nl-NL"/>
          </a:p>
        </p:txBody>
      </p:sp>
      <p:sp>
        <p:nvSpPr>
          <p:cNvPr id="52" name="Text 50"/>
          <p:cNvSpPr/>
          <p:nvPr/>
        </p:nvSpPr>
        <p:spPr>
          <a:xfrm>
            <a:off x="758952" y="5282937"/>
            <a:ext cx="5029200" cy="201168"/>
          </a:xfrm>
          <a:prstGeom prst="rect">
            <a:avLst/>
          </a:prstGeom>
          <a:noFill/>
          <a:ln/>
        </p:spPr>
        <p:txBody>
          <a:bodyPr wrap="square" rtlCol="0" anchor="ctr"/>
          <a:lstStyle/>
          <a:p>
            <a:pPr marL="0" indent="0">
              <a:buNone/>
            </a:pPr>
            <a:r>
              <a:rPr lang="en-US" sz="950" b="1" dirty="0">
                <a:solidFill>
                  <a:srgbClr val="D98E04"/>
                </a:solidFill>
                <a:latin typeface="Arial" pitchFamily="34" charset="0"/>
                <a:ea typeface="Arial" pitchFamily="34" charset="-122"/>
                <a:cs typeface="Arial" pitchFamily="34" charset="-120"/>
              </a:rPr>
              <a:t>Doorloop/wachttijd</a:t>
            </a:r>
            <a:endParaRPr lang="en-US" sz="950" dirty="0"/>
          </a:p>
        </p:txBody>
      </p:sp>
      <p:sp>
        <p:nvSpPr>
          <p:cNvPr id="53" name="Text 51"/>
          <p:cNvSpPr/>
          <p:nvPr/>
        </p:nvSpPr>
        <p:spPr>
          <a:xfrm>
            <a:off x="758952" y="5474961"/>
            <a:ext cx="4983480" cy="333756"/>
          </a:xfrm>
          <a:prstGeom prst="rect">
            <a:avLst/>
          </a:prstGeom>
          <a:noFill/>
          <a:ln/>
        </p:spPr>
        <p:txBody>
          <a:bodyPr wrap="square" rtlCol="0" anchor="t"/>
          <a:lstStyle/>
          <a:p>
            <a:pPr marL="0" indent="0">
              <a:lnSpc>
                <a:spcPts val="1150"/>
              </a:lnSpc>
              <a:buNone/>
            </a:pPr>
            <a:r>
              <a:rPr lang="en-US" sz="1000" dirty="0">
                <a:solidFill>
                  <a:srgbClr val="2B3033"/>
                </a:solidFill>
                <a:latin typeface="Arial" pitchFamily="34" charset="0"/>
                <a:ea typeface="Arial" pitchFamily="34" charset="-122"/>
                <a:cs typeface="Arial" pitchFamily="34" charset="-120"/>
              </a:rPr>
              <a:t>30 min proces / 3 dagen wacht</a:t>
            </a:r>
            <a:endParaRPr lang="en-US" sz="1000" dirty="0"/>
          </a:p>
        </p:txBody>
      </p:sp>
      <p:sp>
        <p:nvSpPr>
          <p:cNvPr id="54" name="Shape 52"/>
          <p:cNvSpPr/>
          <p:nvPr/>
        </p:nvSpPr>
        <p:spPr>
          <a:xfrm>
            <a:off x="6382512" y="5246361"/>
            <a:ext cx="5394960" cy="544068"/>
          </a:xfrm>
          <a:prstGeom prst="roundRect">
            <a:avLst>
              <a:gd name="adj" fmla="val 8403"/>
            </a:avLst>
          </a:prstGeom>
          <a:solidFill>
            <a:srgbClr val="F5F8FA"/>
          </a:solidFill>
          <a:ln/>
        </p:spPr>
        <p:txBody>
          <a:bodyPr/>
          <a:lstStyle/>
          <a:p>
            <a:endParaRPr lang="nl-NL"/>
          </a:p>
        </p:txBody>
      </p:sp>
      <p:sp>
        <p:nvSpPr>
          <p:cNvPr id="55" name="Shape 53"/>
          <p:cNvSpPr/>
          <p:nvPr/>
        </p:nvSpPr>
        <p:spPr>
          <a:xfrm>
            <a:off x="6382512" y="5246361"/>
            <a:ext cx="109728" cy="544068"/>
          </a:xfrm>
          <a:prstGeom prst="rect">
            <a:avLst/>
          </a:prstGeom>
          <a:solidFill>
            <a:srgbClr val="D98E04"/>
          </a:solidFill>
          <a:ln/>
        </p:spPr>
        <p:txBody>
          <a:bodyPr/>
          <a:lstStyle/>
          <a:p>
            <a:endParaRPr lang="nl-NL"/>
          </a:p>
        </p:txBody>
      </p:sp>
      <p:sp>
        <p:nvSpPr>
          <p:cNvPr id="56" name="Text 54"/>
          <p:cNvSpPr/>
          <p:nvPr/>
        </p:nvSpPr>
        <p:spPr>
          <a:xfrm>
            <a:off x="6638544" y="5282937"/>
            <a:ext cx="5029200" cy="201168"/>
          </a:xfrm>
          <a:prstGeom prst="rect">
            <a:avLst/>
          </a:prstGeom>
          <a:noFill/>
          <a:ln/>
        </p:spPr>
        <p:txBody>
          <a:bodyPr wrap="square" rtlCol="0" anchor="ctr"/>
          <a:lstStyle/>
          <a:p>
            <a:pPr marL="0" indent="0">
              <a:buNone/>
            </a:pPr>
            <a:r>
              <a:rPr lang="en-US" sz="950" b="1" dirty="0">
                <a:solidFill>
                  <a:srgbClr val="D98E04"/>
                </a:solidFill>
                <a:latin typeface="Arial" pitchFamily="34" charset="0"/>
                <a:ea typeface="Arial" pitchFamily="34" charset="-122"/>
                <a:cs typeface="Arial" pitchFamily="34" charset="-120"/>
              </a:rPr>
              <a:t>Doorloop/wachttijd</a:t>
            </a:r>
            <a:endParaRPr lang="en-US" sz="950" dirty="0"/>
          </a:p>
        </p:txBody>
      </p:sp>
      <p:sp>
        <p:nvSpPr>
          <p:cNvPr id="57" name="Text 55"/>
          <p:cNvSpPr/>
          <p:nvPr/>
        </p:nvSpPr>
        <p:spPr>
          <a:xfrm>
            <a:off x="6638544" y="5474961"/>
            <a:ext cx="4983480" cy="333756"/>
          </a:xfrm>
          <a:prstGeom prst="rect">
            <a:avLst/>
          </a:prstGeom>
          <a:noFill/>
          <a:ln/>
        </p:spPr>
        <p:txBody>
          <a:bodyPr wrap="square" rtlCol="0" anchor="t"/>
          <a:lstStyle/>
          <a:p>
            <a:pPr marL="0" indent="0">
              <a:lnSpc>
                <a:spcPts val="1150"/>
              </a:lnSpc>
              <a:buNone/>
            </a:pPr>
            <a:r>
              <a:rPr lang="en-US" sz="1000" dirty="0">
                <a:solidFill>
                  <a:srgbClr val="2B3033"/>
                </a:solidFill>
                <a:latin typeface="Arial" pitchFamily="34" charset="0"/>
                <a:ea typeface="Arial" pitchFamily="34" charset="-122"/>
                <a:cs typeface="Arial" pitchFamily="34" charset="-120"/>
              </a:rPr>
              <a:t>2 min proces / 0 dagen wacht</a:t>
            </a:r>
            <a:endParaRPr lang="en-US" sz="1000" dirty="0"/>
          </a:p>
        </p:txBody>
      </p:sp>
      <p:sp>
        <p:nvSpPr>
          <p:cNvPr id="61" name="Text 1">
            <a:extLst>
              <a:ext uri="{FF2B5EF4-FFF2-40B4-BE49-F238E27FC236}">
                <a16:creationId xmlns:a16="http://schemas.microsoft.com/office/drawing/2014/main" id="{6C654E4B-C05E-FC87-E87E-B724FCC52A2C}"/>
              </a:ext>
            </a:extLst>
          </p:cNvPr>
          <p:cNvSpPr/>
          <p:nvPr/>
        </p:nvSpPr>
        <p:spPr>
          <a:xfrm>
            <a:off x="502920" y="292608"/>
            <a:ext cx="9144000" cy="292608"/>
          </a:xfrm>
          <a:prstGeom prst="rect">
            <a:avLst/>
          </a:prstGeom>
          <a:noFill/>
          <a:ln/>
        </p:spPr>
        <p:txBody>
          <a:bodyPr wrap="square" lIns="91440" tIns="45720" rIns="91440" bIns="45720" rtlCol="0" anchor="ctr"/>
          <a:lstStyle>
            <a:defPPr>
              <a:defRPr lang="nl-NL"/>
            </a:defPPr>
            <a:lvl1pPr marL="0" algn="l" defTabSz="478940" rtl="0" eaLnBrk="1" latinLnBrk="0" hangingPunct="1">
              <a:defRPr sz="1900" kern="1200">
                <a:solidFill>
                  <a:schemeClr val="tx1"/>
                </a:solidFill>
                <a:latin typeface="+mn-lt"/>
                <a:ea typeface="+mn-ea"/>
                <a:cs typeface="+mn-cs"/>
              </a:defRPr>
            </a:lvl1pPr>
            <a:lvl2pPr marL="478940" algn="l" defTabSz="478940" rtl="0" eaLnBrk="1" latinLnBrk="0" hangingPunct="1">
              <a:defRPr sz="1900" kern="1200">
                <a:solidFill>
                  <a:schemeClr val="tx1"/>
                </a:solidFill>
                <a:latin typeface="+mn-lt"/>
                <a:ea typeface="+mn-ea"/>
                <a:cs typeface="+mn-cs"/>
              </a:defRPr>
            </a:lvl2pPr>
            <a:lvl3pPr marL="957879" algn="l" defTabSz="478940" rtl="0" eaLnBrk="1" latinLnBrk="0" hangingPunct="1">
              <a:defRPr sz="1900" kern="1200">
                <a:solidFill>
                  <a:schemeClr val="tx1"/>
                </a:solidFill>
                <a:latin typeface="+mn-lt"/>
                <a:ea typeface="+mn-ea"/>
                <a:cs typeface="+mn-cs"/>
              </a:defRPr>
            </a:lvl3pPr>
            <a:lvl4pPr marL="1436819" algn="l" defTabSz="478940" rtl="0" eaLnBrk="1" latinLnBrk="0" hangingPunct="1">
              <a:defRPr sz="1900" kern="1200">
                <a:solidFill>
                  <a:schemeClr val="tx1"/>
                </a:solidFill>
                <a:latin typeface="+mn-lt"/>
                <a:ea typeface="+mn-ea"/>
                <a:cs typeface="+mn-cs"/>
              </a:defRPr>
            </a:lvl4pPr>
            <a:lvl5pPr marL="1915758" algn="l" defTabSz="478940" rtl="0" eaLnBrk="1" latinLnBrk="0" hangingPunct="1">
              <a:defRPr sz="1900" kern="1200">
                <a:solidFill>
                  <a:schemeClr val="tx1"/>
                </a:solidFill>
                <a:latin typeface="+mn-lt"/>
                <a:ea typeface="+mn-ea"/>
                <a:cs typeface="+mn-cs"/>
              </a:defRPr>
            </a:lvl5pPr>
            <a:lvl6pPr marL="2394698" algn="l" defTabSz="478940" rtl="0" eaLnBrk="1" latinLnBrk="0" hangingPunct="1">
              <a:defRPr sz="1900" kern="1200">
                <a:solidFill>
                  <a:schemeClr val="tx1"/>
                </a:solidFill>
                <a:latin typeface="+mn-lt"/>
                <a:ea typeface="+mn-ea"/>
                <a:cs typeface="+mn-cs"/>
              </a:defRPr>
            </a:lvl6pPr>
            <a:lvl7pPr marL="2873637" algn="l" defTabSz="478940" rtl="0" eaLnBrk="1" latinLnBrk="0" hangingPunct="1">
              <a:defRPr sz="1900" kern="1200">
                <a:solidFill>
                  <a:schemeClr val="tx1"/>
                </a:solidFill>
                <a:latin typeface="+mn-lt"/>
                <a:ea typeface="+mn-ea"/>
                <a:cs typeface="+mn-cs"/>
              </a:defRPr>
            </a:lvl7pPr>
            <a:lvl8pPr marL="3352576" algn="l" defTabSz="478940" rtl="0" eaLnBrk="1" latinLnBrk="0" hangingPunct="1">
              <a:defRPr sz="1900" kern="1200">
                <a:solidFill>
                  <a:schemeClr val="tx1"/>
                </a:solidFill>
                <a:latin typeface="+mn-lt"/>
                <a:ea typeface="+mn-ea"/>
                <a:cs typeface="+mn-cs"/>
              </a:defRPr>
            </a:lvl8pPr>
            <a:lvl9pPr marL="3831516" algn="l" defTabSz="478940" rtl="0" eaLnBrk="1" latinLnBrk="0" hangingPunct="1">
              <a:defRPr sz="1900" kern="1200">
                <a:solidFill>
                  <a:schemeClr val="tx1"/>
                </a:solidFill>
                <a:latin typeface="+mn-lt"/>
                <a:ea typeface="+mn-ea"/>
                <a:cs typeface="+mn-cs"/>
              </a:defRPr>
            </a:lvl9pPr>
          </a:lstStyle>
          <a:p>
            <a:r>
              <a:rPr lang="en-US" sz="1100" b="1" kern="0" spc="150" dirty="0">
                <a:solidFill>
                  <a:srgbClr val="E76734"/>
                </a:solidFill>
                <a:latin typeface="Arial"/>
                <a:cs typeface="Arial"/>
              </a:rPr>
              <a:t>EVENT STORMING</a:t>
            </a:r>
            <a:endParaRPr lang="nl-NL" dirty="0"/>
          </a:p>
        </p:txBody>
      </p:sp>
      <p:sp>
        <p:nvSpPr>
          <p:cNvPr id="6" name="Text 4">
            <a:extLst>
              <a:ext uri="{FF2B5EF4-FFF2-40B4-BE49-F238E27FC236}">
                <a16:creationId xmlns:a16="http://schemas.microsoft.com/office/drawing/2014/main" id="{6CA360B4-D0CB-5E2A-00C9-8C77AD307508}"/>
              </a:ext>
            </a:extLst>
          </p:cNvPr>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a:solidFill>
                  <a:srgbClr val="6B7680"/>
                </a:solidFill>
                <a:latin typeface="Arial"/>
                <a:ea typeface="Arial" pitchFamily="34" charset="-122"/>
                <a:cs typeface="Arial"/>
              </a:rPr>
              <a:t>Event Storming</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PAD B — FUNCTIONELE INVULLING</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Pad B: Functionele invulling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7" name="Text 5"/>
          <p:cNvSpPr/>
          <p:nvPr/>
        </p:nvSpPr>
        <p:spPr>
          <a:xfrm>
            <a:off x="502920" y="1371600"/>
            <a:ext cx="10058400" cy="640080"/>
          </a:xfrm>
          <a:prstGeom prst="rect">
            <a:avLst/>
          </a:prstGeom>
          <a:noFill/>
          <a:ln/>
        </p:spPr>
        <p:txBody>
          <a:bodyPr wrap="square" rtlCol="0" anchor="ctr"/>
          <a:lstStyle/>
          <a:p>
            <a:pPr marL="0" indent="0">
              <a:lnSpc>
                <a:spcPts val="1800"/>
              </a:lnSpc>
              <a:buNone/>
            </a:pPr>
            <a:r>
              <a:rPr lang="en-US" sz="1400" dirty="0">
                <a:solidFill>
                  <a:srgbClr val="2B3033"/>
                </a:solidFill>
                <a:latin typeface="Arial" pitchFamily="34" charset="0"/>
                <a:ea typeface="Arial" pitchFamily="34" charset="-122"/>
                <a:cs typeface="Arial" pitchFamily="34" charset="-120"/>
              </a:rPr>
              <a:t>Kies dit pad voor de klassieke, stapsgewijze aanpak: Gebruikers, Data, Proces en Functionaliteiten worden één voor één uitgewerkt.</a:t>
            </a:r>
            <a:endParaRPr lang="en-US" sz="1400" dirty="0"/>
          </a:p>
        </p:txBody>
      </p:sp>
      <p:sp>
        <p:nvSpPr>
          <p:cNvPr id="8" name="Shape 6"/>
          <p:cNvSpPr/>
          <p:nvPr/>
        </p:nvSpPr>
        <p:spPr>
          <a:xfrm>
            <a:off x="502920" y="2286000"/>
            <a:ext cx="11183112" cy="594360"/>
          </a:xfrm>
          <a:prstGeom prst="roundRect">
            <a:avLst>
              <a:gd name="adj" fmla="val 9231"/>
            </a:avLst>
          </a:prstGeom>
          <a:solidFill>
            <a:srgbClr val="F5F8FA"/>
          </a:solidFill>
          <a:ln w="9525">
            <a:solidFill>
              <a:srgbClr val="DCE6EA"/>
            </a:solidFill>
            <a:prstDash val="solid"/>
          </a:ln>
        </p:spPr>
        <p:txBody>
          <a:bodyPr/>
          <a:lstStyle/>
          <a:p>
            <a:endParaRPr lang="nl-NL"/>
          </a:p>
        </p:txBody>
      </p:sp>
      <p:sp>
        <p:nvSpPr>
          <p:cNvPr id="9" name="Text 7"/>
          <p:cNvSpPr/>
          <p:nvPr/>
        </p:nvSpPr>
        <p:spPr>
          <a:xfrm>
            <a:off x="713232" y="2286000"/>
            <a:ext cx="10789920" cy="594360"/>
          </a:xfrm>
          <a:prstGeom prst="rect">
            <a:avLst/>
          </a:prstGeom>
          <a:noFill/>
          <a:ln/>
        </p:spPr>
        <p:txBody>
          <a:bodyPr wrap="square" lIns="91440" tIns="45720" rIns="91440" bIns="45720" rtlCol="0" anchor="ctr"/>
          <a:lstStyle/>
          <a:p>
            <a:r>
              <a:rPr lang="en-US" sz="1200" i="1" dirty="0">
                <a:solidFill>
                  <a:srgbClr val="6B7680"/>
                </a:solidFill>
                <a:latin typeface="Arial"/>
                <a:ea typeface="Arial" pitchFamily="34" charset="-122"/>
                <a:cs typeface="Arial"/>
              </a:rPr>
              <a:t>Bij </a:t>
            </a:r>
            <a:r>
              <a:rPr lang="en-US" sz="1200" i="1" dirty="0" err="1">
                <a:solidFill>
                  <a:srgbClr val="6B7680"/>
                </a:solidFill>
                <a:latin typeface="Arial"/>
                <a:ea typeface="Arial" pitchFamily="34" charset="-122"/>
                <a:cs typeface="Arial"/>
              </a:rPr>
              <a:t>inzetten</a:t>
            </a:r>
            <a:r>
              <a:rPr lang="en-US" sz="1200" i="1" dirty="0">
                <a:solidFill>
                  <a:srgbClr val="6B7680"/>
                </a:solidFill>
                <a:latin typeface="Arial"/>
                <a:ea typeface="Arial" pitchFamily="34" charset="-122"/>
                <a:cs typeface="Arial"/>
              </a:rPr>
              <a:t> van </a:t>
            </a:r>
            <a:r>
              <a:rPr lang="en-US" sz="1200" i="1" dirty="0" err="1">
                <a:solidFill>
                  <a:srgbClr val="6B7680"/>
                </a:solidFill>
                <a:latin typeface="Arial"/>
                <a:ea typeface="Arial" pitchFamily="34" charset="-122"/>
                <a:cs typeface="Arial"/>
              </a:rPr>
              <a:t>Functionele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invulling</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sla</a:t>
            </a:r>
            <a:r>
              <a:rPr lang="en-US" sz="1200" i="1" dirty="0">
                <a:solidFill>
                  <a:srgbClr val="6B7680"/>
                </a:solidFill>
                <a:latin typeface="Arial"/>
                <a:ea typeface="Arial" pitchFamily="34" charset="-122"/>
                <a:cs typeface="Arial"/>
              </a:rPr>
              <a:t> de </a:t>
            </a:r>
            <a:r>
              <a:rPr lang="en-US" sz="1200" i="1" dirty="0" err="1">
                <a:solidFill>
                  <a:srgbClr val="6B7680"/>
                </a:solidFill>
                <a:latin typeface="Arial"/>
                <a:ea typeface="Arial" pitchFamily="34" charset="-122"/>
                <a:cs typeface="Arial"/>
              </a:rPr>
              <a:t>sectie</a:t>
            </a:r>
            <a:r>
              <a:rPr lang="en-US" sz="1200" i="1" dirty="0">
                <a:solidFill>
                  <a:srgbClr val="6B7680"/>
                </a:solidFill>
                <a:latin typeface="Arial"/>
                <a:ea typeface="Arial" pitchFamily="34" charset="-122"/>
                <a:cs typeface="Arial"/>
              </a:rPr>
              <a:t> ‘Event Storming’ (Pad A) </a:t>
            </a:r>
            <a:r>
              <a:rPr lang="en-US" sz="1200" i="1" dirty="0" err="1">
                <a:solidFill>
                  <a:srgbClr val="6B7680"/>
                </a:solidFill>
                <a:latin typeface="Arial"/>
                <a:ea typeface="Arial" pitchFamily="34" charset="-122"/>
                <a:cs typeface="Arial"/>
              </a:rPr>
              <a:t>hiervoor</a:t>
            </a:r>
            <a:r>
              <a:rPr lang="en-US" sz="1200" i="1" dirty="0">
                <a:solidFill>
                  <a:srgbClr val="6B7680"/>
                </a:solidFill>
                <a:latin typeface="Arial"/>
                <a:ea typeface="Arial" pitchFamily="34" charset="-122"/>
                <a:cs typeface="Arial"/>
              </a:rPr>
              <a:t> over, pas de </a:t>
            </a:r>
            <a:r>
              <a:rPr lang="en-US" sz="1200" i="1" dirty="0" err="1">
                <a:solidFill>
                  <a:srgbClr val="6B7680"/>
                </a:solidFill>
                <a:latin typeface="Arial"/>
                <a:ea typeface="Arial" pitchFamily="34" charset="-122"/>
                <a:cs typeface="Arial"/>
              </a:rPr>
              <a:t>hoofdstuk</a:t>
            </a:r>
            <a:r>
              <a:rPr lang="en-US" sz="1200" i="1" dirty="0">
                <a:solidFill>
                  <a:srgbClr val="6B7680"/>
                </a:solidFill>
                <a:latin typeface="Arial"/>
                <a:ea typeface="Arial" pitchFamily="34" charset="-122"/>
                <a:cs typeface="Arial"/>
              </a:rPr>
              <a:t> slide </a:t>
            </a:r>
            <a:r>
              <a:rPr lang="en-US" sz="1200" i="1" dirty="0" err="1">
                <a:solidFill>
                  <a:srgbClr val="6B7680"/>
                </a:solidFill>
                <a:latin typeface="Arial"/>
                <a:ea typeface="Arial" pitchFamily="34" charset="-122"/>
                <a:cs typeface="Arial"/>
              </a:rPr>
              <a:t>aan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verwijder</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deze</a:t>
            </a:r>
            <a:r>
              <a:rPr lang="en-US" sz="1200" i="1" dirty="0">
                <a:solidFill>
                  <a:srgbClr val="6B7680"/>
                </a:solidFill>
                <a:latin typeface="Arial"/>
                <a:ea typeface="Arial" pitchFamily="34" charset="-122"/>
                <a:cs typeface="Arial"/>
              </a:rPr>
              <a:t> slide</a:t>
            </a:r>
            <a:endParaRPr lang="en-US" sz="1200" dirty="0"/>
          </a:p>
        </p:txBody>
      </p:sp>
    </p:spTree>
    <p:extLst>
      <p:ext uri="{BB962C8B-B14F-4D97-AF65-F5344CB8AC3E}">
        <p14:creationId xmlns:p14="http://schemas.microsoft.com/office/powerpoint/2010/main" val="4179487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FUNCTIONELE INVULLING — GEBRUIKERS</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Samenhang van een bedrijfsproces</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12" name="Text 10"/>
          <p:cNvSpPr/>
          <p:nvPr/>
        </p:nvSpPr>
        <p:spPr>
          <a:xfrm>
            <a:off x="563880" y="1503680"/>
            <a:ext cx="6177280" cy="828040"/>
          </a:xfrm>
          <a:prstGeom prst="rect">
            <a:avLst/>
          </a:prstGeom>
          <a:noFill/>
          <a:ln/>
        </p:spPr>
        <p:txBody>
          <a:bodyPr wrap="square" lIns="91440" tIns="45720" rIns="91440" bIns="45720" rtlCol="0" anchor="t"/>
          <a:lstStyle/>
          <a:p>
            <a:pPr>
              <a:lnSpc>
                <a:spcPts val="1900"/>
              </a:lnSpc>
            </a:pPr>
            <a:r>
              <a:rPr lang="en-US" sz="1400" dirty="0">
                <a:solidFill>
                  <a:srgbClr val="2B3033"/>
                </a:solidFill>
                <a:latin typeface="Arial"/>
                <a:ea typeface="Arial" pitchFamily="34" charset="-122"/>
                <a:cs typeface="Arial"/>
              </a:rPr>
              <a:t>Een </a:t>
            </a:r>
            <a:r>
              <a:rPr lang="en-US" sz="1400" dirty="0" err="1">
                <a:solidFill>
                  <a:srgbClr val="2B3033"/>
                </a:solidFill>
                <a:latin typeface="Arial"/>
                <a:ea typeface="Arial" pitchFamily="34" charset="-122"/>
                <a:cs typeface="Arial"/>
              </a:rPr>
              <a:t>bedrijfsproces</a:t>
            </a:r>
            <a:r>
              <a:rPr lang="en-US" sz="1400" dirty="0">
                <a:solidFill>
                  <a:srgbClr val="2B3033"/>
                </a:solidFill>
                <a:latin typeface="Arial"/>
                <a:ea typeface="Arial" pitchFamily="34" charset="-122"/>
                <a:cs typeface="Arial"/>
              </a:rPr>
              <a:t> </a:t>
            </a:r>
            <a:r>
              <a:rPr lang="en-US" sz="1400" dirty="0" err="1">
                <a:solidFill>
                  <a:srgbClr val="2B3033"/>
                </a:solidFill>
                <a:latin typeface="Arial"/>
                <a:ea typeface="Arial" pitchFamily="34" charset="-122"/>
                <a:cs typeface="Arial"/>
              </a:rPr>
              <a:t>staat</a:t>
            </a:r>
            <a:r>
              <a:rPr lang="en-US" sz="1400" dirty="0">
                <a:solidFill>
                  <a:srgbClr val="2B3033"/>
                </a:solidFill>
                <a:latin typeface="Arial"/>
                <a:ea typeface="Arial" pitchFamily="34" charset="-122"/>
                <a:cs typeface="Arial"/>
              </a:rPr>
              <a:t> of </a:t>
            </a:r>
            <a:r>
              <a:rPr lang="en-US" sz="1400" dirty="0" err="1">
                <a:solidFill>
                  <a:srgbClr val="2B3033"/>
                </a:solidFill>
                <a:latin typeface="Arial"/>
                <a:ea typeface="Arial" pitchFamily="34" charset="-122"/>
                <a:cs typeface="Arial"/>
              </a:rPr>
              <a:t>valt</a:t>
            </a:r>
            <a:r>
              <a:rPr lang="en-US" sz="1400" dirty="0">
                <a:solidFill>
                  <a:srgbClr val="2B3033"/>
                </a:solidFill>
                <a:latin typeface="Arial"/>
                <a:ea typeface="Arial" pitchFamily="34" charset="-122"/>
                <a:cs typeface="Arial"/>
              </a:rPr>
              <a:t> met </a:t>
            </a:r>
            <a:r>
              <a:rPr lang="en-US" sz="1400" dirty="0" err="1">
                <a:solidFill>
                  <a:srgbClr val="2B3033"/>
                </a:solidFill>
                <a:latin typeface="Arial"/>
                <a:ea typeface="Arial" pitchFamily="34" charset="-122"/>
                <a:cs typeface="Arial"/>
              </a:rPr>
              <a:t>processen</a:t>
            </a:r>
            <a:r>
              <a:rPr lang="en-US" sz="1400" dirty="0">
                <a:solidFill>
                  <a:srgbClr val="2B3033"/>
                </a:solidFill>
                <a:latin typeface="Arial"/>
                <a:ea typeface="Arial" pitchFamily="34" charset="-122"/>
                <a:cs typeface="Arial"/>
              </a:rPr>
              <a:t>, data </a:t>
            </a:r>
            <a:r>
              <a:rPr lang="en-US" sz="1400" dirty="0" err="1">
                <a:solidFill>
                  <a:srgbClr val="2B3033"/>
                </a:solidFill>
                <a:latin typeface="Arial"/>
                <a:ea typeface="Arial" pitchFamily="34" charset="-122"/>
                <a:cs typeface="Arial"/>
              </a:rPr>
              <a:t>en</a:t>
            </a:r>
            <a:r>
              <a:rPr lang="en-US" sz="1400" dirty="0">
                <a:solidFill>
                  <a:srgbClr val="2B3033"/>
                </a:solidFill>
                <a:latin typeface="Arial"/>
                <a:ea typeface="Arial" pitchFamily="34" charset="-122"/>
                <a:cs typeface="Arial"/>
              </a:rPr>
              <a:t> de </a:t>
            </a:r>
            <a:r>
              <a:rPr lang="en-US" sz="1400" dirty="0" err="1">
                <a:solidFill>
                  <a:srgbClr val="2B3033"/>
                </a:solidFill>
                <a:latin typeface="Arial"/>
                <a:ea typeface="Arial" pitchFamily="34" charset="-122"/>
                <a:cs typeface="Arial"/>
              </a:rPr>
              <a:t>gebruikers</a:t>
            </a:r>
            <a:r>
              <a:rPr lang="en-US" sz="1400" dirty="0">
                <a:solidFill>
                  <a:srgbClr val="2B3033"/>
                </a:solidFill>
                <a:latin typeface="Arial"/>
                <a:ea typeface="Arial" pitchFamily="34" charset="-122"/>
                <a:cs typeface="Arial"/>
              </a:rPr>
              <a:t>.</a:t>
            </a:r>
            <a:endParaRPr lang="en-US" sz="1400" dirty="0">
              <a:latin typeface="Arial"/>
              <a:cs typeface="Arial"/>
            </a:endParaRPr>
          </a:p>
        </p:txBody>
      </p:sp>
      <p:sp>
        <p:nvSpPr>
          <p:cNvPr id="13" name="Shape 11"/>
          <p:cNvSpPr/>
          <p:nvPr/>
        </p:nvSpPr>
        <p:spPr>
          <a:xfrm>
            <a:off x="502920" y="2578608"/>
            <a:ext cx="82296" cy="82296"/>
          </a:xfrm>
          <a:prstGeom prst="rect">
            <a:avLst/>
          </a:prstGeom>
          <a:solidFill>
            <a:srgbClr val="89CDF2"/>
          </a:solidFill>
          <a:ln/>
        </p:spPr>
        <p:txBody>
          <a:bodyPr/>
          <a:lstStyle/>
          <a:p>
            <a:endParaRPr lang="nl-NL"/>
          </a:p>
        </p:txBody>
      </p:sp>
      <p:sp>
        <p:nvSpPr>
          <p:cNvPr id="14" name="Text 12"/>
          <p:cNvSpPr/>
          <p:nvPr/>
        </p:nvSpPr>
        <p:spPr>
          <a:xfrm>
            <a:off x="777240" y="2514600"/>
            <a:ext cx="4754880" cy="502920"/>
          </a:xfrm>
          <a:prstGeom prst="rect">
            <a:avLst/>
          </a:prstGeom>
          <a:noFill/>
          <a:ln/>
        </p:spPr>
        <p:txBody>
          <a:bodyPr wrap="square" rtlCol="0" anchor="t"/>
          <a:lstStyle/>
          <a:p>
            <a:pPr marL="0" indent="0">
              <a:lnSpc>
                <a:spcPts val="1600"/>
              </a:lnSpc>
              <a:buNone/>
            </a:pPr>
            <a:r>
              <a:rPr lang="en-US" sz="1300" b="1" dirty="0">
                <a:solidFill>
                  <a:srgbClr val="003362"/>
                </a:solidFill>
                <a:latin typeface="Arial" pitchFamily="34" charset="0"/>
                <a:ea typeface="Arial" pitchFamily="34" charset="-122"/>
                <a:cs typeface="Arial" pitchFamily="34" charset="-120"/>
              </a:rPr>
              <a:t>Wie voert welke taken uit?</a:t>
            </a:r>
            <a:endParaRPr lang="en-US" sz="1300" dirty="0"/>
          </a:p>
        </p:txBody>
      </p:sp>
      <p:sp>
        <p:nvSpPr>
          <p:cNvPr id="15" name="Shape 13"/>
          <p:cNvSpPr/>
          <p:nvPr/>
        </p:nvSpPr>
        <p:spPr>
          <a:xfrm>
            <a:off x="502920" y="3200400"/>
            <a:ext cx="82296" cy="82296"/>
          </a:xfrm>
          <a:prstGeom prst="rect">
            <a:avLst/>
          </a:prstGeom>
          <a:solidFill>
            <a:srgbClr val="89CDF2"/>
          </a:solidFill>
          <a:ln/>
        </p:spPr>
        <p:txBody>
          <a:bodyPr/>
          <a:lstStyle/>
          <a:p>
            <a:endParaRPr lang="nl-NL"/>
          </a:p>
        </p:txBody>
      </p:sp>
      <p:sp>
        <p:nvSpPr>
          <p:cNvPr id="16" name="Text 14"/>
          <p:cNvSpPr/>
          <p:nvPr/>
        </p:nvSpPr>
        <p:spPr>
          <a:xfrm>
            <a:off x="777240" y="3136392"/>
            <a:ext cx="4754880" cy="502920"/>
          </a:xfrm>
          <a:prstGeom prst="rect">
            <a:avLst/>
          </a:prstGeom>
          <a:noFill/>
          <a:ln/>
        </p:spPr>
        <p:txBody>
          <a:bodyPr wrap="square" rtlCol="0" anchor="t"/>
          <a:lstStyle/>
          <a:p>
            <a:pPr marL="0" indent="0">
              <a:lnSpc>
                <a:spcPts val="1600"/>
              </a:lnSpc>
              <a:buNone/>
            </a:pPr>
            <a:r>
              <a:rPr lang="en-US" sz="1300" b="1" dirty="0">
                <a:solidFill>
                  <a:srgbClr val="003362"/>
                </a:solidFill>
                <a:latin typeface="Arial" pitchFamily="34" charset="0"/>
                <a:ea typeface="Arial" pitchFamily="34" charset="-122"/>
                <a:cs typeface="Arial" pitchFamily="34" charset="-120"/>
              </a:rPr>
              <a:t>Hoe worden deze taken uitgevoerd?</a:t>
            </a:r>
            <a:endParaRPr lang="en-US" sz="1300" dirty="0"/>
          </a:p>
        </p:txBody>
      </p:sp>
      <p:sp>
        <p:nvSpPr>
          <p:cNvPr id="17" name="Shape 15"/>
          <p:cNvSpPr/>
          <p:nvPr/>
        </p:nvSpPr>
        <p:spPr>
          <a:xfrm>
            <a:off x="502920" y="3822192"/>
            <a:ext cx="82296" cy="82296"/>
          </a:xfrm>
          <a:prstGeom prst="rect">
            <a:avLst/>
          </a:prstGeom>
          <a:solidFill>
            <a:srgbClr val="89CDF2"/>
          </a:solidFill>
          <a:ln/>
        </p:spPr>
        <p:txBody>
          <a:bodyPr/>
          <a:lstStyle/>
          <a:p>
            <a:endParaRPr lang="nl-NL"/>
          </a:p>
        </p:txBody>
      </p:sp>
      <p:sp>
        <p:nvSpPr>
          <p:cNvPr id="18" name="Text 16"/>
          <p:cNvSpPr/>
          <p:nvPr/>
        </p:nvSpPr>
        <p:spPr>
          <a:xfrm>
            <a:off x="777240" y="3758184"/>
            <a:ext cx="4754880" cy="502920"/>
          </a:xfrm>
          <a:prstGeom prst="rect">
            <a:avLst/>
          </a:prstGeom>
          <a:noFill/>
          <a:ln/>
        </p:spPr>
        <p:txBody>
          <a:bodyPr wrap="square" rtlCol="0" anchor="t"/>
          <a:lstStyle/>
          <a:p>
            <a:pPr marL="0" indent="0">
              <a:lnSpc>
                <a:spcPts val="1600"/>
              </a:lnSpc>
              <a:buNone/>
            </a:pPr>
            <a:r>
              <a:rPr lang="en-US" sz="1300" b="1" dirty="0">
                <a:solidFill>
                  <a:srgbClr val="003362"/>
                </a:solidFill>
                <a:latin typeface="Arial" pitchFamily="34" charset="0"/>
                <a:ea typeface="Arial" pitchFamily="34" charset="-122"/>
                <a:cs typeface="Arial" pitchFamily="34" charset="-120"/>
              </a:rPr>
              <a:t>Welke informatie wordt verwerkt (input, transformatie, output)?</a:t>
            </a:r>
            <a:endParaRPr lang="en-US" sz="1300" dirty="0"/>
          </a:p>
        </p:txBody>
      </p:sp>
      <p:sp>
        <p:nvSpPr>
          <p:cNvPr id="19" name="Shape 17"/>
          <p:cNvSpPr/>
          <p:nvPr/>
        </p:nvSpPr>
        <p:spPr>
          <a:xfrm flipH="1">
            <a:off x="6812280" y="2286000"/>
            <a:ext cx="1965960" cy="1417320"/>
          </a:xfrm>
          <a:prstGeom prst="line">
            <a:avLst/>
          </a:prstGeom>
          <a:noFill/>
          <a:ln w="19050">
            <a:solidFill>
              <a:srgbClr val="89CDF2"/>
            </a:solidFill>
            <a:prstDash val="solid"/>
          </a:ln>
        </p:spPr>
        <p:txBody>
          <a:bodyPr/>
          <a:lstStyle/>
          <a:p>
            <a:endParaRPr lang="nl-NL"/>
          </a:p>
        </p:txBody>
      </p:sp>
      <p:sp>
        <p:nvSpPr>
          <p:cNvPr id="20" name="Shape 18"/>
          <p:cNvSpPr/>
          <p:nvPr/>
        </p:nvSpPr>
        <p:spPr>
          <a:xfrm>
            <a:off x="8778240" y="2286000"/>
            <a:ext cx="1965960" cy="1417320"/>
          </a:xfrm>
          <a:prstGeom prst="line">
            <a:avLst/>
          </a:prstGeom>
          <a:noFill/>
          <a:ln w="19050">
            <a:solidFill>
              <a:srgbClr val="89CDF2"/>
            </a:solidFill>
            <a:prstDash val="solid"/>
          </a:ln>
        </p:spPr>
        <p:txBody>
          <a:bodyPr/>
          <a:lstStyle/>
          <a:p>
            <a:endParaRPr lang="nl-NL"/>
          </a:p>
        </p:txBody>
      </p:sp>
      <p:sp>
        <p:nvSpPr>
          <p:cNvPr id="21" name="Shape 19"/>
          <p:cNvSpPr/>
          <p:nvPr/>
        </p:nvSpPr>
        <p:spPr>
          <a:xfrm flipH="1">
            <a:off x="8778240" y="3703320"/>
            <a:ext cx="1965960" cy="1417320"/>
          </a:xfrm>
          <a:prstGeom prst="line">
            <a:avLst/>
          </a:prstGeom>
          <a:noFill/>
          <a:ln w="19050">
            <a:solidFill>
              <a:srgbClr val="89CDF2"/>
            </a:solidFill>
            <a:prstDash val="solid"/>
          </a:ln>
        </p:spPr>
        <p:txBody>
          <a:bodyPr/>
          <a:lstStyle/>
          <a:p>
            <a:endParaRPr lang="nl-NL"/>
          </a:p>
        </p:txBody>
      </p:sp>
      <p:sp>
        <p:nvSpPr>
          <p:cNvPr id="22" name="Shape 20"/>
          <p:cNvSpPr/>
          <p:nvPr/>
        </p:nvSpPr>
        <p:spPr>
          <a:xfrm>
            <a:off x="6812280" y="3703320"/>
            <a:ext cx="1965960" cy="1417320"/>
          </a:xfrm>
          <a:prstGeom prst="line">
            <a:avLst/>
          </a:prstGeom>
          <a:noFill/>
          <a:ln w="19050">
            <a:solidFill>
              <a:srgbClr val="89CDF2"/>
            </a:solidFill>
            <a:prstDash val="solid"/>
          </a:ln>
        </p:spPr>
        <p:txBody>
          <a:bodyPr/>
          <a:lstStyle/>
          <a:p>
            <a:endParaRPr lang="nl-NL"/>
          </a:p>
        </p:txBody>
      </p:sp>
      <p:sp>
        <p:nvSpPr>
          <p:cNvPr id="23" name="Shape 21"/>
          <p:cNvSpPr/>
          <p:nvPr/>
        </p:nvSpPr>
        <p:spPr>
          <a:xfrm>
            <a:off x="8357616" y="1865376"/>
            <a:ext cx="841248" cy="841248"/>
          </a:xfrm>
          <a:prstGeom prst="ellipse">
            <a:avLst/>
          </a:prstGeom>
          <a:solidFill>
            <a:srgbClr val="F5F8FA"/>
          </a:solidFill>
          <a:ln w="22225">
            <a:solidFill>
              <a:srgbClr val="003362"/>
            </a:solidFill>
            <a:prstDash val="solid"/>
          </a:ln>
          <a:effectLst>
            <a:outerShdw blurRad="50800" dist="25400" dir="5400000" algn="bl" rotWithShape="0">
              <a:srgbClr val="000000">
                <a:alpha val="12000"/>
              </a:srgbClr>
            </a:outerShdw>
          </a:effectLst>
        </p:spPr>
        <p:txBody>
          <a:bodyPr/>
          <a:lstStyle/>
          <a:p>
            <a:endParaRPr lang="nl-NL"/>
          </a:p>
        </p:txBody>
      </p:sp>
      <p:sp>
        <p:nvSpPr>
          <p:cNvPr id="24" name="Shape 22"/>
          <p:cNvSpPr/>
          <p:nvPr/>
        </p:nvSpPr>
        <p:spPr>
          <a:xfrm>
            <a:off x="8577072" y="2130552"/>
            <a:ext cx="402336" cy="310896"/>
          </a:xfrm>
          <a:prstGeom prst="roundRect">
            <a:avLst>
              <a:gd name="adj" fmla="val 8824"/>
            </a:avLst>
          </a:prstGeom>
          <a:ln w="19050">
            <a:solidFill>
              <a:srgbClr val="003362"/>
            </a:solidFill>
            <a:prstDash val="solid"/>
          </a:ln>
        </p:spPr>
        <p:txBody>
          <a:bodyPr/>
          <a:lstStyle/>
          <a:p>
            <a:endParaRPr lang="nl-NL"/>
          </a:p>
        </p:txBody>
      </p:sp>
      <p:sp>
        <p:nvSpPr>
          <p:cNvPr id="25" name="Shape 23"/>
          <p:cNvSpPr/>
          <p:nvPr/>
        </p:nvSpPr>
        <p:spPr>
          <a:xfrm>
            <a:off x="8577072" y="2231136"/>
            <a:ext cx="402336" cy="0"/>
          </a:xfrm>
          <a:prstGeom prst="line">
            <a:avLst/>
          </a:prstGeom>
          <a:noFill/>
          <a:ln w="15875">
            <a:solidFill>
              <a:srgbClr val="003362"/>
            </a:solidFill>
            <a:prstDash val="solid"/>
          </a:ln>
        </p:spPr>
        <p:txBody>
          <a:bodyPr/>
          <a:lstStyle/>
          <a:p>
            <a:endParaRPr lang="nl-NL"/>
          </a:p>
        </p:txBody>
      </p:sp>
      <p:sp>
        <p:nvSpPr>
          <p:cNvPr id="26" name="Shape 24"/>
          <p:cNvSpPr/>
          <p:nvPr/>
        </p:nvSpPr>
        <p:spPr>
          <a:xfrm>
            <a:off x="8732520" y="2130552"/>
            <a:ext cx="0" cy="100584"/>
          </a:xfrm>
          <a:prstGeom prst="line">
            <a:avLst/>
          </a:prstGeom>
          <a:noFill/>
          <a:ln w="12700">
            <a:solidFill>
              <a:srgbClr val="003362"/>
            </a:solidFill>
            <a:prstDash val="solid"/>
          </a:ln>
        </p:spPr>
        <p:txBody>
          <a:bodyPr/>
          <a:lstStyle/>
          <a:p>
            <a:endParaRPr lang="nl-NL"/>
          </a:p>
        </p:txBody>
      </p:sp>
      <p:sp>
        <p:nvSpPr>
          <p:cNvPr id="27" name="Text 25"/>
          <p:cNvSpPr/>
          <p:nvPr/>
        </p:nvSpPr>
        <p:spPr>
          <a:xfrm>
            <a:off x="7772400" y="1517904"/>
            <a:ext cx="2011680" cy="274320"/>
          </a:xfrm>
          <a:prstGeom prst="rect">
            <a:avLst/>
          </a:prstGeom>
          <a:noFill/>
          <a:ln/>
        </p:spPr>
        <p:txBody>
          <a:bodyPr wrap="square" rtlCol="0" anchor="ctr"/>
          <a:lstStyle/>
          <a:p>
            <a:pPr marL="0" indent="0" algn="ctr">
              <a:buNone/>
            </a:pPr>
            <a:r>
              <a:rPr lang="en-US" sz="1300" b="1" dirty="0">
                <a:solidFill>
                  <a:srgbClr val="003362"/>
                </a:solidFill>
                <a:latin typeface="Arial" pitchFamily="34" charset="0"/>
                <a:ea typeface="Arial" pitchFamily="34" charset="-122"/>
                <a:cs typeface="Arial" pitchFamily="34" charset="-120"/>
              </a:rPr>
              <a:t>Functionaliteiten</a:t>
            </a:r>
            <a:endParaRPr lang="en-US" sz="1300" dirty="0"/>
          </a:p>
        </p:txBody>
      </p:sp>
      <p:sp>
        <p:nvSpPr>
          <p:cNvPr id="28" name="Shape 26"/>
          <p:cNvSpPr/>
          <p:nvPr/>
        </p:nvSpPr>
        <p:spPr>
          <a:xfrm>
            <a:off x="10360152" y="3319272"/>
            <a:ext cx="768096" cy="768096"/>
          </a:xfrm>
          <a:prstGeom prst="ellipse">
            <a:avLst/>
          </a:prstGeom>
          <a:solidFill>
            <a:srgbClr val="F5F8FA"/>
          </a:solidFill>
          <a:ln w="22225">
            <a:solidFill>
              <a:srgbClr val="003362"/>
            </a:solidFill>
            <a:prstDash val="solid"/>
          </a:ln>
          <a:effectLst>
            <a:outerShdw blurRad="50800" dist="25400" dir="5400000" algn="bl" rotWithShape="0">
              <a:srgbClr val="000000">
                <a:alpha val="12000"/>
              </a:srgbClr>
            </a:outerShdw>
          </a:effectLst>
        </p:spPr>
        <p:txBody>
          <a:bodyPr/>
          <a:lstStyle/>
          <a:p>
            <a:endParaRPr lang="nl-NL"/>
          </a:p>
        </p:txBody>
      </p:sp>
      <p:sp>
        <p:nvSpPr>
          <p:cNvPr id="29" name="Shape 27"/>
          <p:cNvSpPr/>
          <p:nvPr/>
        </p:nvSpPr>
        <p:spPr>
          <a:xfrm>
            <a:off x="10588752" y="3547872"/>
            <a:ext cx="310896" cy="91440"/>
          </a:xfrm>
          <a:prstGeom prst="ellipse">
            <a:avLst/>
          </a:prstGeom>
          <a:ln w="17780">
            <a:solidFill>
              <a:srgbClr val="003362"/>
            </a:solidFill>
            <a:prstDash val="solid"/>
          </a:ln>
        </p:spPr>
        <p:txBody>
          <a:bodyPr/>
          <a:lstStyle/>
          <a:p>
            <a:endParaRPr lang="nl-NL"/>
          </a:p>
        </p:txBody>
      </p:sp>
      <p:sp>
        <p:nvSpPr>
          <p:cNvPr id="30" name="Shape 28"/>
          <p:cNvSpPr/>
          <p:nvPr/>
        </p:nvSpPr>
        <p:spPr>
          <a:xfrm>
            <a:off x="10588752" y="3639312"/>
            <a:ext cx="310896" cy="91440"/>
          </a:xfrm>
          <a:prstGeom prst="ellipse">
            <a:avLst/>
          </a:prstGeom>
          <a:ln w="17780">
            <a:solidFill>
              <a:srgbClr val="003362"/>
            </a:solidFill>
            <a:prstDash val="solid"/>
          </a:ln>
        </p:spPr>
        <p:txBody>
          <a:bodyPr/>
          <a:lstStyle/>
          <a:p>
            <a:endParaRPr lang="nl-NL"/>
          </a:p>
        </p:txBody>
      </p:sp>
      <p:sp>
        <p:nvSpPr>
          <p:cNvPr id="31" name="Shape 29"/>
          <p:cNvSpPr/>
          <p:nvPr/>
        </p:nvSpPr>
        <p:spPr>
          <a:xfrm>
            <a:off x="10588752" y="3730752"/>
            <a:ext cx="310896" cy="91440"/>
          </a:xfrm>
          <a:prstGeom prst="ellipse">
            <a:avLst/>
          </a:prstGeom>
          <a:ln w="17780">
            <a:solidFill>
              <a:srgbClr val="003362"/>
            </a:solidFill>
            <a:prstDash val="solid"/>
          </a:ln>
        </p:spPr>
        <p:txBody>
          <a:bodyPr/>
          <a:lstStyle/>
          <a:p>
            <a:endParaRPr lang="nl-NL"/>
          </a:p>
        </p:txBody>
      </p:sp>
      <p:sp>
        <p:nvSpPr>
          <p:cNvPr id="32" name="Text 30"/>
          <p:cNvSpPr/>
          <p:nvPr/>
        </p:nvSpPr>
        <p:spPr>
          <a:xfrm>
            <a:off x="9738360" y="4178808"/>
            <a:ext cx="2011680" cy="274320"/>
          </a:xfrm>
          <a:prstGeom prst="rect">
            <a:avLst/>
          </a:prstGeom>
          <a:noFill/>
          <a:ln/>
        </p:spPr>
        <p:txBody>
          <a:bodyPr wrap="square" rtlCol="0" anchor="ctr"/>
          <a:lstStyle/>
          <a:p>
            <a:pPr marL="0" indent="0" algn="ctr">
              <a:buNone/>
            </a:pPr>
            <a:r>
              <a:rPr lang="en-US" sz="1300" b="1" dirty="0">
                <a:solidFill>
                  <a:srgbClr val="003362"/>
                </a:solidFill>
                <a:latin typeface="Arial" pitchFamily="34" charset="0"/>
                <a:ea typeface="Arial" pitchFamily="34" charset="-122"/>
                <a:cs typeface="Arial" pitchFamily="34" charset="-120"/>
              </a:rPr>
              <a:t>Data</a:t>
            </a:r>
            <a:endParaRPr lang="en-US" sz="1300" dirty="0"/>
          </a:p>
        </p:txBody>
      </p:sp>
      <p:sp>
        <p:nvSpPr>
          <p:cNvPr id="33" name="Shape 31"/>
          <p:cNvSpPr/>
          <p:nvPr/>
        </p:nvSpPr>
        <p:spPr>
          <a:xfrm>
            <a:off x="8394192" y="4736592"/>
            <a:ext cx="768096" cy="768096"/>
          </a:xfrm>
          <a:prstGeom prst="ellipse">
            <a:avLst/>
          </a:prstGeom>
          <a:solidFill>
            <a:srgbClr val="F5F8FA"/>
          </a:solidFill>
          <a:ln w="22225">
            <a:solidFill>
              <a:srgbClr val="003362"/>
            </a:solidFill>
            <a:prstDash val="solid"/>
          </a:ln>
          <a:effectLst>
            <a:outerShdw blurRad="50800" dist="25400" dir="5400000" algn="bl" rotWithShape="0">
              <a:srgbClr val="000000">
                <a:alpha val="12000"/>
              </a:srgbClr>
            </a:outerShdw>
          </a:effectLst>
        </p:spPr>
        <p:txBody>
          <a:bodyPr/>
          <a:lstStyle/>
          <a:p>
            <a:endParaRPr lang="nl-NL"/>
          </a:p>
        </p:txBody>
      </p:sp>
      <p:sp>
        <p:nvSpPr>
          <p:cNvPr id="34" name="Shape 32"/>
          <p:cNvSpPr/>
          <p:nvPr/>
        </p:nvSpPr>
        <p:spPr>
          <a:xfrm>
            <a:off x="8519837" y="4990517"/>
            <a:ext cx="128016" cy="128016"/>
          </a:xfrm>
          <a:prstGeom prst="rect">
            <a:avLst/>
          </a:prstGeom>
          <a:ln w="17780">
            <a:solidFill>
              <a:srgbClr val="003362"/>
            </a:solidFill>
            <a:prstDash val="solid"/>
          </a:ln>
        </p:spPr>
        <p:txBody>
          <a:bodyPr/>
          <a:lstStyle/>
          <a:p>
            <a:endParaRPr lang="nl-NL"/>
          </a:p>
        </p:txBody>
      </p:sp>
      <p:sp>
        <p:nvSpPr>
          <p:cNvPr id="35" name="Shape 33"/>
          <p:cNvSpPr/>
          <p:nvPr/>
        </p:nvSpPr>
        <p:spPr>
          <a:xfrm>
            <a:off x="8796528" y="4965192"/>
            <a:ext cx="155448" cy="155448"/>
          </a:xfrm>
          <a:prstGeom prst="diamond">
            <a:avLst/>
          </a:prstGeom>
          <a:ln w="17780">
            <a:solidFill>
              <a:srgbClr val="003362"/>
            </a:solidFill>
            <a:prstDash val="solid"/>
          </a:ln>
        </p:spPr>
        <p:txBody>
          <a:bodyPr/>
          <a:lstStyle/>
          <a:p>
            <a:endParaRPr lang="nl-NL"/>
          </a:p>
        </p:txBody>
      </p:sp>
      <p:sp>
        <p:nvSpPr>
          <p:cNvPr id="36" name="Shape 34"/>
          <p:cNvSpPr/>
          <p:nvPr/>
        </p:nvSpPr>
        <p:spPr>
          <a:xfrm>
            <a:off x="8805935" y="5204779"/>
            <a:ext cx="128016" cy="128016"/>
          </a:xfrm>
          <a:prstGeom prst="rect">
            <a:avLst/>
          </a:prstGeom>
          <a:ln w="17780">
            <a:solidFill>
              <a:srgbClr val="003362"/>
            </a:solidFill>
            <a:prstDash val="solid"/>
          </a:ln>
        </p:spPr>
        <p:txBody>
          <a:bodyPr/>
          <a:lstStyle/>
          <a:p>
            <a:endParaRPr lang="nl-NL"/>
          </a:p>
        </p:txBody>
      </p:sp>
      <p:sp>
        <p:nvSpPr>
          <p:cNvPr id="37" name="Shape 35"/>
          <p:cNvSpPr/>
          <p:nvPr/>
        </p:nvSpPr>
        <p:spPr>
          <a:xfrm flipH="1">
            <a:off x="8723113" y="5038081"/>
            <a:ext cx="110780" cy="82296"/>
          </a:xfrm>
          <a:prstGeom prst="line">
            <a:avLst/>
          </a:prstGeom>
          <a:noFill/>
          <a:ln w="12700">
            <a:solidFill>
              <a:srgbClr val="003362"/>
            </a:solidFill>
            <a:prstDash val="solid"/>
          </a:ln>
        </p:spPr>
        <p:txBody>
          <a:bodyPr/>
          <a:lstStyle/>
          <a:p>
            <a:endParaRPr lang="nl-NL"/>
          </a:p>
        </p:txBody>
      </p:sp>
      <p:sp>
        <p:nvSpPr>
          <p:cNvPr id="38" name="Shape 36"/>
          <p:cNvSpPr/>
          <p:nvPr/>
        </p:nvSpPr>
        <p:spPr>
          <a:xfrm>
            <a:off x="8869680" y="5122747"/>
            <a:ext cx="0" cy="91440"/>
          </a:xfrm>
          <a:prstGeom prst="line">
            <a:avLst/>
          </a:prstGeom>
          <a:noFill/>
          <a:ln w="12700">
            <a:solidFill>
              <a:srgbClr val="003362"/>
            </a:solidFill>
            <a:prstDash val="solid"/>
          </a:ln>
        </p:spPr>
        <p:txBody>
          <a:bodyPr/>
          <a:lstStyle/>
          <a:p>
            <a:endParaRPr lang="nl-NL"/>
          </a:p>
        </p:txBody>
      </p:sp>
      <p:sp>
        <p:nvSpPr>
          <p:cNvPr id="39" name="Text 37"/>
          <p:cNvSpPr/>
          <p:nvPr/>
        </p:nvSpPr>
        <p:spPr>
          <a:xfrm>
            <a:off x="7772400" y="5596128"/>
            <a:ext cx="2011680" cy="274320"/>
          </a:xfrm>
          <a:prstGeom prst="rect">
            <a:avLst/>
          </a:prstGeom>
          <a:noFill/>
          <a:ln/>
        </p:spPr>
        <p:txBody>
          <a:bodyPr wrap="square" rtlCol="0" anchor="ctr"/>
          <a:lstStyle/>
          <a:p>
            <a:pPr marL="0" indent="0" algn="ctr">
              <a:buNone/>
            </a:pPr>
            <a:r>
              <a:rPr lang="en-US" sz="1300" b="1" dirty="0">
                <a:solidFill>
                  <a:srgbClr val="003362"/>
                </a:solidFill>
                <a:latin typeface="Arial" pitchFamily="34" charset="0"/>
                <a:ea typeface="Arial" pitchFamily="34" charset="-122"/>
                <a:cs typeface="Arial" pitchFamily="34" charset="-120"/>
              </a:rPr>
              <a:t>Proces</a:t>
            </a:r>
            <a:endParaRPr lang="en-US" sz="1300" dirty="0"/>
          </a:p>
        </p:txBody>
      </p:sp>
      <p:sp>
        <p:nvSpPr>
          <p:cNvPr id="40" name="Shape 38"/>
          <p:cNvSpPr/>
          <p:nvPr/>
        </p:nvSpPr>
        <p:spPr>
          <a:xfrm>
            <a:off x="6245352" y="3136392"/>
            <a:ext cx="1133856" cy="1133856"/>
          </a:xfrm>
          <a:prstGeom prst="ellipse">
            <a:avLst/>
          </a:prstGeom>
          <a:solidFill>
            <a:srgbClr val="F5F8FA"/>
          </a:solidFill>
          <a:ln w="22225">
            <a:solidFill>
              <a:srgbClr val="003362"/>
            </a:solidFill>
            <a:prstDash val="solid"/>
          </a:ln>
          <a:effectLst>
            <a:outerShdw blurRad="50800" dist="25400" dir="5400000" algn="bl" rotWithShape="0">
              <a:srgbClr val="000000">
                <a:alpha val="12000"/>
              </a:srgbClr>
            </a:outerShdw>
          </a:effectLst>
        </p:spPr>
        <p:txBody>
          <a:bodyPr/>
          <a:lstStyle/>
          <a:p>
            <a:endParaRPr lang="nl-NL"/>
          </a:p>
        </p:txBody>
      </p:sp>
      <p:sp>
        <p:nvSpPr>
          <p:cNvPr id="41" name="Shape 39"/>
          <p:cNvSpPr/>
          <p:nvPr/>
        </p:nvSpPr>
        <p:spPr>
          <a:xfrm>
            <a:off x="6535217" y="3635654"/>
            <a:ext cx="115214" cy="115214"/>
          </a:xfrm>
          <a:prstGeom prst="ellipse">
            <a:avLst/>
          </a:prstGeom>
          <a:solidFill>
            <a:srgbClr val="003362"/>
          </a:solidFill>
          <a:ln/>
        </p:spPr>
        <p:txBody>
          <a:bodyPr/>
          <a:lstStyle/>
          <a:p>
            <a:endParaRPr lang="nl-NL"/>
          </a:p>
        </p:txBody>
      </p:sp>
      <p:sp>
        <p:nvSpPr>
          <p:cNvPr id="42" name="Shape 40"/>
          <p:cNvSpPr/>
          <p:nvPr/>
        </p:nvSpPr>
        <p:spPr>
          <a:xfrm>
            <a:off x="6496812" y="3763670"/>
            <a:ext cx="192024" cy="128016"/>
          </a:xfrm>
          <a:prstGeom prst="roundRect">
            <a:avLst>
              <a:gd name="adj" fmla="val 45000"/>
            </a:avLst>
          </a:prstGeom>
          <a:solidFill>
            <a:srgbClr val="003362"/>
          </a:solidFill>
          <a:ln/>
        </p:spPr>
        <p:txBody>
          <a:bodyPr/>
          <a:lstStyle/>
          <a:p>
            <a:endParaRPr lang="nl-NL"/>
          </a:p>
        </p:txBody>
      </p:sp>
      <p:sp>
        <p:nvSpPr>
          <p:cNvPr id="43" name="Shape 41"/>
          <p:cNvSpPr/>
          <p:nvPr/>
        </p:nvSpPr>
        <p:spPr>
          <a:xfrm>
            <a:off x="6974129" y="3635654"/>
            <a:ext cx="115214" cy="115214"/>
          </a:xfrm>
          <a:prstGeom prst="ellipse">
            <a:avLst/>
          </a:prstGeom>
          <a:solidFill>
            <a:srgbClr val="003362"/>
          </a:solidFill>
          <a:ln/>
        </p:spPr>
        <p:txBody>
          <a:bodyPr/>
          <a:lstStyle/>
          <a:p>
            <a:endParaRPr lang="nl-NL"/>
          </a:p>
        </p:txBody>
      </p:sp>
      <p:sp>
        <p:nvSpPr>
          <p:cNvPr id="44" name="Shape 42"/>
          <p:cNvSpPr/>
          <p:nvPr/>
        </p:nvSpPr>
        <p:spPr>
          <a:xfrm>
            <a:off x="6935724" y="3763670"/>
            <a:ext cx="192024" cy="128016"/>
          </a:xfrm>
          <a:prstGeom prst="roundRect">
            <a:avLst>
              <a:gd name="adj" fmla="val 45000"/>
            </a:avLst>
          </a:prstGeom>
          <a:solidFill>
            <a:srgbClr val="003362"/>
          </a:solidFill>
          <a:ln/>
        </p:spPr>
        <p:txBody>
          <a:bodyPr/>
          <a:lstStyle/>
          <a:p>
            <a:endParaRPr lang="nl-NL"/>
          </a:p>
        </p:txBody>
      </p:sp>
      <p:sp>
        <p:nvSpPr>
          <p:cNvPr id="45" name="Shape 43"/>
          <p:cNvSpPr/>
          <p:nvPr/>
        </p:nvSpPr>
        <p:spPr>
          <a:xfrm>
            <a:off x="6729984" y="3502152"/>
            <a:ext cx="164592" cy="164592"/>
          </a:xfrm>
          <a:prstGeom prst="ellipse">
            <a:avLst/>
          </a:prstGeom>
          <a:solidFill>
            <a:srgbClr val="003362"/>
          </a:solidFill>
          <a:ln/>
        </p:spPr>
        <p:txBody>
          <a:bodyPr/>
          <a:lstStyle/>
          <a:p>
            <a:endParaRPr lang="nl-NL"/>
          </a:p>
        </p:txBody>
      </p:sp>
      <p:sp>
        <p:nvSpPr>
          <p:cNvPr id="46" name="Shape 44"/>
          <p:cNvSpPr/>
          <p:nvPr/>
        </p:nvSpPr>
        <p:spPr>
          <a:xfrm>
            <a:off x="6675120" y="3685032"/>
            <a:ext cx="274320" cy="182880"/>
          </a:xfrm>
          <a:prstGeom prst="roundRect">
            <a:avLst>
              <a:gd name="adj" fmla="val 45000"/>
            </a:avLst>
          </a:prstGeom>
          <a:solidFill>
            <a:srgbClr val="003362"/>
          </a:solidFill>
          <a:ln/>
        </p:spPr>
        <p:txBody>
          <a:bodyPr/>
          <a:lstStyle/>
          <a:p>
            <a:endParaRPr lang="nl-NL"/>
          </a:p>
        </p:txBody>
      </p:sp>
      <p:sp>
        <p:nvSpPr>
          <p:cNvPr id="47" name="Text 45"/>
          <p:cNvSpPr/>
          <p:nvPr/>
        </p:nvSpPr>
        <p:spPr>
          <a:xfrm>
            <a:off x="5806440" y="4361688"/>
            <a:ext cx="2011680" cy="274320"/>
          </a:xfrm>
          <a:prstGeom prst="rect">
            <a:avLst/>
          </a:prstGeom>
          <a:noFill/>
          <a:ln/>
        </p:spPr>
        <p:txBody>
          <a:bodyPr wrap="square" rtlCol="0" anchor="ctr"/>
          <a:lstStyle/>
          <a:p>
            <a:pPr marL="0" indent="0" algn="ctr">
              <a:buNone/>
            </a:pPr>
            <a:r>
              <a:rPr lang="en-US" sz="1300" b="1" dirty="0">
                <a:solidFill>
                  <a:srgbClr val="003362"/>
                </a:solidFill>
                <a:latin typeface="Arial" pitchFamily="34" charset="0"/>
                <a:ea typeface="Arial" pitchFamily="34" charset="-122"/>
                <a:cs typeface="Arial" pitchFamily="34" charset="-120"/>
              </a:rPr>
              <a:t>Gebruikers</a:t>
            </a:r>
            <a:endParaRPr lang="en-US" sz="1300" dirty="0"/>
          </a:p>
        </p:txBody>
      </p:sp>
    </p:spTree>
    <p:extLst>
      <p:ext uri="{BB962C8B-B14F-4D97-AF65-F5344CB8AC3E}">
        <p14:creationId xmlns:p14="http://schemas.microsoft.com/office/powerpoint/2010/main" val="2013686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FUNCTIONELE INVULLING — GEBRUIKERS</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Gebruikersprofielen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7" name="Shape 5"/>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8" name="Text 6"/>
          <p:cNvSpPr/>
          <p:nvPr/>
        </p:nvSpPr>
        <p:spPr>
          <a:xfrm>
            <a:off x="9921240" y="292608"/>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
        <p:nvSpPr>
          <p:cNvPr id="9" name="Text 7"/>
          <p:cNvSpPr/>
          <p:nvPr/>
        </p:nvSpPr>
        <p:spPr>
          <a:xfrm>
            <a:off x="502920" y="1051560"/>
            <a:ext cx="10058400" cy="320040"/>
          </a:xfrm>
          <a:prstGeom prst="rect">
            <a:avLst/>
          </a:prstGeom>
          <a:noFill/>
          <a:ln/>
        </p:spPr>
        <p:txBody>
          <a:bodyPr wrap="square" rtlCol="0" anchor="ctr"/>
          <a:lstStyle/>
          <a:p>
            <a:pPr marL="0" indent="0">
              <a:buNone/>
            </a:pPr>
            <a:r>
              <a:rPr lang="en-US" sz="1150" i="1" dirty="0">
                <a:solidFill>
                  <a:srgbClr val="6B7680"/>
                </a:solidFill>
                <a:latin typeface="Arial" pitchFamily="34" charset="0"/>
                <a:ea typeface="Arial" pitchFamily="34" charset="-122"/>
                <a:cs typeface="Arial" pitchFamily="34" charset="-120"/>
              </a:rPr>
              <a:t>Per gebruikersprofiel: uit te voeren taken, pijnpunten, en verwachte voordelen van een nieuwe oplossing.</a:t>
            </a:r>
            <a:endParaRPr lang="en-US" sz="1150" dirty="0"/>
          </a:p>
        </p:txBody>
      </p:sp>
      <p:sp>
        <p:nvSpPr>
          <p:cNvPr id="10" name="Shape 8"/>
          <p:cNvSpPr/>
          <p:nvPr/>
        </p:nvSpPr>
        <p:spPr>
          <a:xfrm>
            <a:off x="472440" y="1529080"/>
            <a:ext cx="3575304" cy="4541520"/>
          </a:xfrm>
          <a:prstGeom prst="roundRect">
            <a:avLst>
              <a:gd name="adj" fmla="val 2064"/>
            </a:avLst>
          </a:prstGeom>
          <a:solidFill>
            <a:srgbClr val="F5F8FA"/>
          </a:solidFill>
          <a:ln/>
        </p:spPr>
        <p:txBody>
          <a:bodyPr/>
          <a:lstStyle/>
          <a:p>
            <a:endParaRPr lang="nl-NL"/>
          </a:p>
        </p:txBody>
      </p:sp>
      <p:sp>
        <p:nvSpPr>
          <p:cNvPr id="11" name="Shape 9"/>
          <p:cNvSpPr/>
          <p:nvPr/>
        </p:nvSpPr>
        <p:spPr>
          <a:xfrm>
            <a:off x="502920" y="1508760"/>
            <a:ext cx="3544824" cy="64008"/>
          </a:xfrm>
          <a:prstGeom prst="rect">
            <a:avLst/>
          </a:prstGeom>
          <a:solidFill>
            <a:srgbClr val="E76734"/>
          </a:solidFill>
          <a:ln/>
        </p:spPr>
        <p:txBody>
          <a:bodyPr/>
          <a:lstStyle/>
          <a:p>
            <a:endParaRPr lang="nl-NL"/>
          </a:p>
        </p:txBody>
      </p:sp>
      <p:sp>
        <p:nvSpPr>
          <p:cNvPr id="12" name="Text 10"/>
          <p:cNvSpPr/>
          <p:nvPr/>
        </p:nvSpPr>
        <p:spPr>
          <a:xfrm>
            <a:off x="685800" y="1655064"/>
            <a:ext cx="3179064" cy="365760"/>
          </a:xfrm>
          <a:prstGeom prst="rect">
            <a:avLst/>
          </a:prstGeom>
          <a:noFill/>
          <a:ln/>
        </p:spPr>
        <p:txBody>
          <a:bodyPr wrap="square" rtlCol="0" anchor="ctr"/>
          <a:lstStyle/>
          <a:p>
            <a:pPr marL="0" indent="0">
              <a:buNone/>
            </a:pPr>
            <a:r>
              <a:rPr lang="en-US" sz="1450" b="1" dirty="0">
                <a:solidFill>
                  <a:srgbClr val="003362"/>
                </a:solidFill>
                <a:latin typeface="Arial" pitchFamily="34" charset="0"/>
                <a:ea typeface="Arial" pitchFamily="34" charset="-122"/>
                <a:cs typeface="Arial" pitchFamily="34" charset="-120"/>
              </a:rPr>
              <a:t>Aanvrager</a:t>
            </a:r>
            <a:endParaRPr lang="en-US" sz="1450" dirty="0"/>
          </a:p>
        </p:txBody>
      </p:sp>
      <p:sp>
        <p:nvSpPr>
          <p:cNvPr id="13" name="Text 11"/>
          <p:cNvSpPr/>
          <p:nvPr/>
        </p:nvSpPr>
        <p:spPr>
          <a:xfrm>
            <a:off x="685800" y="2103120"/>
            <a:ext cx="3179064" cy="219456"/>
          </a:xfrm>
          <a:prstGeom prst="rect">
            <a:avLst/>
          </a:prstGeom>
          <a:noFill/>
          <a:ln/>
        </p:spPr>
        <p:txBody>
          <a:bodyPr wrap="square" lIns="91440" tIns="45720" rIns="91440" bIns="45720" rtlCol="0" anchor="ctr"/>
          <a:lstStyle/>
          <a:p>
            <a:pPr marL="0" indent="0">
              <a:buNone/>
            </a:pPr>
            <a:r>
              <a:rPr lang="en-US" sz="1200" b="1" kern="0" spc="50" dirty="0">
                <a:solidFill>
                  <a:srgbClr val="E76734"/>
                </a:solidFill>
                <a:latin typeface="Arial"/>
                <a:ea typeface="Arial" pitchFamily="34" charset="-122"/>
                <a:cs typeface="Arial"/>
              </a:rPr>
              <a:t>TAKEN</a:t>
            </a:r>
            <a:endParaRPr lang="en-US" sz="1200">
              <a:latin typeface="Arial"/>
              <a:ea typeface="Calibri"/>
              <a:cs typeface="Calibri"/>
            </a:endParaRPr>
          </a:p>
        </p:txBody>
      </p:sp>
      <p:sp>
        <p:nvSpPr>
          <p:cNvPr id="14" name="Text 12"/>
          <p:cNvSpPr/>
          <p:nvPr/>
        </p:nvSpPr>
        <p:spPr>
          <a:xfrm>
            <a:off x="685800" y="2322576"/>
            <a:ext cx="3179064" cy="676656"/>
          </a:xfrm>
          <a:prstGeom prst="rect">
            <a:avLst/>
          </a:prstGeom>
          <a:noFill/>
          <a:ln/>
        </p:spPr>
        <p:txBody>
          <a:bodyPr wrap="square" lIns="91440" tIns="45720" rIns="91440" bIns="45720" rtlCol="0" anchor="t"/>
          <a:lstStyle/>
          <a:p>
            <a:pPr marL="0" indent="0">
              <a:lnSpc>
                <a:spcPts val="1250"/>
              </a:lnSpc>
              <a:buNone/>
            </a:pPr>
            <a:r>
              <a:rPr lang="en-US" sz="1200" dirty="0">
                <a:solidFill>
                  <a:srgbClr val="2B3033"/>
                </a:solidFill>
                <a:latin typeface="Arial"/>
                <a:ea typeface="Arial" pitchFamily="34" charset="-122"/>
                <a:cs typeface="Arial"/>
              </a:rPr>
              <a:t>• Aanvraag indienen</a:t>
            </a:r>
            <a:endParaRPr lang="en-US" sz="1200">
              <a:latin typeface="Arial"/>
              <a:ea typeface="Calibri"/>
              <a:cs typeface="Calibri"/>
            </a:endParaRPr>
          </a:p>
          <a:p>
            <a:pPr marL="0" indent="0">
              <a:lnSpc>
                <a:spcPts val="1250"/>
              </a:lnSpc>
              <a:buNone/>
            </a:pPr>
            <a:r>
              <a:rPr lang="en-US" sz="1200" dirty="0">
                <a:solidFill>
                  <a:srgbClr val="2B3033"/>
                </a:solidFill>
                <a:latin typeface="Arial"/>
                <a:ea typeface="Arial" pitchFamily="34" charset="-122"/>
                <a:cs typeface="Arial"/>
              </a:rPr>
              <a:t>• Aanvullende informatie leveren</a:t>
            </a:r>
            <a:endParaRPr lang="en-US" sz="1200">
              <a:latin typeface="Arial"/>
              <a:ea typeface="Calibri"/>
              <a:cs typeface="Calibri"/>
            </a:endParaRPr>
          </a:p>
        </p:txBody>
      </p:sp>
      <p:sp>
        <p:nvSpPr>
          <p:cNvPr id="15" name="Text 13"/>
          <p:cNvSpPr/>
          <p:nvPr/>
        </p:nvSpPr>
        <p:spPr>
          <a:xfrm>
            <a:off x="685800" y="3145536"/>
            <a:ext cx="3179064" cy="219456"/>
          </a:xfrm>
          <a:prstGeom prst="rect">
            <a:avLst/>
          </a:prstGeom>
          <a:noFill/>
          <a:ln/>
        </p:spPr>
        <p:txBody>
          <a:bodyPr wrap="square" lIns="91440" tIns="45720" rIns="91440" bIns="45720" rtlCol="0" anchor="ctr"/>
          <a:lstStyle/>
          <a:p>
            <a:pPr marL="0" indent="0">
              <a:buNone/>
            </a:pPr>
            <a:r>
              <a:rPr lang="en-US" sz="1200" b="1" kern="0" spc="50" dirty="0">
                <a:solidFill>
                  <a:srgbClr val="E76734"/>
                </a:solidFill>
                <a:latin typeface="Arial"/>
                <a:ea typeface="Arial" pitchFamily="34" charset="-122"/>
                <a:cs typeface="Arial"/>
              </a:rPr>
              <a:t>PIJNPUNTEN</a:t>
            </a:r>
            <a:endParaRPr lang="en-US" sz="1200">
              <a:latin typeface="Arial"/>
              <a:ea typeface="Calibri"/>
              <a:cs typeface="Arial"/>
            </a:endParaRPr>
          </a:p>
        </p:txBody>
      </p:sp>
      <p:sp>
        <p:nvSpPr>
          <p:cNvPr id="16" name="Text 14"/>
          <p:cNvSpPr/>
          <p:nvPr/>
        </p:nvSpPr>
        <p:spPr>
          <a:xfrm>
            <a:off x="685800" y="3364992"/>
            <a:ext cx="3179064" cy="676656"/>
          </a:xfrm>
          <a:prstGeom prst="rect">
            <a:avLst/>
          </a:prstGeom>
          <a:noFill/>
          <a:ln/>
        </p:spPr>
        <p:txBody>
          <a:bodyPr wrap="square" lIns="91440" tIns="45720" rIns="91440" bIns="45720" rtlCol="0" anchor="t"/>
          <a:lstStyle/>
          <a:p>
            <a:pPr marL="0" indent="0">
              <a:lnSpc>
                <a:spcPts val="1250"/>
              </a:lnSpc>
              <a:buNone/>
            </a:pPr>
            <a:r>
              <a:rPr lang="en-US" sz="1200" dirty="0">
                <a:solidFill>
                  <a:srgbClr val="2B3033"/>
                </a:solidFill>
                <a:latin typeface="Arial"/>
                <a:ea typeface="Arial" pitchFamily="34" charset="-122"/>
                <a:cs typeface="Arial"/>
              </a:rPr>
              <a:t>• Papieren formulieren</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Onduidelijk proces</a:t>
            </a:r>
            <a:endParaRPr lang="en-US" sz="1200">
              <a:latin typeface="Arial"/>
              <a:ea typeface="Calibri"/>
              <a:cs typeface="Arial"/>
            </a:endParaRPr>
          </a:p>
        </p:txBody>
      </p:sp>
      <p:sp>
        <p:nvSpPr>
          <p:cNvPr id="17" name="Text 15"/>
          <p:cNvSpPr/>
          <p:nvPr/>
        </p:nvSpPr>
        <p:spPr>
          <a:xfrm>
            <a:off x="685800" y="4187952"/>
            <a:ext cx="3179064" cy="219456"/>
          </a:xfrm>
          <a:prstGeom prst="rect">
            <a:avLst/>
          </a:prstGeom>
          <a:noFill/>
          <a:ln/>
        </p:spPr>
        <p:txBody>
          <a:bodyPr wrap="square" lIns="91440" tIns="45720" rIns="91440" bIns="45720" rtlCol="0" anchor="ctr"/>
          <a:lstStyle/>
          <a:p>
            <a:pPr marL="0" indent="0">
              <a:buNone/>
            </a:pPr>
            <a:r>
              <a:rPr lang="en-US" sz="1200" b="1" kern="0" spc="50" dirty="0">
                <a:solidFill>
                  <a:srgbClr val="E76734"/>
                </a:solidFill>
                <a:latin typeface="Arial"/>
                <a:ea typeface="Arial" pitchFamily="34" charset="-122"/>
                <a:cs typeface="Arial"/>
              </a:rPr>
              <a:t>VERWACHTE VOORDELEN</a:t>
            </a:r>
            <a:endParaRPr lang="en-US" sz="1200">
              <a:latin typeface="Arial"/>
              <a:ea typeface="Calibri"/>
              <a:cs typeface="Arial"/>
            </a:endParaRPr>
          </a:p>
        </p:txBody>
      </p:sp>
      <p:sp>
        <p:nvSpPr>
          <p:cNvPr id="18" name="Text 16"/>
          <p:cNvSpPr/>
          <p:nvPr/>
        </p:nvSpPr>
        <p:spPr>
          <a:xfrm>
            <a:off x="685800" y="4407408"/>
            <a:ext cx="3179064" cy="676656"/>
          </a:xfrm>
          <a:prstGeom prst="rect">
            <a:avLst/>
          </a:prstGeom>
          <a:noFill/>
          <a:ln/>
        </p:spPr>
        <p:txBody>
          <a:bodyPr wrap="square" lIns="91440" tIns="45720" rIns="91440" bIns="45720" rtlCol="0" anchor="t"/>
          <a:lstStyle/>
          <a:p>
            <a:pPr marL="0" indent="0">
              <a:lnSpc>
                <a:spcPts val="1250"/>
              </a:lnSpc>
              <a:buNone/>
            </a:pPr>
            <a:r>
              <a:rPr lang="en-US" sz="1200" dirty="0">
                <a:solidFill>
                  <a:srgbClr val="2B3033"/>
                </a:solidFill>
                <a:latin typeface="Arial"/>
                <a:ea typeface="Arial" pitchFamily="34" charset="-122"/>
                <a:cs typeface="Arial"/>
              </a:rPr>
              <a:t>• Duidelijke communicatie</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Inzicht in status proces</a:t>
            </a:r>
            <a:endParaRPr lang="en-US" sz="1200">
              <a:latin typeface="Arial"/>
              <a:ea typeface="Calibri"/>
              <a:cs typeface="Arial"/>
            </a:endParaRPr>
          </a:p>
        </p:txBody>
      </p:sp>
      <p:sp>
        <p:nvSpPr>
          <p:cNvPr id="19" name="Shape 17"/>
          <p:cNvSpPr/>
          <p:nvPr/>
        </p:nvSpPr>
        <p:spPr>
          <a:xfrm>
            <a:off x="4322064" y="1529080"/>
            <a:ext cx="3544824" cy="4541520"/>
          </a:xfrm>
          <a:prstGeom prst="roundRect">
            <a:avLst>
              <a:gd name="adj" fmla="val 2064"/>
            </a:avLst>
          </a:prstGeom>
          <a:solidFill>
            <a:srgbClr val="F5F8FA"/>
          </a:solidFill>
          <a:ln/>
        </p:spPr>
        <p:txBody>
          <a:bodyPr/>
          <a:lstStyle/>
          <a:p>
            <a:endParaRPr lang="nl-NL"/>
          </a:p>
        </p:txBody>
      </p:sp>
      <p:sp>
        <p:nvSpPr>
          <p:cNvPr id="20" name="Shape 18"/>
          <p:cNvSpPr/>
          <p:nvPr/>
        </p:nvSpPr>
        <p:spPr>
          <a:xfrm>
            <a:off x="4322064" y="1508760"/>
            <a:ext cx="3544824" cy="64008"/>
          </a:xfrm>
          <a:prstGeom prst="rect">
            <a:avLst/>
          </a:prstGeom>
          <a:solidFill>
            <a:srgbClr val="89CDF2"/>
          </a:solidFill>
          <a:ln/>
        </p:spPr>
        <p:txBody>
          <a:bodyPr/>
          <a:lstStyle/>
          <a:p>
            <a:endParaRPr lang="nl-NL"/>
          </a:p>
        </p:txBody>
      </p:sp>
      <p:sp>
        <p:nvSpPr>
          <p:cNvPr id="21" name="Text 19"/>
          <p:cNvSpPr/>
          <p:nvPr/>
        </p:nvSpPr>
        <p:spPr>
          <a:xfrm>
            <a:off x="4504944" y="1655064"/>
            <a:ext cx="3179064" cy="365760"/>
          </a:xfrm>
          <a:prstGeom prst="rect">
            <a:avLst/>
          </a:prstGeom>
          <a:noFill/>
          <a:ln/>
        </p:spPr>
        <p:txBody>
          <a:bodyPr wrap="square" rtlCol="0" anchor="ctr"/>
          <a:lstStyle/>
          <a:p>
            <a:pPr marL="0" indent="0">
              <a:buNone/>
            </a:pPr>
            <a:r>
              <a:rPr lang="en-US" sz="1450" b="1" dirty="0">
                <a:solidFill>
                  <a:srgbClr val="003362"/>
                </a:solidFill>
                <a:latin typeface="Arial" pitchFamily="34" charset="0"/>
                <a:ea typeface="Arial" pitchFamily="34" charset="-122"/>
                <a:cs typeface="Arial" pitchFamily="34" charset="-120"/>
              </a:rPr>
              <a:t>Behandelaar</a:t>
            </a:r>
            <a:endParaRPr lang="en-US" sz="1450" dirty="0"/>
          </a:p>
        </p:txBody>
      </p:sp>
      <p:sp>
        <p:nvSpPr>
          <p:cNvPr id="22" name="Text 20"/>
          <p:cNvSpPr/>
          <p:nvPr/>
        </p:nvSpPr>
        <p:spPr>
          <a:xfrm>
            <a:off x="4504944" y="2103120"/>
            <a:ext cx="3179064" cy="219456"/>
          </a:xfrm>
          <a:prstGeom prst="rect">
            <a:avLst/>
          </a:prstGeom>
          <a:noFill/>
          <a:ln/>
        </p:spPr>
        <p:txBody>
          <a:bodyPr wrap="square" lIns="91440" tIns="45720" rIns="91440" bIns="45720" rtlCol="0" anchor="ctr"/>
          <a:lstStyle/>
          <a:p>
            <a:pPr marL="0" indent="0">
              <a:buNone/>
            </a:pPr>
            <a:r>
              <a:rPr lang="en-US" sz="1200" b="1" kern="0" spc="50" dirty="0">
                <a:solidFill>
                  <a:srgbClr val="89CDF2"/>
                </a:solidFill>
                <a:latin typeface="Arial"/>
                <a:ea typeface="Arial" pitchFamily="34" charset="-122"/>
                <a:cs typeface="Arial"/>
              </a:rPr>
              <a:t>TAKEN</a:t>
            </a:r>
            <a:endParaRPr lang="en-US" sz="1200">
              <a:latin typeface="Arial"/>
              <a:ea typeface="Calibri"/>
              <a:cs typeface="Arial"/>
            </a:endParaRPr>
          </a:p>
        </p:txBody>
      </p:sp>
      <p:sp>
        <p:nvSpPr>
          <p:cNvPr id="23" name="Text 21"/>
          <p:cNvSpPr/>
          <p:nvPr/>
        </p:nvSpPr>
        <p:spPr>
          <a:xfrm>
            <a:off x="4504944" y="2322576"/>
            <a:ext cx="3179064" cy="1261872"/>
          </a:xfrm>
          <a:prstGeom prst="rect">
            <a:avLst/>
          </a:prstGeom>
          <a:noFill/>
          <a:ln/>
        </p:spPr>
        <p:txBody>
          <a:bodyPr wrap="square" lIns="91440" tIns="45720" rIns="91440" bIns="45720" rtlCol="0" anchor="t"/>
          <a:lstStyle/>
          <a:p>
            <a:pPr marL="0" indent="0">
              <a:lnSpc>
                <a:spcPts val="1250"/>
              </a:lnSpc>
              <a:buNone/>
            </a:pPr>
            <a:r>
              <a:rPr lang="en-US" sz="1200" dirty="0">
                <a:solidFill>
                  <a:srgbClr val="2B3033"/>
                </a:solidFill>
                <a:latin typeface="Arial"/>
                <a:ea typeface="Arial" pitchFamily="34" charset="-122"/>
                <a:cs typeface="Arial"/>
              </a:rPr>
              <a:t>• Aanvullende informatie opvragen</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Aanvraag beoordelen</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Beschikking opstellen</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Besluit vastleggen</a:t>
            </a:r>
            <a:endParaRPr lang="en-US" sz="1200">
              <a:latin typeface="Arial"/>
              <a:ea typeface="Calibri"/>
              <a:cs typeface="Arial"/>
            </a:endParaRPr>
          </a:p>
        </p:txBody>
      </p:sp>
      <p:sp>
        <p:nvSpPr>
          <p:cNvPr id="24" name="Text 22"/>
          <p:cNvSpPr/>
          <p:nvPr/>
        </p:nvSpPr>
        <p:spPr>
          <a:xfrm>
            <a:off x="4504944" y="3730752"/>
            <a:ext cx="3179064" cy="219456"/>
          </a:xfrm>
          <a:prstGeom prst="rect">
            <a:avLst/>
          </a:prstGeom>
          <a:noFill/>
          <a:ln/>
        </p:spPr>
        <p:txBody>
          <a:bodyPr wrap="square" lIns="91440" tIns="45720" rIns="91440" bIns="45720" rtlCol="0" anchor="ctr"/>
          <a:lstStyle/>
          <a:p>
            <a:pPr marL="0" indent="0">
              <a:buNone/>
            </a:pPr>
            <a:r>
              <a:rPr lang="en-US" sz="1200" b="1" kern="0" spc="50" dirty="0">
                <a:solidFill>
                  <a:srgbClr val="89CDF2"/>
                </a:solidFill>
                <a:latin typeface="Arial"/>
                <a:ea typeface="Arial" pitchFamily="34" charset="-122"/>
                <a:cs typeface="Arial"/>
              </a:rPr>
              <a:t>PIJNPUNTEN</a:t>
            </a:r>
            <a:endParaRPr lang="en-US" sz="1200">
              <a:latin typeface="Arial"/>
              <a:ea typeface="Calibri"/>
              <a:cs typeface="Arial"/>
            </a:endParaRPr>
          </a:p>
        </p:txBody>
      </p:sp>
      <p:sp>
        <p:nvSpPr>
          <p:cNvPr id="25" name="Text 23"/>
          <p:cNvSpPr/>
          <p:nvPr/>
        </p:nvSpPr>
        <p:spPr>
          <a:xfrm>
            <a:off x="4504944" y="3950208"/>
            <a:ext cx="3179064" cy="969264"/>
          </a:xfrm>
          <a:prstGeom prst="rect">
            <a:avLst/>
          </a:prstGeom>
          <a:noFill/>
          <a:ln/>
        </p:spPr>
        <p:txBody>
          <a:bodyPr wrap="square" lIns="91440" tIns="45720" rIns="91440" bIns="45720" rtlCol="0" anchor="t"/>
          <a:lstStyle/>
          <a:p>
            <a:pPr marL="0" indent="0">
              <a:lnSpc>
                <a:spcPts val="1250"/>
              </a:lnSpc>
              <a:buNone/>
            </a:pPr>
            <a:r>
              <a:rPr lang="en-US" sz="1200" dirty="0">
                <a:solidFill>
                  <a:srgbClr val="2B3033"/>
                </a:solidFill>
                <a:latin typeface="Arial"/>
                <a:ea typeface="Arial" pitchFamily="34" charset="-122"/>
                <a:cs typeface="Arial"/>
              </a:rPr>
              <a:t>• Geen overzicht werkvoorraad</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Veel uitzonderingssituaties</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Lastig overhandigen dossiers</a:t>
            </a:r>
            <a:endParaRPr lang="en-US" sz="1200">
              <a:latin typeface="Arial"/>
              <a:ea typeface="Calibri"/>
              <a:cs typeface="Arial"/>
            </a:endParaRPr>
          </a:p>
        </p:txBody>
      </p:sp>
      <p:sp>
        <p:nvSpPr>
          <p:cNvPr id="26" name="Text 24"/>
          <p:cNvSpPr/>
          <p:nvPr/>
        </p:nvSpPr>
        <p:spPr>
          <a:xfrm>
            <a:off x="4504944" y="5065776"/>
            <a:ext cx="3179064" cy="219456"/>
          </a:xfrm>
          <a:prstGeom prst="rect">
            <a:avLst/>
          </a:prstGeom>
          <a:noFill/>
          <a:ln/>
        </p:spPr>
        <p:txBody>
          <a:bodyPr wrap="square" lIns="91440" tIns="45720" rIns="91440" bIns="45720" rtlCol="0" anchor="ctr"/>
          <a:lstStyle/>
          <a:p>
            <a:pPr marL="0" indent="0">
              <a:buNone/>
            </a:pPr>
            <a:r>
              <a:rPr lang="en-US" sz="1200" b="1" kern="0" spc="50" dirty="0">
                <a:solidFill>
                  <a:srgbClr val="89CDF2"/>
                </a:solidFill>
                <a:latin typeface="Arial"/>
                <a:ea typeface="Arial" pitchFamily="34" charset="-122"/>
                <a:cs typeface="Arial"/>
              </a:rPr>
              <a:t>VERWACHTE VOORDELEN</a:t>
            </a:r>
            <a:endParaRPr lang="en-US" sz="1200">
              <a:latin typeface="Arial"/>
              <a:ea typeface="Calibri"/>
              <a:cs typeface="Arial"/>
            </a:endParaRPr>
          </a:p>
        </p:txBody>
      </p:sp>
      <p:sp>
        <p:nvSpPr>
          <p:cNvPr id="27" name="Text 25"/>
          <p:cNvSpPr/>
          <p:nvPr/>
        </p:nvSpPr>
        <p:spPr>
          <a:xfrm>
            <a:off x="4504944" y="5285232"/>
            <a:ext cx="3179064" cy="969264"/>
          </a:xfrm>
          <a:prstGeom prst="rect">
            <a:avLst/>
          </a:prstGeom>
          <a:noFill/>
          <a:ln/>
        </p:spPr>
        <p:txBody>
          <a:bodyPr wrap="square" lIns="91440" tIns="45720" rIns="91440" bIns="45720" rtlCol="0" anchor="t"/>
          <a:lstStyle/>
          <a:p>
            <a:pPr marL="0" indent="0">
              <a:lnSpc>
                <a:spcPts val="1250"/>
              </a:lnSpc>
              <a:buNone/>
            </a:pPr>
            <a:r>
              <a:rPr lang="en-US" sz="1200" dirty="0">
                <a:solidFill>
                  <a:srgbClr val="2B3033"/>
                </a:solidFill>
                <a:latin typeface="Arial"/>
                <a:ea typeface="Arial" pitchFamily="34" charset="-122"/>
                <a:cs typeface="Arial"/>
              </a:rPr>
              <a:t>• BRP/BAG kunnen raadplegen</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Werken op basis van voorraad</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Documenten gekoppeld aan dossier</a:t>
            </a:r>
            <a:endParaRPr lang="en-US" sz="1200">
              <a:latin typeface="Arial"/>
              <a:ea typeface="Calibri"/>
              <a:cs typeface="Arial"/>
            </a:endParaRPr>
          </a:p>
        </p:txBody>
      </p:sp>
      <p:sp>
        <p:nvSpPr>
          <p:cNvPr id="28" name="Shape 26"/>
          <p:cNvSpPr/>
          <p:nvPr/>
        </p:nvSpPr>
        <p:spPr>
          <a:xfrm>
            <a:off x="8141208" y="1529080"/>
            <a:ext cx="3544824" cy="4541520"/>
          </a:xfrm>
          <a:prstGeom prst="roundRect">
            <a:avLst>
              <a:gd name="adj" fmla="val 2064"/>
            </a:avLst>
          </a:prstGeom>
          <a:solidFill>
            <a:srgbClr val="F5F8FA"/>
          </a:solidFill>
          <a:ln/>
        </p:spPr>
        <p:txBody>
          <a:bodyPr/>
          <a:lstStyle/>
          <a:p>
            <a:endParaRPr lang="nl-NL"/>
          </a:p>
        </p:txBody>
      </p:sp>
      <p:sp>
        <p:nvSpPr>
          <p:cNvPr id="29" name="Shape 27"/>
          <p:cNvSpPr/>
          <p:nvPr/>
        </p:nvSpPr>
        <p:spPr>
          <a:xfrm>
            <a:off x="8141208" y="1508760"/>
            <a:ext cx="3544824" cy="64008"/>
          </a:xfrm>
          <a:prstGeom prst="rect">
            <a:avLst/>
          </a:prstGeom>
          <a:solidFill>
            <a:srgbClr val="003362"/>
          </a:solidFill>
          <a:ln/>
        </p:spPr>
        <p:txBody>
          <a:bodyPr/>
          <a:lstStyle/>
          <a:p>
            <a:endParaRPr lang="nl-NL"/>
          </a:p>
        </p:txBody>
      </p:sp>
      <p:sp>
        <p:nvSpPr>
          <p:cNvPr id="30" name="Text 28"/>
          <p:cNvSpPr/>
          <p:nvPr/>
        </p:nvSpPr>
        <p:spPr>
          <a:xfrm>
            <a:off x="8324088" y="1655064"/>
            <a:ext cx="3179064" cy="365760"/>
          </a:xfrm>
          <a:prstGeom prst="rect">
            <a:avLst/>
          </a:prstGeom>
          <a:noFill/>
          <a:ln/>
        </p:spPr>
        <p:txBody>
          <a:bodyPr wrap="square" rtlCol="0" anchor="ctr"/>
          <a:lstStyle/>
          <a:p>
            <a:pPr marL="0" indent="0">
              <a:buNone/>
            </a:pPr>
            <a:r>
              <a:rPr lang="en-US" sz="1450" b="1" dirty="0">
                <a:solidFill>
                  <a:srgbClr val="003362"/>
                </a:solidFill>
                <a:latin typeface="Arial" pitchFamily="34" charset="0"/>
                <a:ea typeface="Arial" pitchFamily="34" charset="-122"/>
                <a:cs typeface="Arial" pitchFamily="34" charset="-120"/>
              </a:rPr>
              <a:t>Afdelingshoofd</a:t>
            </a:r>
            <a:endParaRPr lang="en-US" sz="1450" dirty="0"/>
          </a:p>
        </p:txBody>
      </p:sp>
      <p:sp>
        <p:nvSpPr>
          <p:cNvPr id="31" name="Text 29"/>
          <p:cNvSpPr/>
          <p:nvPr/>
        </p:nvSpPr>
        <p:spPr>
          <a:xfrm>
            <a:off x="8324088" y="2103120"/>
            <a:ext cx="3179064" cy="219456"/>
          </a:xfrm>
          <a:prstGeom prst="rect">
            <a:avLst/>
          </a:prstGeom>
          <a:noFill/>
          <a:ln/>
        </p:spPr>
        <p:txBody>
          <a:bodyPr wrap="square" lIns="91440" tIns="45720" rIns="91440" bIns="45720" rtlCol="0" anchor="ctr"/>
          <a:lstStyle/>
          <a:p>
            <a:pPr marL="0" indent="0">
              <a:buNone/>
            </a:pPr>
            <a:r>
              <a:rPr lang="en-US" sz="1200" b="1" kern="0" spc="50" dirty="0">
                <a:solidFill>
                  <a:srgbClr val="003362"/>
                </a:solidFill>
                <a:latin typeface="Arial"/>
                <a:ea typeface="Arial" pitchFamily="34" charset="-122"/>
                <a:cs typeface="Arial"/>
              </a:rPr>
              <a:t>TAKEN</a:t>
            </a:r>
            <a:endParaRPr lang="en-US" sz="1200">
              <a:latin typeface="Arial"/>
              <a:ea typeface="Calibri"/>
              <a:cs typeface="Arial"/>
            </a:endParaRPr>
          </a:p>
        </p:txBody>
      </p:sp>
      <p:sp>
        <p:nvSpPr>
          <p:cNvPr id="32" name="Text 30"/>
          <p:cNvSpPr/>
          <p:nvPr/>
        </p:nvSpPr>
        <p:spPr>
          <a:xfrm>
            <a:off x="8324088" y="2322576"/>
            <a:ext cx="3179064" cy="969264"/>
          </a:xfrm>
          <a:prstGeom prst="rect">
            <a:avLst/>
          </a:prstGeom>
          <a:noFill/>
          <a:ln/>
        </p:spPr>
        <p:txBody>
          <a:bodyPr wrap="square" lIns="91440" tIns="45720" rIns="91440" bIns="45720" rtlCol="0" anchor="t"/>
          <a:lstStyle/>
          <a:p>
            <a:pPr marL="0" indent="0">
              <a:lnSpc>
                <a:spcPts val="1250"/>
              </a:lnSpc>
              <a:buNone/>
            </a:pPr>
            <a:r>
              <a:rPr lang="en-US" sz="1200" dirty="0">
                <a:solidFill>
                  <a:srgbClr val="2B3033"/>
                </a:solidFill>
                <a:latin typeface="Arial"/>
                <a:ea typeface="Arial" pitchFamily="34" charset="-122"/>
                <a:cs typeface="Arial"/>
              </a:rPr>
              <a:t>• Capaciteit team bewaken</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Beleid opstellen</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Management­rapportages</a:t>
            </a:r>
            <a:endParaRPr lang="en-US" sz="1200">
              <a:latin typeface="Arial"/>
              <a:ea typeface="Calibri"/>
              <a:cs typeface="Arial"/>
            </a:endParaRPr>
          </a:p>
        </p:txBody>
      </p:sp>
      <p:sp>
        <p:nvSpPr>
          <p:cNvPr id="33" name="Text 31"/>
          <p:cNvSpPr/>
          <p:nvPr/>
        </p:nvSpPr>
        <p:spPr>
          <a:xfrm>
            <a:off x="8324088" y="3438144"/>
            <a:ext cx="3179064" cy="219456"/>
          </a:xfrm>
          <a:prstGeom prst="rect">
            <a:avLst/>
          </a:prstGeom>
          <a:noFill/>
          <a:ln/>
        </p:spPr>
        <p:txBody>
          <a:bodyPr wrap="square" lIns="91440" tIns="45720" rIns="91440" bIns="45720" rtlCol="0" anchor="ctr"/>
          <a:lstStyle/>
          <a:p>
            <a:pPr marL="0" indent="0">
              <a:buNone/>
            </a:pPr>
            <a:r>
              <a:rPr lang="en-US" sz="1200" b="1" kern="0" spc="50" dirty="0">
                <a:solidFill>
                  <a:srgbClr val="003362"/>
                </a:solidFill>
                <a:latin typeface="Arial"/>
                <a:ea typeface="Arial" pitchFamily="34" charset="-122"/>
                <a:cs typeface="Arial"/>
              </a:rPr>
              <a:t>PIJNPUNTEN</a:t>
            </a:r>
            <a:endParaRPr lang="en-US" sz="1200">
              <a:latin typeface="Arial"/>
              <a:ea typeface="Calibri"/>
              <a:cs typeface="Arial"/>
            </a:endParaRPr>
          </a:p>
        </p:txBody>
      </p:sp>
      <p:sp>
        <p:nvSpPr>
          <p:cNvPr id="34" name="Text 32"/>
          <p:cNvSpPr/>
          <p:nvPr/>
        </p:nvSpPr>
        <p:spPr>
          <a:xfrm>
            <a:off x="8324088" y="3657600"/>
            <a:ext cx="3179064" cy="676656"/>
          </a:xfrm>
          <a:prstGeom prst="rect">
            <a:avLst/>
          </a:prstGeom>
          <a:noFill/>
          <a:ln/>
        </p:spPr>
        <p:txBody>
          <a:bodyPr wrap="square" lIns="91440" tIns="45720" rIns="91440" bIns="45720" rtlCol="0" anchor="t"/>
          <a:lstStyle/>
          <a:p>
            <a:pPr marL="0" indent="0">
              <a:lnSpc>
                <a:spcPts val="1250"/>
              </a:lnSpc>
              <a:buNone/>
            </a:pPr>
            <a:r>
              <a:rPr lang="en-US" sz="1200" dirty="0">
                <a:solidFill>
                  <a:srgbClr val="2B3033"/>
                </a:solidFill>
                <a:latin typeface="Arial"/>
                <a:ea typeface="Arial" pitchFamily="34" charset="-122"/>
                <a:cs typeface="Arial"/>
              </a:rPr>
              <a:t>• Weinig overzicht</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Handmatig communiceren</a:t>
            </a:r>
            <a:endParaRPr lang="en-US" sz="1200">
              <a:latin typeface="Arial"/>
              <a:ea typeface="Calibri"/>
              <a:cs typeface="Arial"/>
            </a:endParaRPr>
          </a:p>
        </p:txBody>
      </p:sp>
      <p:sp>
        <p:nvSpPr>
          <p:cNvPr id="35" name="Text 33"/>
          <p:cNvSpPr/>
          <p:nvPr/>
        </p:nvSpPr>
        <p:spPr>
          <a:xfrm>
            <a:off x="8324088" y="4480560"/>
            <a:ext cx="3179064" cy="219456"/>
          </a:xfrm>
          <a:prstGeom prst="rect">
            <a:avLst/>
          </a:prstGeom>
          <a:noFill/>
          <a:ln/>
        </p:spPr>
        <p:txBody>
          <a:bodyPr wrap="square" lIns="91440" tIns="45720" rIns="91440" bIns="45720" rtlCol="0" anchor="ctr"/>
          <a:lstStyle/>
          <a:p>
            <a:pPr marL="0" indent="0">
              <a:buNone/>
            </a:pPr>
            <a:r>
              <a:rPr lang="en-US" sz="1200" b="1" kern="0" spc="50" dirty="0">
                <a:solidFill>
                  <a:srgbClr val="003362"/>
                </a:solidFill>
                <a:latin typeface="Arial"/>
                <a:ea typeface="Arial" pitchFamily="34" charset="-122"/>
                <a:cs typeface="Arial"/>
              </a:rPr>
              <a:t>VERWACHTE VOORDELEN</a:t>
            </a:r>
            <a:endParaRPr lang="en-US" sz="1200">
              <a:latin typeface="Arial"/>
              <a:ea typeface="Calibri"/>
              <a:cs typeface="Arial"/>
            </a:endParaRPr>
          </a:p>
        </p:txBody>
      </p:sp>
      <p:sp>
        <p:nvSpPr>
          <p:cNvPr id="36" name="Text 34"/>
          <p:cNvSpPr/>
          <p:nvPr/>
        </p:nvSpPr>
        <p:spPr>
          <a:xfrm>
            <a:off x="8324088" y="4700016"/>
            <a:ext cx="3179064" cy="676656"/>
          </a:xfrm>
          <a:prstGeom prst="rect">
            <a:avLst/>
          </a:prstGeom>
          <a:noFill/>
          <a:ln/>
        </p:spPr>
        <p:txBody>
          <a:bodyPr wrap="square" lIns="91440" tIns="45720" rIns="91440" bIns="45720" rtlCol="0" anchor="t"/>
          <a:lstStyle/>
          <a:p>
            <a:pPr marL="0" indent="0">
              <a:lnSpc>
                <a:spcPts val="1250"/>
              </a:lnSpc>
              <a:buNone/>
            </a:pPr>
            <a:r>
              <a:rPr lang="en-US" sz="1200" dirty="0">
                <a:solidFill>
                  <a:srgbClr val="2B3033"/>
                </a:solidFill>
                <a:latin typeface="Arial"/>
                <a:ea typeface="Arial" pitchFamily="34" charset="-122"/>
                <a:cs typeface="Arial"/>
              </a:rPr>
              <a:t>• Inzicht in lopende zaken en bezetting</a:t>
            </a:r>
            <a:endParaRPr lang="en-US" sz="1200">
              <a:latin typeface="Arial"/>
              <a:ea typeface="Calibri"/>
              <a:cs typeface="Arial"/>
            </a:endParaRPr>
          </a:p>
          <a:p>
            <a:pPr marL="0" indent="0">
              <a:lnSpc>
                <a:spcPts val="1250"/>
              </a:lnSpc>
              <a:buNone/>
            </a:pPr>
            <a:r>
              <a:rPr lang="en-US" sz="1200" dirty="0">
                <a:solidFill>
                  <a:srgbClr val="2B3033"/>
                </a:solidFill>
                <a:latin typeface="Arial"/>
                <a:ea typeface="Arial" pitchFamily="34" charset="-122"/>
                <a:cs typeface="Arial"/>
              </a:rPr>
              <a:t>• Real-time rapportages</a:t>
            </a:r>
            <a:endParaRPr lang="en-US" sz="1200">
              <a:latin typeface="Arial"/>
              <a:ea typeface="Calibri"/>
              <a:cs typeface="Arial"/>
            </a:endParaRPr>
          </a:p>
        </p:txBody>
      </p:sp>
      <p:pic>
        <p:nvPicPr>
          <p:cNvPr id="39" name="Graphic 38">
            <a:extLst>
              <a:ext uri="{FF2B5EF4-FFF2-40B4-BE49-F238E27FC236}">
                <a16:creationId xmlns:a16="http://schemas.microsoft.com/office/drawing/2014/main" id="{0DDC7460-942E-8BCE-8D83-AB22AD7DB4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29280" y="1701800"/>
            <a:ext cx="914400" cy="914400"/>
          </a:xfrm>
          <a:prstGeom prst="rect">
            <a:avLst/>
          </a:prstGeom>
        </p:spPr>
      </p:pic>
      <p:pic>
        <p:nvPicPr>
          <p:cNvPr id="40" name="Graphic 39">
            <a:extLst>
              <a:ext uri="{FF2B5EF4-FFF2-40B4-BE49-F238E27FC236}">
                <a16:creationId xmlns:a16="http://schemas.microsoft.com/office/drawing/2014/main" id="{8F4B3163-D8F9-194D-5424-5D040B2837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9440" y="1640840"/>
            <a:ext cx="914400" cy="914400"/>
          </a:xfrm>
          <a:prstGeom prst="rect">
            <a:avLst/>
          </a:prstGeom>
        </p:spPr>
      </p:pic>
      <p:pic>
        <p:nvPicPr>
          <p:cNvPr id="42" name="Graphic 41">
            <a:extLst>
              <a:ext uri="{FF2B5EF4-FFF2-40B4-BE49-F238E27FC236}">
                <a16:creationId xmlns:a16="http://schemas.microsoft.com/office/drawing/2014/main" id="{9F764C59-E669-B8E4-CE88-7A283D90CC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69600" y="1640840"/>
            <a:ext cx="914400" cy="914400"/>
          </a:xfrm>
          <a:prstGeom prst="rect">
            <a:avLst/>
          </a:prstGeom>
        </p:spPr>
      </p:pic>
      <p:pic>
        <p:nvPicPr>
          <p:cNvPr id="37" name="Afbeelding 36">
            <a:extLst>
              <a:ext uri="{FF2B5EF4-FFF2-40B4-BE49-F238E27FC236}">
                <a16:creationId xmlns:a16="http://schemas.microsoft.com/office/drawing/2014/main" id="{F47CC06E-B333-07EE-BC06-745EE8BF6558}"/>
              </a:ext>
            </a:extLst>
          </p:cNvPr>
          <p:cNvPicPr>
            <a:picLocks noChangeAspect="1"/>
          </p:cNvPicPr>
          <p:nvPr/>
        </p:nvPicPr>
        <p:blipFill>
          <a:blip r:embed="rId6"/>
          <a:stretch>
            <a:fillRect/>
          </a:stretch>
        </p:blipFill>
        <p:spPr>
          <a:xfrm>
            <a:off x="9846628" y="6089650"/>
            <a:ext cx="2333625" cy="571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FUNCTIONELE INVULLING — DATA</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Data: verloop</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7" name="Text 5"/>
          <p:cNvSpPr/>
          <p:nvPr/>
        </p:nvSpPr>
        <p:spPr>
          <a:xfrm>
            <a:off x="502920" y="1051560"/>
            <a:ext cx="10515600" cy="320040"/>
          </a:xfrm>
          <a:prstGeom prst="rect">
            <a:avLst/>
          </a:prstGeom>
          <a:noFill/>
          <a:ln/>
        </p:spPr>
        <p:txBody>
          <a:bodyPr wrap="square" rtlCol="0" anchor="ctr"/>
          <a:lstStyle/>
          <a:p>
            <a:pPr marL="0" indent="0">
              <a:buNone/>
            </a:pPr>
            <a:r>
              <a:rPr lang="en-US" sz="1200" i="1" dirty="0">
                <a:solidFill>
                  <a:srgbClr val="6B7680"/>
                </a:solidFill>
                <a:latin typeface="Arial" pitchFamily="34" charset="0"/>
                <a:ea typeface="Arial" pitchFamily="34" charset="-122"/>
                <a:cs typeface="Arial" pitchFamily="34" charset="-120"/>
              </a:rPr>
              <a:t>Het verwerken van een zaak brengt doorgaans 3 grote aandachtspunten met zich mee op het gebied van data.</a:t>
            </a:r>
            <a:endParaRPr lang="en-US" sz="1200" dirty="0"/>
          </a:p>
        </p:txBody>
      </p:sp>
      <p:sp>
        <p:nvSpPr>
          <p:cNvPr id="8" name="Shape 6"/>
          <p:cNvSpPr/>
          <p:nvPr/>
        </p:nvSpPr>
        <p:spPr>
          <a:xfrm>
            <a:off x="2031492" y="1554480"/>
            <a:ext cx="457200" cy="457200"/>
          </a:xfrm>
          <a:prstGeom prst="ellipse">
            <a:avLst/>
          </a:prstGeom>
          <a:solidFill>
            <a:srgbClr val="E76734"/>
          </a:solidFill>
          <a:ln/>
        </p:spPr>
        <p:txBody>
          <a:bodyPr/>
          <a:lstStyle/>
          <a:p>
            <a:endParaRPr lang="nl-NL"/>
          </a:p>
        </p:txBody>
      </p:sp>
      <p:sp>
        <p:nvSpPr>
          <p:cNvPr id="9" name="Text 7"/>
          <p:cNvSpPr/>
          <p:nvPr/>
        </p:nvSpPr>
        <p:spPr>
          <a:xfrm>
            <a:off x="2031492" y="1554480"/>
            <a:ext cx="457200" cy="457200"/>
          </a:xfrm>
          <a:prstGeom prst="rect">
            <a:avLst/>
          </a:prstGeom>
          <a:noFill/>
          <a:ln/>
        </p:spPr>
        <p:txBody>
          <a:bodyPr wrap="square" rtlCol="0" anchor="ctr"/>
          <a:lstStyle/>
          <a:p>
            <a:pPr marL="0" indent="0" algn="ctr">
              <a:buNone/>
            </a:pPr>
            <a:r>
              <a:rPr lang="en-US" sz="1500" b="1" dirty="0">
                <a:solidFill>
                  <a:srgbClr val="FFFFFF"/>
                </a:solidFill>
                <a:latin typeface="Helvetica" pitchFamily="34" charset="0"/>
                <a:ea typeface="Helvetica" pitchFamily="34" charset="-122"/>
                <a:cs typeface="Helvetica" pitchFamily="34" charset="-120"/>
              </a:rPr>
              <a:t>1</a:t>
            </a:r>
            <a:endParaRPr lang="en-US" sz="1500" dirty="0"/>
          </a:p>
        </p:txBody>
      </p:sp>
      <p:sp>
        <p:nvSpPr>
          <p:cNvPr id="10" name="Shape 8"/>
          <p:cNvSpPr/>
          <p:nvPr/>
        </p:nvSpPr>
        <p:spPr>
          <a:xfrm>
            <a:off x="502920" y="2148840"/>
            <a:ext cx="3514344" cy="2697480"/>
          </a:xfrm>
          <a:prstGeom prst="roundRect">
            <a:avLst>
              <a:gd name="adj" fmla="val 2712"/>
            </a:avLst>
          </a:prstGeom>
          <a:solidFill>
            <a:srgbClr val="F5F8FA"/>
          </a:solidFill>
          <a:ln/>
        </p:spPr>
        <p:txBody>
          <a:bodyPr/>
          <a:lstStyle/>
          <a:p>
            <a:endParaRPr lang="nl-NL"/>
          </a:p>
        </p:txBody>
      </p:sp>
      <p:sp>
        <p:nvSpPr>
          <p:cNvPr id="11" name="Text 9"/>
          <p:cNvSpPr/>
          <p:nvPr/>
        </p:nvSpPr>
        <p:spPr>
          <a:xfrm>
            <a:off x="685800" y="2267712"/>
            <a:ext cx="3148584" cy="365760"/>
          </a:xfrm>
          <a:prstGeom prst="rect">
            <a:avLst/>
          </a:prstGeom>
          <a:noFill/>
          <a:ln/>
        </p:spPr>
        <p:txBody>
          <a:bodyPr wrap="square" rtlCol="0" anchor="ctr"/>
          <a:lstStyle/>
          <a:p>
            <a:pPr marL="0" indent="0" algn="ctr">
              <a:buNone/>
            </a:pPr>
            <a:r>
              <a:rPr lang="en-US" sz="1400" b="1" dirty="0">
                <a:solidFill>
                  <a:srgbClr val="003362"/>
                </a:solidFill>
                <a:latin typeface="Arial" pitchFamily="34" charset="0"/>
                <a:ea typeface="Arial" pitchFamily="34" charset="-122"/>
                <a:cs typeface="Arial" pitchFamily="34" charset="-120"/>
              </a:rPr>
              <a:t>Verzoek</a:t>
            </a:r>
            <a:endParaRPr lang="en-US" sz="1400" dirty="0"/>
          </a:p>
        </p:txBody>
      </p:sp>
      <p:sp>
        <p:nvSpPr>
          <p:cNvPr id="12" name="Text 10"/>
          <p:cNvSpPr/>
          <p:nvPr/>
        </p:nvSpPr>
        <p:spPr>
          <a:xfrm>
            <a:off x="704088" y="2724912"/>
            <a:ext cx="3112008" cy="1920240"/>
          </a:xfrm>
          <a:prstGeom prst="rect">
            <a:avLst/>
          </a:prstGeom>
          <a:noFill/>
          <a:ln/>
        </p:spPr>
        <p:txBody>
          <a:bodyPr wrap="square" rtlCol="0" anchor="t"/>
          <a:lstStyle/>
          <a:p>
            <a:pPr marL="0" indent="0">
              <a:lnSpc>
                <a:spcPts val="1400"/>
              </a:lnSpc>
              <a:buNone/>
            </a:pPr>
            <a:r>
              <a:rPr lang="en-US" sz="1200" dirty="0">
                <a:solidFill>
                  <a:srgbClr val="2B3033"/>
                </a:solidFill>
                <a:latin typeface="Arial" pitchFamily="34" charset="0"/>
                <a:ea typeface="Arial" pitchFamily="34" charset="-122"/>
                <a:cs typeface="Arial" pitchFamily="34" charset="-120"/>
              </a:rPr>
              <a:t>• Documenten?</a:t>
            </a:r>
            <a:endParaRPr lang="en-US" sz="1200" dirty="0"/>
          </a:p>
          <a:p>
            <a:pPr marL="0" indent="0">
              <a:lnSpc>
                <a:spcPts val="1400"/>
              </a:lnSpc>
              <a:buNone/>
            </a:pPr>
            <a:r>
              <a:rPr lang="en-US" sz="1200" dirty="0">
                <a:solidFill>
                  <a:srgbClr val="2B3033"/>
                </a:solidFill>
                <a:latin typeface="Arial" pitchFamily="34" charset="0"/>
                <a:ea typeface="Arial" pitchFamily="34" charset="-122"/>
                <a:cs typeface="Arial" pitchFamily="34" charset="-120"/>
              </a:rPr>
              <a:t>• Data van externe bron (DigiD, KvK)?</a:t>
            </a:r>
            <a:endParaRPr lang="en-US" sz="1200" dirty="0"/>
          </a:p>
          <a:p>
            <a:pPr marL="0" indent="0">
              <a:lnSpc>
                <a:spcPts val="1400"/>
              </a:lnSpc>
              <a:buNone/>
            </a:pPr>
            <a:r>
              <a:rPr lang="en-US" sz="1200" dirty="0">
                <a:solidFill>
                  <a:srgbClr val="2B3033"/>
                </a:solidFill>
                <a:latin typeface="Arial" pitchFamily="34" charset="0"/>
                <a:ea typeface="Arial" pitchFamily="34" charset="-122"/>
                <a:cs typeface="Arial" pitchFamily="34" charset="-120"/>
              </a:rPr>
              <a:t>• Relationele data?</a:t>
            </a:r>
            <a:endParaRPr lang="en-US" sz="1200" dirty="0"/>
          </a:p>
          <a:p>
            <a:pPr marL="0" indent="0">
              <a:lnSpc>
                <a:spcPts val="1400"/>
              </a:lnSpc>
              <a:buNone/>
            </a:pPr>
            <a:r>
              <a:rPr lang="en-US" sz="1200" dirty="0">
                <a:solidFill>
                  <a:srgbClr val="2B3033"/>
                </a:solidFill>
                <a:latin typeface="Arial" pitchFamily="34" charset="0"/>
                <a:ea typeface="Arial" pitchFamily="34" charset="-122"/>
                <a:cs typeface="Arial" pitchFamily="34" charset="-120"/>
              </a:rPr>
              <a:t>• Hoeveelheid data?</a:t>
            </a:r>
          </a:p>
          <a:p>
            <a:pPr>
              <a:lnSpc>
                <a:spcPts val="1500"/>
              </a:lnSpc>
            </a:pPr>
            <a:r>
              <a:rPr lang="en-US" sz="1200" dirty="0">
                <a:solidFill>
                  <a:srgbClr val="2B3033"/>
                </a:solidFill>
                <a:latin typeface="Arial" pitchFamily="34" charset="0"/>
                <a:ea typeface="Arial" pitchFamily="34" charset="-122"/>
                <a:cs typeface="Arial" pitchFamily="34" charset="-120"/>
              </a:rPr>
              <a:t>• </a:t>
            </a:r>
            <a:r>
              <a:rPr lang="en-US" sz="1200" dirty="0" err="1">
                <a:solidFill>
                  <a:srgbClr val="2B3033"/>
                </a:solidFill>
                <a:latin typeface="Arial" pitchFamily="34" charset="0"/>
                <a:ea typeface="Arial" pitchFamily="34" charset="-122"/>
                <a:cs typeface="Arial" pitchFamily="34" charset="-120"/>
              </a:rPr>
              <a:t>Aanleiding</a:t>
            </a:r>
            <a:r>
              <a:rPr lang="en-US" sz="1200" dirty="0">
                <a:solidFill>
                  <a:srgbClr val="2B3033"/>
                </a:solidFill>
                <a:latin typeface="Arial" pitchFamily="34" charset="0"/>
                <a:ea typeface="Arial" pitchFamily="34" charset="-122"/>
                <a:cs typeface="Arial" pitchFamily="34" charset="-120"/>
              </a:rPr>
              <a:t>: </a:t>
            </a:r>
            <a:r>
              <a:rPr lang="en-US" sz="1200" dirty="0" err="1">
                <a:solidFill>
                  <a:srgbClr val="2B3033"/>
                </a:solidFill>
                <a:latin typeface="Arial" pitchFamily="34" charset="0"/>
                <a:ea typeface="Arial" pitchFamily="34" charset="-122"/>
                <a:cs typeface="Arial" pitchFamily="34" charset="-120"/>
              </a:rPr>
              <a:t>verzoek</a:t>
            </a:r>
            <a:r>
              <a:rPr lang="en-US" sz="1200" dirty="0">
                <a:solidFill>
                  <a:srgbClr val="2B3033"/>
                </a:solidFill>
                <a:latin typeface="Arial" pitchFamily="34" charset="0"/>
                <a:ea typeface="Arial" pitchFamily="34" charset="-122"/>
                <a:cs typeface="Arial" pitchFamily="34" charset="-120"/>
              </a:rPr>
              <a:t> via </a:t>
            </a:r>
            <a:r>
              <a:rPr lang="en-US" sz="1200" dirty="0" err="1">
                <a:solidFill>
                  <a:srgbClr val="2B3033"/>
                </a:solidFill>
                <a:latin typeface="Arial" pitchFamily="34" charset="0"/>
                <a:ea typeface="Arial" pitchFamily="34" charset="-122"/>
                <a:cs typeface="Arial" pitchFamily="34" charset="-120"/>
              </a:rPr>
              <a:t>Objecten</a:t>
            </a:r>
            <a:r>
              <a:rPr lang="en-US" sz="1200" dirty="0">
                <a:solidFill>
                  <a:srgbClr val="2B3033"/>
                </a:solidFill>
                <a:latin typeface="Arial" pitchFamily="34" charset="0"/>
                <a:ea typeface="Arial" pitchFamily="34" charset="-122"/>
                <a:cs typeface="Arial" pitchFamily="34" charset="-120"/>
              </a:rPr>
              <a:t> API</a:t>
            </a:r>
            <a:endParaRPr lang="en-US" sz="1200" dirty="0"/>
          </a:p>
          <a:p>
            <a:pPr>
              <a:lnSpc>
                <a:spcPts val="1500"/>
              </a:lnSpc>
            </a:pPr>
            <a:r>
              <a:rPr lang="en-US" sz="1200" dirty="0">
                <a:solidFill>
                  <a:srgbClr val="2B3033"/>
                </a:solidFill>
                <a:latin typeface="Arial" pitchFamily="34" charset="0"/>
                <a:ea typeface="Arial" pitchFamily="34" charset="-122"/>
                <a:cs typeface="Arial" pitchFamily="34" charset="-120"/>
              </a:rPr>
              <a:t>• Of: </a:t>
            </a:r>
            <a:r>
              <a:rPr lang="en-US" sz="1200" dirty="0" err="1">
                <a:solidFill>
                  <a:srgbClr val="2B3033"/>
                </a:solidFill>
                <a:latin typeface="Arial" pitchFamily="34" charset="0"/>
                <a:ea typeface="Arial" pitchFamily="34" charset="-122"/>
                <a:cs typeface="Arial" pitchFamily="34" charset="-120"/>
              </a:rPr>
              <a:t>handmatig</a:t>
            </a:r>
            <a:r>
              <a:rPr lang="en-US" sz="1200" dirty="0">
                <a:solidFill>
                  <a:srgbClr val="2B3033"/>
                </a:solidFill>
                <a:latin typeface="Arial" pitchFamily="34" charset="0"/>
                <a:ea typeface="Arial" pitchFamily="34" charset="-122"/>
                <a:cs typeface="Arial" pitchFamily="34" charset="-120"/>
              </a:rPr>
              <a:t> via </a:t>
            </a:r>
            <a:r>
              <a:rPr lang="en-US" sz="1200" dirty="0" err="1">
                <a:solidFill>
                  <a:srgbClr val="2B3033"/>
                </a:solidFill>
                <a:latin typeface="Arial" pitchFamily="34" charset="0"/>
                <a:ea typeface="Arial" pitchFamily="34" charset="-122"/>
                <a:cs typeface="Arial" pitchFamily="34" charset="-120"/>
              </a:rPr>
              <a:t>startformulier</a:t>
            </a:r>
            <a:endParaRPr lang="en-US" sz="1200" dirty="0"/>
          </a:p>
          <a:p>
            <a:pPr marL="0" indent="0">
              <a:lnSpc>
                <a:spcPts val="1400"/>
              </a:lnSpc>
              <a:buNone/>
            </a:pPr>
            <a:endParaRPr lang="en-US" sz="1200" dirty="0"/>
          </a:p>
        </p:txBody>
      </p:sp>
      <p:sp>
        <p:nvSpPr>
          <p:cNvPr id="13" name="Shape 11"/>
          <p:cNvSpPr/>
          <p:nvPr/>
        </p:nvSpPr>
        <p:spPr>
          <a:xfrm>
            <a:off x="4017264" y="1700784"/>
            <a:ext cx="320040" cy="164592"/>
          </a:xfrm>
          <a:prstGeom prst="rightArrow">
            <a:avLst/>
          </a:prstGeom>
          <a:solidFill>
            <a:srgbClr val="D8DEDF"/>
          </a:solidFill>
          <a:ln/>
        </p:spPr>
        <p:txBody>
          <a:bodyPr/>
          <a:lstStyle/>
          <a:p>
            <a:endParaRPr lang="nl-NL"/>
          </a:p>
        </p:txBody>
      </p:sp>
      <p:sp>
        <p:nvSpPr>
          <p:cNvPr id="14" name="Shape 12"/>
          <p:cNvSpPr/>
          <p:nvPr/>
        </p:nvSpPr>
        <p:spPr>
          <a:xfrm>
            <a:off x="5865876" y="1554480"/>
            <a:ext cx="457200" cy="457200"/>
          </a:xfrm>
          <a:prstGeom prst="ellipse">
            <a:avLst/>
          </a:prstGeom>
          <a:solidFill>
            <a:srgbClr val="89CDF2"/>
          </a:solidFill>
          <a:ln/>
        </p:spPr>
        <p:txBody>
          <a:bodyPr/>
          <a:lstStyle/>
          <a:p>
            <a:endParaRPr lang="nl-NL"/>
          </a:p>
        </p:txBody>
      </p:sp>
      <p:sp>
        <p:nvSpPr>
          <p:cNvPr id="15" name="Text 13"/>
          <p:cNvSpPr/>
          <p:nvPr/>
        </p:nvSpPr>
        <p:spPr>
          <a:xfrm>
            <a:off x="5865876" y="1554480"/>
            <a:ext cx="457200" cy="457200"/>
          </a:xfrm>
          <a:prstGeom prst="rect">
            <a:avLst/>
          </a:prstGeom>
          <a:noFill/>
          <a:ln/>
        </p:spPr>
        <p:txBody>
          <a:bodyPr wrap="square" rtlCol="0" anchor="ctr"/>
          <a:lstStyle/>
          <a:p>
            <a:pPr marL="0" indent="0" algn="ctr">
              <a:buNone/>
            </a:pPr>
            <a:r>
              <a:rPr lang="en-US" sz="1500" b="1" dirty="0">
                <a:solidFill>
                  <a:srgbClr val="003362"/>
                </a:solidFill>
                <a:latin typeface="Helvetica" pitchFamily="34" charset="0"/>
                <a:ea typeface="Helvetica" pitchFamily="34" charset="-122"/>
                <a:cs typeface="Helvetica" pitchFamily="34" charset="-120"/>
              </a:rPr>
              <a:t>2</a:t>
            </a:r>
            <a:endParaRPr lang="en-US" sz="1500" dirty="0"/>
          </a:p>
        </p:txBody>
      </p:sp>
      <p:sp>
        <p:nvSpPr>
          <p:cNvPr id="16" name="Shape 14"/>
          <p:cNvSpPr/>
          <p:nvPr/>
        </p:nvSpPr>
        <p:spPr>
          <a:xfrm>
            <a:off x="4337304" y="2148840"/>
            <a:ext cx="3514344" cy="2697480"/>
          </a:xfrm>
          <a:prstGeom prst="roundRect">
            <a:avLst>
              <a:gd name="adj" fmla="val 2712"/>
            </a:avLst>
          </a:prstGeom>
          <a:solidFill>
            <a:srgbClr val="F5F8FA"/>
          </a:solidFill>
          <a:ln/>
        </p:spPr>
        <p:txBody>
          <a:bodyPr/>
          <a:lstStyle/>
          <a:p>
            <a:endParaRPr lang="nl-NL"/>
          </a:p>
        </p:txBody>
      </p:sp>
      <p:sp>
        <p:nvSpPr>
          <p:cNvPr id="17" name="Text 15"/>
          <p:cNvSpPr/>
          <p:nvPr/>
        </p:nvSpPr>
        <p:spPr>
          <a:xfrm>
            <a:off x="4520184" y="2267712"/>
            <a:ext cx="3148584" cy="365760"/>
          </a:xfrm>
          <a:prstGeom prst="rect">
            <a:avLst/>
          </a:prstGeom>
          <a:noFill/>
          <a:ln/>
        </p:spPr>
        <p:txBody>
          <a:bodyPr wrap="square" lIns="91440" tIns="45720" rIns="91440" bIns="45720" rtlCol="0" anchor="ctr"/>
          <a:lstStyle/>
          <a:p>
            <a:pPr marL="0" indent="0" algn="ctr">
              <a:buNone/>
            </a:pPr>
            <a:r>
              <a:rPr lang="en-US" sz="1400" b="1" dirty="0">
                <a:solidFill>
                  <a:srgbClr val="003362"/>
                </a:solidFill>
                <a:latin typeface="Arial"/>
                <a:cs typeface="Arial"/>
              </a:rPr>
              <a:t>Zaak</a:t>
            </a:r>
            <a:endParaRPr lang="nl-NL" dirty="0"/>
          </a:p>
        </p:txBody>
      </p:sp>
      <p:sp>
        <p:nvSpPr>
          <p:cNvPr id="19" name="Shape 17"/>
          <p:cNvSpPr/>
          <p:nvPr/>
        </p:nvSpPr>
        <p:spPr>
          <a:xfrm>
            <a:off x="7851648" y="1700784"/>
            <a:ext cx="320040" cy="164592"/>
          </a:xfrm>
          <a:prstGeom prst="rightArrow">
            <a:avLst/>
          </a:prstGeom>
          <a:solidFill>
            <a:srgbClr val="D8DEDF"/>
          </a:solidFill>
          <a:ln/>
        </p:spPr>
        <p:txBody>
          <a:bodyPr/>
          <a:lstStyle/>
          <a:p>
            <a:endParaRPr lang="nl-NL"/>
          </a:p>
        </p:txBody>
      </p:sp>
      <p:sp>
        <p:nvSpPr>
          <p:cNvPr id="20" name="Shape 18"/>
          <p:cNvSpPr/>
          <p:nvPr/>
        </p:nvSpPr>
        <p:spPr>
          <a:xfrm>
            <a:off x="9700260" y="1554480"/>
            <a:ext cx="457200" cy="457200"/>
          </a:xfrm>
          <a:prstGeom prst="ellipse">
            <a:avLst/>
          </a:prstGeom>
          <a:solidFill>
            <a:srgbClr val="003362"/>
          </a:solidFill>
          <a:ln/>
        </p:spPr>
        <p:txBody>
          <a:bodyPr/>
          <a:lstStyle/>
          <a:p>
            <a:endParaRPr lang="nl-NL"/>
          </a:p>
        </p:txBody>
      </p:sp>
      <p:sp>
        <p:nvSpPr>
          <p:cNvPr id="21" name="Text 19"/>
          <p:cNvSpPr/>
          <p:nvPr/>
        </p:nvSpPr>
        <p:spPr>
          <a:xfrm>
            <a:off x="9700260" y="1554480"/>
            <a:ext cx="457200" cy="457200"/>
          </a:xfrm>
          <a:prstGeom prst="rect">
            <a:avLst/>
          </a:prstGeom>
          <a:noFill/>
          <a:ln/>
        </p:spPr>
        <p:txBody>
          <a:bodyPr wrap="square" rtlCol="0" anchor="ctr"/>
          <a:lstStyle/>
          <a:p>
            <a:pPr marL="0" indent="0" algn="ctr">
              <a:buNone/>
            </a:pPr>
            <a:r>
              <a:rPr lang="en-US" sz="1500" b="1" dirty="0">
                <a:solidFill>
                  <a:srgbClr val="FFFFFF"/>
                </a:solidFill>
                <a:latin typeface="Helvetica" pitchFamily="34" charset="0"/>
                <a:ea typeface="Helvetica" pitchFamily="34" charset="-122"/>
                <a:cs typeface="Helvetica" pitchFamily="34" charset="-120"/>
              </a:rPr>
              <a:t>3</a:t>
            </a:r>
            <a:endParaRPr lang="en-US" sz="1500" dirty="0"/>
          </a:p>
        </p:txBody>
      </p:sp>
      <p:sp>
        <p:nvSpPr>
          <p:cNvPr id="22" name="Shape 20"/>
          <p:cNvSpPr/>
          <p:nvPr/>
        </p:nvSpPr>
        <p:spPr>
          <a:xfrm>
            <a:off x="8171688" y="2148840"/>
            <a:ext cx="3514344" cy="2697480"/>
          </a:xfrm>
          <a:prstGeom prst="roundRect">
            <a:avLst>
              <a:gd name="adj" fmla="val 2712"/>
            </a:avLst>
          </a:prstGeom>
          <a:solidFill>
            <a:srgbClr val="F5F8FA"/>
          </a:solidFill>
          <a:ln/>
        </p:spPr>
        <p:txBody>
          <a:bodyPr/>
          <a:lstStyle/>
          <a:p>
            <a:endParaRPr lang="nl-NL"/>
          </a:p>
        </p:txBody>
      </p:sp>
      <p:sp>
        <p:nvSpPr>
          <p:cNvPr id="23" name="Text 21"/>
          <p:cNvSpPr/>
          <p:nvPr/>
        </p:nvSpPr>
        <p:spPr>
          <a:xfrm>
            <a:off x="8354568" y="2267712"/>
            <a:ext cx="3148584" cy="365760"/>
          </a:xfrm>
          <a:prstGeom prst="rect">
            <a:avLst/>
          </a:prstGeom>
          <a:noFill/>
          <a:ln/>
        </p:spPr>
        <p:txBody>
          <a:bodyPr wrap="square" lIns="91440" tIns="45720" rIns="91440" bIns="45720" rtlCol="0" anchor="ctr"/>
          <a:lstStyle/>
          <a:p>
            <a:pPr marL="0" indent="0" algn="ctr">
              <a:buNone/>
            </a:pPr>
            <a:r>
              <a:rPr lang="en-US" sz="1400" b="1" dirty="0" err="1">
                <a:solidFill>
                  <a:srgbClr val="003362"/>
                </a:solidFill>
                <a:latin typeface="Arial"/>
                <a:cs typeface="Arial"/>
              </a:rPr>
              <a:t>Resultaat</a:t>
            </a:r>
            <a:endParaRPr lang="nl-NL" dirty="0" err="1"/>
          </a:p>
        </p:txBody>
      </p:sp>
      <p:sp>
        <p:nvSpPr>
          <p:cNvPr id="24" name="Text 22"/>
          <p:cNvSpPr/>
          <p:nvPr/>
        </p:nvSpPr>
        <p:spPr>
          <a:xfrm>
            <a:off x="4553449" y="2724912"/>
            <a:ext cx="3112008" cy="1920240"/>
          </a:xfrm>
          <a:prstGeom prst="rect">
            <a:avLst/>
          </a:prstGeom>
          <a:noFill/>
          <a:ln/>
        </p:spPr>
        <p:txBody>
          <a:bodyPr wrap="square" rtlCol="0" anchor="t"/>
          <a:lstStyle/>
          <a:p>
            <a:pPr marL="0" indent="0">
              <a:lnSpc>
                <a:spcPts val="1400"/>
              </a:lnSpc>
              <a:buNone/>
            </a:pPr>
            <a:r>
              <a:rPr lang="en-US" sz="1200" dirty="0">
                <a:solidFill>
                  <a:srgbClr val="2B3033"/>
                </a:solidFill>
                <a:latin typeface="Arial" pitchFamily="34" charset="0"/>
                <a:ea typeface="Arial" pitchFamily="34" charset="-122"/>
                <a:cs typeface="Arial" pitchFamily="34" charset="-120"/>
              </a:rPr>
              <a:t>• Info van externe bronnen samenbrengen (KvK, BRP)?</a:t>
            </a:r>
            <a:endParaRPr lang="en-US" sz="1200" dirty="0"/>
          </a:p>
          <a:p>
            <a:pPr marL="0" indent="0">
              <a:lnSpc>
                <a:spcPts val="1400"/>
              </a:lnSpc>
              <a:buNone/>
            </a:pPr>
            <a:r>
              <a:rPr lang="en-US" sz="1200" dirty="0">
                <a:solidFill>
                  <a:srgbClr val="2B3033"/>
                </a:solidFill>
                <a:latin typeface="Arial" pitchFamily="34" charset="0"/>
                <a:ea typeface="Arial" pitchFamily="34" charset="-122"/>
                <a:cs typeface="Arial" pitchFamily="34" charset="-120"/>
              </a:rPr>
              <a:t>• Nieuwe info vastgelegd bij de zaak?</a:t>
            </a:r>
            <a:endParaRPr lang="en-US" sz="1200" dirty="0"/>
          </a:p>
          <a:p>
            <a:pPr marL="0" indent="0">
              <a:lnSpc>
                <a:spcPts val="1400"/>
              </a:lnSpc>
              <a:buNone/>
            </a:pPr>
            <a:r>
              <a:rPr lang="en-US" sz="1200" dirty="0">
                <a:solidFill>
                  <a:srgbClr val="2B3033"/>
                </a:solidFill>
                <a:latin typeface="Arial" pitchFamily="34" charset="0"/>
                <a:ea typeface="Arial" pitchFamily="34" charset="-122"/>
                <a:cs typeface="Arial" pitchFamily="34" charset="-120"/>
              </a:rPr>
              <a:t>• Relatie tot andere zaken?</a:t>
            </a:r>
            <a:endParaRPr lang="en-US" sz="1200" dirty="0"/>
          </a:p>
          <a:p>
            <a:pPr marL="0" indent="0">
              <a:lnSpc>
                <a:spcPts val="1400"/>
              </a:lnSpc>
              <a:buNone/>
            </a:pPr>
            <a:r>
              <a:rPr lang="en-US" sz="1200" dirty="0">
                <a:solidFill>
                  <a:srgbClr val="2B3033"/>
                </a:solidFill>
                <a:latin typeface="Arial" pitchFamily="34" charset="0"/>
                <a:ea typeface="Arial" pitchFamily="34" charset="-122"/>
                <a:cs typeface="Arial" pitchFamily="34" charset="-120"/>
              </a:rPr>
              <a:t>• Hoeveelheid data?</a:t>
            </a:r>
          </a:p>
          <a:p>
            <a:pPr>
              <a:lnSpc>
                <a:spcPts val="1400"/>
              </a:lnSpc>
            </a:pPr>
            <a:r>
              <a:rPr lang="en-US" sz="1200" dirty="0">
                <a:solidFill>
                  <a:srgbClr val="2B3033"/>
                </a:solidFill>
                <a:latin typeface="Arial" pitchFamily="34" charset="0"/>
                <a:ea typeface="Arial" pitchFamily="34" charset="-122"/>
                <a:cs typeface="Arial" pitchFamily="34" charset="-120"/>
              </a:rPr>
              <a:t>• </a:t>
            </a:r>
            <a:r>
              <a:rPr lang="en-US" sz="1200" dirty="0" err="1">
                <a:solidFill>
                  <a:srgbClr val="2B3033"/>
                </a:solidFill>
                <a:latin typeface="Arial" pitchFamily="34" charset="0"/>
                <a:ea typeface="Arial" pitchFamily="34" charset="-122"/>
                <a:cs typeface="Arial" pitchFamily="34" charset="-120"/>
              </a:rPr>
              <a:t>Hoeveel</a:t>
            </a:r>
            <a:r>
              <a:rPr lang="en-US" sz="1200" dirty="0">
                <a:solidFill>
                  <a:srgbClr val="2B3033"/>
                </a:solidFill>
                <a:latin typeface="Arial" pitchFamily="34" charset="0"/>
                <a:ea typeface="Arial" pitchFamily="34" charset="-122"/>
                <a:cs typeface="Arial" pitchFamily="34" charset="-120"/>
              </a:rPr>
              <a:t> </a:t>
            </a:r>
            <a:r>
              <a:rPr lang="en-US" sz="1200" dirty="0" err="1">
                <a:solidFill>
                  <a:srgbClr val="2B3033"/>
                </a:solidFill>
                <a:latin typeface="Arial" pitchFamily="34" charset="0"/>
                <a:ea typeface="Arial" pitchFamily="34" charset="-122"/>
                <a:cs typeface="Arial" pitchFamily="34" charset="-120"/>
              </a:rPr>
              <a:t>en</a:t>
            </a:r>
            <a:r>
              <a:rPr lang="en-US" sz="1200" dirty="0">
                <a:solidFill>
                  <a:srgbClr val="2B3033"/>
                </a:solidFill>
                <a:latin typeface="Arial" pitchFamily="34" charset="0"/>
                <a:ea typeface="Arial" pitchFamily="34" charset="-122"/>
                <a:cs typeface="Arial" pitchFamily="34" charset="-120"/>
              </a:rPr>
              <a:t> </a:t>
            </a:r>
            <a:r>
              <a:rPr lang="en-US" sz="1200" dirty="0" err="1">
                <a:solidFill>
                  <a:srgbClr val="2B3033"/>
                </a:solidFill>
                <a:latin typeface="Arial" pitchFamily="34" charset="0"/>
                <a:ea typeface="Arial" pitchFamily="34" charset="-122"/>
                <a:cs typeface="Arial" pitchFamily="34" charset="-120"/>
              </a:rPr>
              <a:t>welke</a:t>
            </a:r>
            <a:r>
              <a:rPr lang="en-US" sz="1200" dirty="0">
                <a:solidFill>
                  <a:srgbClr val="2B3033"/>
                </a:solidFill>
                <a:latin typeface="Arial" pitchFamily="34" charset="0"/>
                <a:ea typeface="Arial" pitchFamily="34" charset="-122"/>
                <a:cs typeface="Arial" pitchFamily="34" charset="-120"/>
              </a:rPr>
              <a:t> </a:t>
            </a:r>
            <a:r>
              <a:rPr lang="en-US" sz="1200" dirty="0" err="1">
                <a:solidFill>
                  <a:srgbClr val="2B3033"/>
                </a:solidFill>
                <a:latin typeface="Arial" pitchFamily="34" charset="0"/>
                <a:ea typeface="Arial" pitchFamily="34" charset="-122"/>
                <a:cs typeface="Arial" pitchFamily="34" charset="-120"/>
              </a:rPr>
              <a:t>zaaktypen</a:t>
            </a:r>
            <a:r>
              <a:rPr lang="en-US" sz="1200" dirty="0">
                <a:solidFill>
                  <a:srgbClr val="2B3033"/>
                </a:solidFill>
                <a:latin typeface="Arial" pitchFamily="34" charset="0"/>
                <a:ea typeface="Arial" pitchFamily="34" charset="-122"/>
                <a:cs typeface="Arial" pitchFamily="34" charset="-120"/>
              </a:rPr>
              <a:t>?</a:t>
            </a:r>
            <a:endParaRPr lang="en-US" sz="1200" dirty="0"/>
          </a:p>
        </p:txBody>
      </p:sp>
      <p:sp>
        <p:nvSpPr>
          <p:cNvPr id="28" name="Shape 9">
            <a:extLst>
              <a:ext uri="{FF2B5EF4-FFF2-40B4-BE49-F238E27FC236}">
                <a16:creationId xmlns:a16="http://schemas.microsoft.com/office/drawing/2014/main" id="{D4150EC5-73B1-97AA-DC98-10C90B43CA29}"/>
              </a:ext>
            </a:extLst>
          </p:cNvPr>
          <p:cNvSpPr/>
          <p:nvPr/>
        </p:nvSpPr>
        <p:spPr>
          <a:xfrm>
            <a:off x="502920" y="2087880"/>
            <a:ext cx="3544824" cy="64008"/>
          </a:xfrm>
          <a:prstGeom prst="rect">
            <a:avLst/>
          </a:prstGeom>
          <a:solidFill>
            <a:srgbClr val="E76734"/>
          </a:solidFill>
          <a:ln/>
        </p:spPr>
        <p:txBody>
          <a:bodyPr/>
          <a:lstStyle/>
          <a:p>
            <a:endParaRPr lang="nl-NL"/>
          </a:p>
        </p:txBody>
      </p:sp>
      <p:sp>
        <p:nvSpPr>
          <p:cNvPr id="30" name="Shape 18">
            <a:extLst>
              <a:ext uri="{FF2B5EF4-FFF2-40B4-BE49-F238E27FC236}">
                <a16:creationId xmlns:a16="http://schemas.microsoft.com/office/drawing/2014/main" id="{FCE4ADEA-E41D-D24D-5526-F9EE7A2F950B}"/>
              </a:ext>
            </a:extLst>
          </p:cNvPr>
          <p:cNvSpPr/>
          <p:nvPr/>
        </p:nvSpPr>
        <p:spPr>
          <a:xfrm>
            <a:off x="4322064" y="2087880"/>
            <a:ext cx="3544824" cy="64008"/>
          </a:xfrm>
          <a:prstGeom prst="rect">
            <a:avLst/>
          </a:prstGeom>
          <a:solidFill>
            <a:srgbClr val="89CDF2"/>
          </a:solidFill>
          <a:ln/>
        </p:spPr>
        <p:txBody>
          <a:bodyPr/>
          <a:lstStyle/>
          <a:p>
            <a:endParaRPr lang="nl-NL"/>
          </a:p>
        </p:txBody>
      </p:sp>
      <p:sp>
        <p:nvSpPr>
          <p:cNvPr id="32" name="Shape 27">
            <a:extLst>
              <a:ext uri="{FF2B5EF4-FFF2-40B4-BE49-F238E27FC236}">
                <a16:creationId xmlns:a16="http://schemas.microsoft.com/office/drawing/2014/main" id="{25E1D2C1-1F04-B9AF-635E-9C72CCFE9E27}"/>
              </a:ext>
            </a:extLst>
          </p:cNvPr>
          <p:cNvSpPr/>
          <p:nvPr/>
        </p:nvSpPr>
        <p:spPr>
          <a:xfrm>
            <a:off x="8141208" y="2087880"/>
            <a:ext cx="3544824" cy="64008"/>
          </a:xfrm>
          <a:prstGeom prst="rect">
            <a:avLst/>
          </a:prstGeom>
          <a:solidFill>
            <a:srgbClr val="003362"/>
          </a:solidFill>
          <a:ln/>
        </p:spPr>
        <p:txBody>
          <a:bodyPr/>
          <a:lstStyle/>
          <a:p>
            <a:endParaRPr lang="nl-NL"/>
          </a:p>
        </p:txBody>
      </p:sp>
      <p:sp>
        <p:nvSpPr>
          <p:cNvPr id="18" name="Text 16"/>
          <p:cNvSpPr/>
          <p:nvPr/>
        </p:nvSpPr>
        <p:spPr>
          <a:xfrm>
            <a:off x="8395509" y="2724912"/>
            <a:ext cx="3112008" cy="1920240"/>
          </a:xfrm>
          <a:prstGeom prst="rect">
            <a:avLst/>
          </a:prstGeom>
          <a:noFill/>
          <a:ln/>
        </p:spPr>
        <p:txBody>
          <a:bodyPr wrap="square" lIns="91440" tIns="45720" rIns="91440" bIns="45720" rtlCol="0" anchor="t"/>
          <a:lstStyle/>
          <a:p>
            <a:pPr marL="0" indent="0">
              <a:lnSpc>
                <a:spcPts val="1400"/>
              </a:lnSpc>
              <a:buNone/>
            </a:pP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Wordt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een</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resultaat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vastgelegd</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Waar</a:t>
            </a:r>
            <a:r>
              <a:rPr lang="en-US" sz="1200" dirty="0">
                <a:solidFill>
                  <a:srgbClr val="2B3033"/>
                </a:solidFill>
                <a:latin typeface="Arial"/>
                <a:ea typeface="Arial" pitchFamily="34" charset="-122"/>
                <a:cs typeface="Arial"/>
              </a:rPr>
              <a:t>?</a:t>
            </a:r>
            <a:endParaRPr lang="en-US" sz="1200" dirty="0">
              <a:latin typeface="Arial"/>
              <a:cs typeface="Arial"/>
            </a:endParaRPr>
          </a:p>
          <a:p>
            <a:pPr marL="0" indent="0">
              <a:lnSpc>
                <a:spcPts val="1400"/>
              </a:lnSpc>
              <a:buNone/>
            </a:pPr>
            <a:r>
              <a:rPr lang="en-US" sz="1200" dirty="0">
                <a:solidFill>
                  <a:srgbClr val="2B3033"/>
                </a:solidFill>
                <a:latin typeface="Arial" pitchFamily="34" charset="0"/>
                <a:ea typeface="Arial" pitchFamily="34" charset="-122"/>
                <a:cs typeface="Arial" pitchFamily="34" charset="-120"/>
              </a:rPr>
              <a:t>• Welke metadata?</a:t>
            </a:r>
            <a:endParaRPr lang="en-US" sz="1200" dirty="0"/>
          </a:p>
          <a:p>
            <a:pPr marL="0" indent="0">
              <a:lnSpc>
                <a:spcPts val="1400"/>
              </a:lnSpc>
              <a:buNone/>
            </a:pPr>
            <a:r>
              <a:rPr lang="en-US" sz="1200" dirty="0">
                <a:solidFill>
                  <a:srgbClr val="2B3033"/>
                </a:solidFill>
                <a:latin typeface="Arial" pitchFamily="34" charset="0"/>
                <a:ea typeface="Arial" pitchFamily="34" charset="-122"/>
                <a:cs typeface="Arial" pitchFamily="34" charset="-120"/>
              </a:rPr>
              <a:t>• Documenten koppelen?</a:t>
            </a:r>
            <a:endParaRPr lang="en-US" sz="1200" dirty="0"/>
          </a:p>
          <a:p>
            <a:pPr marL="0" indent="0">
              <a:lnSpc>
                <a:spcPts val="1400"/>
              </a:lnSpc>
              <a:buNone/>
            </a:pPr>
            <a:r>
              <a:rPr lang="en-US" sz="1200" dirty="0">
                <a:solidFill>
                  <a:srgbClr val="2B3033"/>
                </a:solidFill>
                <a:latin typeface="Arial"/>
                <a:ea typeface="Arial" pitchFamily="34" charset="-122"/>
                <a:cs typeface="Arial"/>
              </a:rPr>
              <a:t>• Wat </a:t>
            </a:r>
            <a:r>
              <a:rPr lang="en-US" sz="1200" dirty="0" err="1">
                <a:solidFill>
                  <a:srgbClr val="2B3033"/>
                </a:solidFill>
                <a:latin typeface="Arial"/>
                <a:ea typeface="Arial" pitchFamily="34" charset="-122"/>
                <a:cs typeface="Arial"/>
              </a:rPr>
              <a:t>gebeurt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hierna</a:t>
            </a:r>
            <a:r>
              <a:rPr lang="en-US" sz="1200" dirty="0">
                <a:solidFill>
                  <a:srgbClr val="2B3033"/>
                </a:solidFill>
                <a:latin typeface="Arial"/>
                <a:ea typeface="Arial" pitchFamily="34" charset="-122"/>
                <a:cs typeface="Arial"/>
              </a:rPr>
              <a:t> met </a:t>
            </a:r>
            <a:r>
              <a:rPr lang="en-US" sz="1200" dirty="0" err="1">
                <a:solidFill>
                  <a:srgbClr val="2B3033"/>
                </a:solidFill>
                <a:latin typeface="Arial"/>
                <a:ea typeface="Arial" pitchFamily="34" charset="-122"/>
                <a:cs typeface="Arial"/>
              </a:rPr>
              <a:t>dit</a:t>
            </a:r>
            <a:r>
              <a:rPr lang="en-US" sz="1200" dirty="0">
                <a:solidFill>
                  <a:srgbClr val="2B3033"/>
                </a:solidFill>
                <a:latin typeface="Arial"/>
                <a:ea typeface="Arial" pitchFamily="34" charset="-122"/>
                <a:cs typeface="Arial"/>
              </a:rPr>
              <a:t> </a:t>
            </a:r>
            <a:r>
              <a:rPr lang="en-US" sz="1200" dirty="0" err="1">
                <a:solidFill>
                  <a:srgbClr val="2B3033"/>
                </a:solidFill>
                <a:latin typeface="Arial"/>
                <a:ea typeface="Arial" pitchFamily="34" charset="-122"/>
                <a:cs typeface="Arial"/>
              </a:rPr>
              <a:t>resultaat</a:t>
            </a:r>
            <a:r>
              <a:rPr lang="en-US" sz="1200" dirty="0">
                <a:solidFill>
                  <a:srgbClr val="2B3033"/>
                </a:solidFill>
                <a:latin typeface="Arial"/>
                <a:ea typeface="Arial" pitchFamily="34" charset="-122"/>
                <a:cs typeface="Arial"/>
              </a:rPr>
              <a:t>?</a:t>
            </a:r>
            <a:endParaRPr lang="en-US" sz="1200" dirty="0">
              <a:latin typeface="Arial"/>
              <a:cs typeface="Arial"/>
            </a:endParaRPr>
          </a:p>
        </p:txBody>
      </p:sp>
      <p:sp>
        <p:nvSpPr>
          <p:cNvPr id="26" name="Shape 28">
            <a:extLst>
              <a:ext uri="{FF2B5EF4-FFF2-40B4-BE49-F238E27FC236}">
                <a16:creationId xmlns:a16="http://schemas.microsoft.com/office/drawing/2014/main" id="{E8DA322F-A22C-321D-DF67-77427A852F56}"/>
              </a:ext>
            </a:extLst>
          </p:cNvPr>
          <p:cNvSpPr/>
          <p:nvPr/>
        </p:nvSpPr>
        <p:spPr>
          <a:xfrm>
            <a:off x="4418954" y="5168049"/>
            <a:ext cx="3354091" cy="1051560"/>
          </a:xfrm>
          <a:prstGeom prst="roundRect">
            <a:avLst>
              <a:gd name="adj" fmla="val 9412"/>
            </a:avLst>
          </a:prstGeom>
          <a:solidFill>
            <a:srgbClr val="E8F4FC"/>
          </a:solidFill>
          <a:ln w="12700">
            <a:solidFill>
              <a:srgbClr val="89CDF2"/>
            </a:solidFill>
            <a:prstDash val="dash"/>
          </a:ln>
        </p:spPr>
        <p:txBody>
          <a:bodyPr/>
          <a:lstStyle/>
          <a:p>
            <a:endParaRPr lang="nl-NL"/>
          </a:p>
        </p:txBody>
      </p:sp>
      <p:sp>
        <p:nvSpPr>
          <p:cNvPr id="29" name="Text 29">
            <a:extLst>
              <a:ext uri="{FF2B5EF4-FFF2-40B4-BE49-F238E27FC236}">
                <a16:creationId xmlns:a16="http://schemas.microsoft.com/office/drawing/2014/main" id="{FA3174F1-8D4B-03E9-1ACB-1204EEADDED1}"/>
              </a:ext>
            </a:extLst>
          </p:cNvPr>
          <p:cNvSpPr/>
          <p:nvPr/>
        </p:nvSpPr>
        <p:spPr>
          <a:xfrm>
            <a:off x="4440592" y="5250082"/>
            <a:ext cx="3350466" cy="219456"/>
          </a:xfrm>
          <a:prstGeom prst="rect">
            <a:avLst/>
          </a:prstGeom>
          <a:noFill/>
          <a:ln/>
        </p:spPr>
        <p:txBody>
          <a:bodyPr wrap="square" rtlCol="0" anchor="ctr"/>
          <a:lstStyle/>
          <a:p>
            <a:pPr marL="0" indent="0">
              <a:buNone/>
            </a:pPr>
            <a:r>
              <a:rPr lang="en-US" sz="1000" b="1" kern="0" spc="80" dirty="0">
                <a:solidFill>
                  <a:srgbClr val="003362"/>
                </a:solidFill>
                <a:latin typeface="Arial" pitchFamily="34" charset="0"/>
                <a:ea typeface="Arial" pitchFamily="34" charset="-122"/>
                <a:cs typeface="Arial" pitchFamily="34" charset="-120"/>
              </a:rPr>
              <a:t>DOORLOPEND TIJDENS ZAAKAFHANDELING</a:t>
            </a:r>
            <a:endParaRPr lang="en-US" sz="1000" dirty="0"/>
          </a:p>
        </p:txBody>
      </p:sp>
      <p:sp>
        <p:nvSpPr>
          <p:cNvPr id="33" name="Text 30">
            <a:extLst>
              <a:ext uri="{FF2B5EF4-FFF2-40B4-BE49-F238E27FC236}">
                <a16:creationId xmlns:a16="http://schemas.microsoft.com/office/drawing/2014/main" id="{646BA0BD-9E81-0F4E-1170-D4926F1DB4F1}"/>
              </a:ext>
            </a:extLst>
          </p:cNvPr>
          <p:cNvSpPr/>
          <p:nvPr/>
        </p:nvSpPr>
        <p:spPr>
          <a:xfrm>
            <a:off x="4440592" y="5469538"/>
            <a:ext cx="3350466" cy="438912"/>
          </a:xfrm>
          <a:prstGeom prst="rect">
            <a:avLst/>
          </a:prstGeom>
          <a:noFill/>
          <a:ln/>
        </p:spPr>
        <p:txBody>
          <a:bodyPr wrap="square" lIns="91440" tIns="45720" rIns="91440" bIns="45720" rtlCol="0" anchor="t"/>
          <a:lstStyle/>
          <a:p>
            <a:pPr>
              <a:lnSpc>
                <a:spcPts val="1250"/>
              </a:lnSpc>
            </a:pPr>
            <a:r>
              <a:rPr lang="en-US" sz="1050" i="1" dirty="0">
                <a:solidFill>
                  <a:srgbClr val="2B3033"/>
                </a:solidFill>
                <a:latin typeface="Arial"/>
                <a:ea typeface="Arial" pitchFamily="34" charset="-122"/>
                <a:cs typeface="Arial"/>
              </a:rPr>
              <a:t>Data-</a:t>
            </a:r>
            <a:r>
              <a:rPr lang="en-US" sz="1050" i="1" dirty="0" err="1">
                <a:solidFill>
                  <a:srgbClr val="2B3033"/>
                </a:solidFill>
                <a:latin typeface="Arial"/>
                <a:ea typeface="Arial" pitchFamily="34" charset="-122"/>
                <a:cs typeface="Arial"/>
              </a:rPr>
              <a:t>opslag</a:t>
            </a:r>
            <a:r>
              <a:rPr lang="en-US" sz="1050" i="1" dirty="0">
                <a:solidFill>
                  <a:srgbClr val="2B3033"/>
                </a:solidFill>
                <a:latin typeface="Arial"/>
                <a:ea typeface="Arial" pitchFamily="34" charset="-122"/>
                <a:cs typeface="Arial"/>
              </a:rPr>
              <a:t>: </a:t>
            </a:r>
            <a:r>
              <a:rPr lang="en-US" sz="1050" i="1" dirty="0" err="1">
                <a:solidFill>
                  <a:srgbClr val="2B3033"/>
                </a:solidFill>
                <a:latin typeface="Arial"/>
                <a:ea typeface="Arial" pitchFamily="34" charset="-122"/>
                <a:cs typeface="Arial"/>
              </a:rPr>
              <a:t>vastgelegd</a:t>
            </a:r>
            <a:r>
              <a:rPr lang="en-US" sz="1050" i="1" dirty="0">
                <a:solidFill>
                  <a:srgbClr val="2B3033"/>
                </a:solidFill>
                <a:latin typeface="Arial"/>
                <a:ea typeface="Arial" pitchFamily="34" charset="-122"/>
                <a:cs typeface="Arial"/>
              </a:rPr>
              <a:t> </a:t>
            </a:r>
            <a:r>
              <a:rPr lang="en-US" sz="1050" i="1" dirty="0" err="1">
                <a:solidFill>
                  <a:srgbClr val="2B3033"/>
                </a:solidFill>
                <a:latin typeface="Arial"/>
                <a:ea typeface="Arial" pitchFamily="34" charset="-122"/>
                <a:cs typeface="Arial"/>
              </a:rPr>
              <a:t>als</a:t>
            </a:r>
            <a:r>
              <a:rPr lang="en-US" sz="1050" i="1" dirty="0">
                <a:solidFill>
                  <a:srgbClr val="2B3033"/>
                </a:solidFill>
                <a:latin typeface="Arial"/>
                <a:ea typeface="Arial" pitchFamily="34" charset="-122"/>
                <a:cs typeface="Arial"/>
              </a:rPr>
              <a:t> </a:t>
            </a:r>
            <a:r>
              <a:rPr lang="en-US" sz="1050" i="1" dirty="0" err="1">
                <a:solidFill>
                  <a:srgbClr val="2B3033"/>
                </a:solidFill>
                <a:latin typeface="Arial"/>
                <a:ea typeface="Arial" pitchFamily="34" charset="-122"/>
                <a:cs typeface="Arial"/>
              </a:rPr>
              <a:t>Zaakdetail</a:t>
            </a:r>
            <a:r>
              <a:rPr lang="en-US" sz="1050" i="1" dirty="0">
                <a:solidFill>
                  <a:srgbClr val="2B3033"/>
                </a:solidFill>
                <a:latin typeface="Arial"/>
                <a:ea typeface="Arial" pitchFamily="34" charset="-122"/>
                <a:cs typeface="Arial"/>
              </a:rPr>
              <a:t> </a:t>
            </a:r>
            <a:r>
              <a:rPr lang="en-US" sz="1050" i="1" dirty="0" err="1">
                <a:solidFill>
                  <a:srgbClr val="2B3033"/>
                </a:solidFill>
                <a:latin typeface="Arial"/>
                <a:ea typeface="Arial" pitchFamily="34" charset="-122"/>
                <a:cs typeface="Arial"/>
              </a:rPr>
              <a:t>en</a:t>
            </a:r>
            <a:r>
              <a:rPr lang="en-US" sz="1050" i="1" dirty="0">
                <a:solidFill>
                  <a:srgbClr val="2B3033"/>
                </a:solidFill>
                <a:latin typeface="Arial"/>
                <a:ea typeface="Arial" pitchFamily="34" charset="-122"/>
                <a:cs typeface="Arial"/>
              </a:rPr>
              <a:t> in </a:t>
            </a:r>
            <a:r>
              <a:rPr lang="en-US" sz="1050" i="1" dirty="0" err="1">
                <a:solidFill>
                  <a:srgbClr val="2B3033"/>
                </a:solidFill>
                <a:latin typeface="Arial"/>
                <a:ea typeface="Arial" pitchFamily="34" charset="-122"/>
                <a:cs typeface="Arial"/>
              </a:rPr>
              <a:t>Domeinregistratie</a:t>
            </a:r>
            <a:r>
              <a:rPr lang="en-US" sz="1050" i="1" dirty="0">
                <a:solidFill>
                  <a:srgbClr val="2B3033"/>
                </a:solidFill>
                <a:latin typeface="Arial"/>
                <a:ea typeface="Arial" pitchFamily="34" charset="-122"/>
                <a:cs typeface="Arial"/>
              </a:rPr>
              <a:t>, </a:t>
            </a:r>
            <a:r>
              <a:rPr lang="en-US" sz="1050" i="1" dirty="0" err="1">
                <a:solidFill>
                  <a:srgbClr val="2B3033"/>
                </a:solidFill>
                <a:latin typeface="Arial"/>
                <a:ea typeface="Arial" pitchFamily="34" charset="-122"/>
                <a:cs typeface="Arial"/>
              </a:rPr>
              <a:t>doorlopend</a:t>
            </a:r>
            <a:r>
              <a:rPr lang="en-US" sz="1050" i="1" dirty="0">
                <a:solidFill>
                  <a:srgbClr val="2B3033"/>
                </a:solidFill>
                <a:latin typeface="Arial"/>
                <a:ea typeface="Arial" pitchFamily="34" charset="-122"/>
                <a:cs typeface="Arial"/>
              </a:rPr>
              <a:t> bijgewerkt terwijl de zaak wordt behandeld.</a:t>
            </a:r>
            <a:endParaRPr lang="en-US" sz="1050" dirty="0">
              <a:latin typeface="Arial"/>
              <a:cs typeface="Arial"/>
            </a:endParaRPr>
          </a:p>
        </p:txBody>
      </p:sp>
      <p:sp>
        <p:nvSpPr>
          <p:cNvPr id="35" name="Shape 27">
            <a:extLst>
              <a:ext uri="{FF2B5EF4-FFF2-40B4-BE49-F238E27FC236}">
                <a16:creationId xmlns:a16="http://schemas.microsoft.com/office/drawing/2014/main" id="{5A0EF8DA-979B-5E80-B18F-7D3BFD41A8C6}"/>
              </a:ext>
            </a:extLst>
          </p:cNvPr>
          <p:cNvSpPr/>
          <p:nvPr/>
        </p:nvSpPr>
        <p:spPr>
          <a:xfrm>
            <a:off x="6108954" y="4846320"/>
            <a:ext cx="0" cy="228600"/>
          </a:xfrm>
          <a:prstGeom prst="line">
            <a:avLst/>
          </a:prstGeom>
          <a:noFill/>
          <a:ln w="19050">
            <a:solidFill>
              <a:srgbClr val="89CDF2"/>
            </a:solidFill>
            <a:prstDash val="dash"/>
          </a:ln>
        </p:spPr>
        <p:txBody>
          <a:bodyPr/>
          <a:lstStyle/>
          <a:p>
            <a:endParaRPr lang="nl-NL"/>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FUNCTIONELE INVULLING — DATA</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Data: entiteiten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ea typeface="Calibri" panose="020F0502020204030204"/>
              <a:cs typeface="Calibri" panose="020F0502020204030204"/>
            </a:endParaRPr>
          </a:p>
        </p:txBody>
      </p:sp>
      <p:sp>
        <p:nvSpPr>
          <p:cNvPr id="7" name="Text 5"/>
          <p:cNvSpPr/>
          <p:nvPr/>
        </p:nvSpPr>
        <p:spPr>
          <a:xfrm>
            <a:off x="502920" y="1051560"/>
            <a:ext cx="10972800" cy="457200"/>
          </a:xfrm>
          <a:prstGeom prst="rect">
            <a:avLst/>
          </a:prstGeom>
          <a:noFill/>
          <a:ln/>
        </p:spPr>
        <p:txBody>
          <a:bodyPr wrap="square" lIns="91440" tIns="45720" rIns="91440" bIns="45720" rtlCol="0" anchor="ctr"/>
          <a:lstStyle/>
          <a:p>
            <a:pPr marL="0" indent="0">
              <a:lnSpc>
                <a:spcPts val="1400"/>
              </a:lnSpc>
              <a:buNone/>
            </a:pPr>
            <a:r>
              <a:rPr lang="en-US" sz="1200" i="1" dirty="0">
                <a:solidFill>
                  <a:srgbClr val="6B7680"/>
                </a:solidFill>
                <a:latin typeface="Arial"/>
                <a:ea typeface="Arial" pitchFamily="34" charset="-122"/>
                <a:cs typeface="Arial"/>
              </a:rPr>
              <a:t>Door </a:t>
            </a:r>
            <a:r>
              <a:rPr lang="en-US" sz="1200" i="1" dirty="0" err="1">
                <a:solidFill>
                  <a:srgbClr val="6B7680"/>
                </a:solidFill>
                <a:latin typeface="Arial"/>
                <a:ea typeface="Arial" pitchFamily="34" charset="-122"/>
                <a:cs typeface="Arial"/>
              </a:rPr>
              <a:t>entiteiten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onderliggende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onderdelen</a:t>
            </a:r>
            <a:r>
              <a:rPr lang="en-US" sz="1200" i="1" dirty="0">
                <a:solidFill>
                  <a:srgbClr val="6B7680"/>
                </a:solidFill>
                <a:latin typeface="Arial"/>
                <a:ea typeface="Arial" pitchFamily="34" charset="-122"/>
                <a:cs typeface="Arial"/>
              </a:rPr>
              <a:t> in </a:t>
            </a:r>
            <a:r>
              <a:rPr lang="en-US" sz="1200" i="1" dirty="0" err="1">
                <a:solidFill>
                  <a:srgbClr val="6B7680"/>
                </a:solidFill>
                <a:latin typeface="Arial"/>
                <a:ea typeface="Arial" pitchFamily="34" charset="-122"/>
                <a:cs typeface="Arial"/>
              </a:rPr>
              <a:t>kaart</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te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brengen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wordt</a:t>
            </a:r>
            <a:r>
              <a:rPr lang="en-US" sz="1200" i="1" dirty="0">
                <a:solidFill>
                  <a:srgbClr val="6B7680"/>
                </a:solidFill>
                <a:latin typeface="Arial"/>
                <a:ea typeface="Arial" pitchFamily="34" charset="-122"/>
                <a:cs typeface="Arial"/>
              </a:rPr>
              <a:t> de </a:t>
            </a:r>
            <a:r>
              <a:rPr lang="en-US" sz="1200" i="1" dirty="0" err="1">
                <a:solidFill>
                  <a:srgbClr val="6B7680"/>
                </a:solidFill>
                <a:latin typeface="Arial"/>
                <a:ea typeface="Arial" pitchFamily="34" charset="-122"/>
                <a:cs typeface="Arial"/>
              </a:rPr>
              <a:t>structuur</a:t>
            </a:r>
            <a:r>
              <a:rPr lang="en-US" sz="1200" i="1" dirty="0">
                <a:solidFill>
                  <a:srgbClr val="6B7680"/>
                </a:solidFill>
                <a:latin typeface="Arial"/>
                <a:ea typeface="Arial" pitchFamily="34" charset="-122"/>
                <a:cs typeface="Arial"/>
              </a:rPr>
              <a:t> van </a:t>
            </a:r>
            <a:r>
              <a:rPr lang="en-US" sz="1200" i="1" dirty="0" err="1">
                <a:solidFill>
                  <a:srgbClr val="6B7680"/>
                </a:solidFill>
                <a:latin typeface="Arial"/>
                <a:ea typeface="Arial" pitchFamily="34" charset="-122"/>
                <a:cs typeface="Arial"/>
              </a:rPr>
              <a:t>informatie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duidelijk</a:t>
            </a:r>
            <a:r>
              <a:rPr lang="en-US" sz="1200" i="1" dirty="0">
                <a:solidFill>
                  <a:srgbClr val="6B7680"/>
                </a:solidFill>
                <a:latin typeface="Arial"/>
                <a:ea typeface="Arial" pitchFamily="34" charset="-122"/>
                <a:cs typeface="Arial"/>
              </a:rPr>
              <a:t>.</a:t>
            </a:r>
            <a:endParaRPr lang="en-US" sz="1200" dirty="0">
              <a:latin typeface="Arial"/>
              <a:cs typeface="Arial"/>
            </a:endParaRPr>
          </a:p>
        </p:txBody>
      </p:sp>
      <p:sp>
        <p:nvSpPr>
          <p:cNvPr id="8" name="Text 6"/>
          <p:cNvSpPr/>
          <p:nvPr/>
        </p:nvSpPr>
        <p:spPr>
          <a:xfrm>
            <a:off x="502920" y="1554480"/>
            <a:ext cx="10972800" cy="365760"/>
          </a:xfrm>
          <a:prstGeom prst="rect">
            <a:avLst/>
          </a:prstGeom>
          <a:noFill/>
          <a:ln/>
        </p:spPr>
        <p:txBody>
          <a:bodyPr wrap="square" lIns="91440" tIns="45720" rIns="91440" bIns="45720" rtlCol="0" anchor="ctr"/>
          <a:lstStyle/>
          <a:p>
            <a:pPr marL="0" indent="0">
              <a:buNone/>
            </a:pPr>
            <a:r>
              <a:rPr lang="en-US" sz="1400" b="1" dirty="0">
                <a:solidFill>
                  <a:srgbClr val="003362"/>
                </a:solidFill>
                <a:latin typeface="Arial"/>
                <a:ea typeface="Arial" pitchFamily="34" charset="-122"/>
                <a:cs typeface="Arial"/>
              </a:rPr>
              <a:t>Willen we </a:t>
            </a:r>
            <a:r>
              <a:rPr lang="en-US" sz="1400" b="1" dirty="0" err="1">
                <a:solidFill>
                  <a:srgbClr val="003362"/>
                </a:solidFill>
                <a:latin typeface="Arial"/>
                <a:ea typeface="Arial" pitchFamily="34" charset="-122"/>
                <a:cs typeface="Arial"/>
              </a:rPr>
              <a:t>een</a:t>
            </a:r>
            <a:r>
              <a:rPr lang="en-US" sz="1400" b="1" dirty="0">
                <a:solidFill>
                  <a:srgbClr val="003362"/>
                </a:solidFill>
                <a:latin typeface="Arial"/>
                <a:ea typeface="Arial" pitchFamily="34" charset="-122"/>
                <a:cs typeface="Arial"/>
              </a:rPr>
              <a:t> </a:t>
            </a:r>
            <a:r>
              <a:rPr lang="en-US" sz="1400" b="1" dirty="0" err="1">
                <a:solidFill>
                  <a:srgbClr val="003362"/>
                </a:solidFill>
                <a:latin typeface="Arial"/>
                <a:ea typeface="Arial" pitchFamily="34" charset="-122"/>
                <a:cs typeface="Arial"/>
              </a:rPr>
              <a:t>zaak</a:t>
            </a:r>
            <a:r>
              <a:rPr lang="en-US" sz="1400" b="1" dirty="0">
                <a:solidFill>
                  <a:srgbClr val="003362"/>
                </a:solidFill>
                <a:latin typeface="Arial"/>
                <a:ea typeface="Arial" pitchFamily="34" charset="-122"/>
                <a:cs typeface="Arial"/>
              </a:rPr>
              <a:t> </a:t>
            </a:r>
            <a:r>
              <a:rPr lang="en-US" sz="1400" b="1" dirty="0" err="1">
                <a:solidFill>
                  <a:srgbClr val="003362"/>
                </a:solidFill>
                <a:latin typeface="Arial"/>
                <a:ea typeface="Arial" pitchFamily="34" charset="-122"/>
                <a:cs typeface="Arial"/>
              </a:rPr>
              <a:t>starten</a:t>
            </a:r>
            <a:r>
              <a:rPr lang="en-US" sz="1400" b="1" dirty="0">
                <a:solidFill>
                  <a:srgbClr val="003362"/>
                </a:solidFill>
                <a:latin typeface="Arial"/>
                <a:ea typeface="Arial" pitchFamily="34" charset="-122"/>
                <a:cs typeface="Arial"/>
              </a:rPr>
              <a:t> </a:t>
            </a:r>
            <a:r>
              <a:rPr lang="en-US" sz="1400" b="1" dirty="0" err="1">
                <a:solidFill>
                  <a:srgbClr val="003362"/>
                </a:solidFill>
                <a:latin typeface="Arial"/>
                <a:ea typeface="Arial" pitchFamily="34" charset="-122"/>
                <a:cs typeface="Arial"/>
              </a:rPr>
              <a:t>voor</a:t>
            </a:r>
            <a:r>
              <a:rPr lang="en-US" sz="1400" b="1" dirty="0">
                <a:solidFill>
                  <a:srgbClr val="003362"/>
                </a:solidFill>
                <a:latin typeface="Arial"/>
                <a:ea typeface="Arial" pitchFamily="34" charset="-122"/>
                <a:cs typeface="Arial"/>
              </a:rPr>
              <a:t> </a:t>
            </a:r>
            <a:r>
              <a:rPr lang="en-US" sz="1400" b="1" dirty="0" err="1">
                <a:solidFill>
                  <a:srgbClr val="003362"/>
                </a:solidFill>
                <a:latin typeface="Arial"/>
                <a:ea typeface="Arial" pitchFamily="34" charset="-122"/>
                <a:cs typeface="Arial"/>
              </a:rPr>
              <a:t>een</a:t>
            </a:r>
            <a:r>
              <a:rPr lang="en-US" sz="1400" b="1" dirty="0">
                <a:solidFill>
                  <a:srgbClr val="003362"/>
                </a:solidFill>
                <a:latin typeface="Arial"/>
                <a:ea typeface="Arial" pitchFamily="34" charset="-122"/>
                <a:cs typeface="Arial"/>
              </a:rPr>
              <a:t> boom of </a:t>
            </a:r>
            <a:r>
              <a:rPr lang="en-US" sz="1400" b="1" dirty="0" err="1">
                <a:solidFill>
                  <a:srgbClr val="003362"/>
                </a:solidFill>
                <a:latin typeface="Arial"/>
                <a:ea typeface="Arial" pitchFamily="34" charset="-122"/>
                <a:cs typeface="Arial"/>
              </a:rPr>
              <a:t>een</a:t>
            </a:r>
            <a:r>
              <a:rPr lang="en-US" sz="1400" b="1" dirty="0">
                <a:solidFill>
                  <a:srgbClr val="003362"/>
                </a:solidFill>
                <a:latin typeface="Arial"/>
                <a:ea typeface="Arial" pitchFamily="34" charset="-122"/>
                <a:cs typeface="Arial"/>
              </a:rPr>
              <a:t> </a:t>
            </a:r>
            <a:r>
              <a:rPr lang="en-US" sz="1400" b="1" dirty="0" err="1">
                <a:solidFill>
                  <a:srgbClr val="003362"/>
                </a:solidFill>
                <a:latin typeface="Arial"/>
                <a:ea typeface="Arial" pitchFamily="34" charset="-122"/>
                <a:cs typeface="Arial"/>
              </a:rPr>
              <a:t>bos</a:t>
            </a:r>
            <a:r>
              <a:rPr lang="en-US" sz="1400" b="1" dirty="0">
                <a:solidFill>
                  <a:srgbClr val="003362"/>
                </a:solidFill>
                <a:latin typeface="Arial"/>
                <a:ea typeface="Arial" pitchFamily="34" charset="-122"/>
                <a:cs typeface="Arial"/>
              </a:rPr>
              <a:t>?</a:t>
            </a:r>
            <a:endParaRPr lang="en-US" sz="1400" dirty="0">
              <a:latin typeface="Arial"/>
              <a:cs typeface="Arial"/>
            </a:endParaRPr>
          </a:p>
        </p:txBody>
      </p:sp>
      <p:sp>
        <p:nvSpPr>
          <p:cNvPr id="9" name="Shape 7"/>
          <p:cNvSpPr/>
          <p:nvPr/>
        </p:nvSpPr>
        <p:spPr>
          <a:xfrm>
            <a:off x="1083921" y="2329086"/>
            <a:ext cx="1913636" cy="1991360"/>
          </a:xfrm>
          <a:prstGeom prst="roundRect">
            <a:avLst>
              <a:gd name="adj" fmla="val 4091"/>
            </a:avLst>
          </a:prstGeom>
          <a:solidFill>
            <a:srgbClr val="F5F8FA"/>
          </a:solidFill>
          <a:ln/>
        </p:spPr>
        <p:txBody>
          <a:bodyPr/>
          <a:lstStyle/>
          <a:p>
            <a:endParaRPr lang="nl-NL"/>
          </a:p>
        </p:txBody>
      </p:sp>
      <p:sp>
        <p:nvSpPr>
          <p:cNvPr id="10" name="Shape 8"/>
          <p:cNvSpPr/>
          <p:nvPr/>
        </p:nvSpPr>
        <p:spPr>
          <a:xfrm>
            <a:off x="1094081" y="2329086"/>
            <a:ext cx="1913636" cy="53848"/>
          </a:xfrm>
          <a:prstGeom prst="rect">
            <a:avLst/>
          </a:prstGeom>
          <a:solidFill>
            <a:srgbClr val="E76734"/>
          </a:solidFill>
          <a:ln/>
        </p:spPr>
        <p:txBody>
          <a:bodyPr/>
          <a:lstStyle/>
          <a:p>
            <a:endParaRPr lang="nl-NL"/>
          </a:p>
        </p:txBody>
      </p:sp>
      <p:sp>
        <p:nvSpPr>
          <p:cNvPr id="11" name="Text 9"/>
          <p:cNvSpPr/>
          <p:nvPr/>
        </p:nvSpPr>
        <p:spPr>
          <a:xfrm>
            <a:off x="1388721" y="2537366"/>
            <a:ext cx="4768596" cy="457200"/>
          </a:xfrm>
          <a:prstGeom prst="rect">
            <a:avLst/>
          </a:prstGeom>
          <a:noFill/>
          <a:ln/>
        </p:spPr>
        <p:txBody>
          <a:bodyPr wrap="square" rtlCol="0" anchor="ctr"/>
          <a:lstStyle/>
          <a:p>
            <a:pPr marL="0" indent="0">
              <a:buNone/>
            </a:pPr>
            <a:r>
              <a:rPr lang="en-US" sz="1600" b="1" dirty="0">
                <a:solidFill>
                  <a:srgbClr val="003362"/>
                </a:solidFill>
                <a:latin typeface="Arial" pitchFamily="34" charset="0"/>
                <a:ea typeface="Arial" pitchFamily="34" charset="-122"/>
                <a:cs typeface="Arial" pitchFamily="34" charset="-120"/>
              </a:rPr>
              <a:t>Een boom?</a:t>
            </a:r>
            <a:endParaRPr lang="en-US" sz="1600" dirty="0"/>
          </a:p>
        </p:txBody>
      </p:sp>
      <p:sp>
        <p:nvSpPr>
          <p:cNvPr id="12" name="Text 10"/>
          <p:cNvSpPr/>
          <p:nvPr/>
        </p:nvSpPr>
        <p:spPr>
          <a:xfrm>
            <a:off x="1388721" y="3086006"/>
            <a:ext cx="4768596" cy="274320"/>
          </a:xfrm>
          <a:prstGeom prst="rect">
            <a:avLst/>
          </a:prstGeom>
          <a:noFill/>
          <a:ln/>
        </p:spPr>
        <p:txBody>
          <a:bodyPr wrap="square" rtlCol="0" anchor="ctr"/>
          <a:lstStyle/>
          <a:p>
            <a:pPr marL="0" indent="0">
              <a:buNone/>
            </a:pPr>
            <a:r>
              <a:rPr lang="en-US" sz="1000" b="1" dirty="0">
                <a:solidFill>
                  <a:srgbClr val="E76734"/>
                </a:solidFill>
                <a:latin typeface="Arial" pitchFamily="34" charset="0"/>
                <a:ea typeface="Arial" pitchFamily="34" charset="-122"/>
                <a:cs typeface="Arial" pitchFamily="34" charset="-120"/>
              </a:rPr>
              <a:t>Attributen:</a:t>
            </a:r>
            <a:endParaRPr lang="en-US" sz="1000" dirty="0"/>
          </a:p>
        </p:txBody>
      </p:sp>
      <p:sp>
        <p:nvSpPr>
          <p:cNvPr id="13" name="Text 11"/>
          <p:cNvSpPr/>
          <p:nvPr/>
        </p:nvSpPr>
        <p:spPr>
          <a:xfrm>
            <a:off x="1388721" y="3360326"/>
            <a:ext cx="4768596" cy="822960"/>
          </a:xfrm>
          <a:prstGeom prst="rect">
            <a:avLst/>
          </a:prstGeom>
          <a:noFill/>
          <a:ln/>
        </p:spPr>
        <p:txBody>
          <a:bodyPr wrap="square" rtlCol="0" anchor="t"/>
          <a:lstStyle/>
          <a:p>
            <a:pPr marL="0" indent="0">
              <a:lnSpc>
                <a:spcPts val="1500"/>
              </a:lnSpc>
              <a:buNone/>
            </a:pPr>
            <a:r>
              <a:rPr lang="en-US" sz="1100" dirty="0">
                <a:solidFill>
                  <a:srgbClr val="2B3033"/>
                </a:solidFill>
                <a:latin typeface="Arial" pitchFamily="34" charset="0"/>
                <a:ea typeface="Arial" pitchFamily="34" charset="-122"/>
                <a:cs typeface="Arial" pitchFamily="34" charset="-120"/>
              </a:rPr>
              <a:t>• Bladeren</a:t>
            </a:r>
            <a:endParaRPr lang="en-US" sz="1100" dirty="0"/>
          </a:p>
          <a:p>
            <a:pPr marL="0" indent="0">
              <a:lnSpc>
                <a:spcPts val="1500"/>
              </a:lnSpc>
              <a:buNone/>
            </a:pPr>
            <a:r>
              <a:rPr lang="en-US" sz="1100" dirty="0">
                <a:solidFill>
                  <a:srgbClr val="2B3033"/>
                </a:solidFill>
                <a:latin typeface="Arial" pitchFamily="34" charset="0"/>
                <a:ea typeface="Arial" pitchFamily="34" charset="-122"/>
                <a:cs typeface="Arial" pitchFamily="34" charset="-120"/>
              </a:rPr>
              <a:t>• Takken</a:t>
            </a:r>
            <a:endParaRPr lang="en-US" sz="1100" dirty="0"/>
          </a:p>
          <a:p>
            <a:pPr marL="0" indent="0">
              <a:lnSpc>
                <a:spcPts val="1500"/>
              </a:lnSpc>
              <a:buNone/>
            </a:pPr>
            <a:r>
              <a:rPr lang="en-US" sz="1100" dirty="0">
                <a:solidFill>
                  <a:srgbClr val="2B3033"/>
                </a:solidFill>
                <a:latin typeface="Arial" pitchFamily="34" charset="0"/>
                <a:ea typeface="Arial" pitchFamily="34" charset="-122"/>
                <a:cs typeface="Arial" pitchFamily="34" charset="-120"/>
              </a:rPr>
              <a:t>• Hoogte</a:t>
            </a:r>
            <a:endParaRPr lang="en-US" sz="1100" dirty="0"/>
          </a:p>
        </p:txBody>
      </p:sp>
      <p:sp>
        <p:nvSpPr>
          <p:cNvPr id="15" name="Shape 13"/>
          <p:cNvSpPr/>
          <p:nvPr/>
        </p:nvSpPr>
        <p:spPr>
          <a:xfrm>
            <a:off x="8830150" y="2311024"/>
            <a:ext cx="1913636" cy="1971040"/>
          </a:xfrm>
          <a:prstGeom prst="roundRect">
            <a:avLst>
              <a:gd name="adj" fmla="val 4091"/>
            </a:avLst>
          </a:prstGeom>
          <a:solidFill>
            <a:srgbClr val="F5F8FA"/>
          </a:solidFill>
          <a:ln/>
        </p:spPr>
        <p:txBody>
          <a:bodyPr/>
          <a:lstStyle/>
          <a:p>
            <a:endParaRPr lang="nl-NL"/>
          </a:p>
        </p:txBody>
      </p:sp>
      <p:sp>
        <p:nvSpPr>
          <p:cNvPr id="16" name="Shape 14"/>
          <p:cNvSpPr/>
          <p:nvPr/>
        </p:nvSpPr>
        <p:spPr>
          <a:xfrm>
            <a:off x="8809830" y="2280544"/>
            <a:ext cx="1913636" cy="53848"/>
          </a:xfrm>
          <a:prstGeom prst="rect">
            <a:avLst/>
          </a:prstGeom>
          <a:solidFill>
            <a:srgbClr val="89CDF2"/>
          </a:solidFill>
          <a:ln/>
        </p:spPr>
        <p:txBody>
          <a:bodyPr/>
          <a:lstStyle/>
          <a:p>
            <a:endParaRPr lang="nl-NL"/>
          </a:p>
        </p:txBody>
      </p:sp>
      <p:sp>
        <p:nvSpPr>
          <p:cNvPr id="17" name="Text 15"/>
          <p:cNvSpPr/>
          <p:nvPr/>
        </p:nvSpPr>
        <p:spPr>
          <a:xfrm>
            <a:off x="9226390" y="2539624"/>
            <a:ext cx="1263396" cy="457200"/>
          </a:xfrm>
          <a:prstGeom prst="rect">
            <a:avLst/>
          </a:prstGeom>
          <a:noFill/>
          <a:ln/>
        </p:spPr>
        <p:txBody>
          <a:bodyPr wrap="square" rtlCol="0" anchor="ctr"/>
          <a:lstStyle/>
          <a:p>
            <a:pPr marL="0" indent="0">
              <a:buNone/>
            </a:pPr>
            <a:r>
              <a:rPr lang="en-US" sz="1600" b="1" dirty="0">
                <a:solidFill>
                  <a:srgbClr val="003362"/>
                </a:solidFill>
                <a:latin typeface="Arial" pitchFamily="34" charset="0"/>
                <a:ea typeface="Arial" pitchFamily="34" charset="-122"/>
                <a:cs typeface="Arial" pitchFamily="34" charset="-120"/>
              </a:rPr>
              <a:t>Een bos?</a:t>
            </a:r>
            <a:endParaRPr lang="en-US" sz="1600" dirty="0"/>
          </a:p>
        </p:txBody>
      </p:sp>
      <p:sp>
        <p:nvSpPr>
          <p:cNvPr id="18" name="Text 16"/>
          <p:cNvSpPr/>
          <p:nvPr/>
        </p:nvSpPr>
        <p:spPr>
          <a:xfrm>
            <a:off x="9226390" y="3088264"/>
            <a:ext cx="1263396" cy="274320"/>
          </a:xfrm>
          <a:prstGeom prst="rect">
            <a:avLst/>
          </a:prstGeom>
          <a:noFill/>
          <a:ln/>
        </p:spPr>
        <p:txBody>
          <a:bodyPr wrap="square" rtlCol="0" anchor="ctr"/>
          <a:lstStyle/>
          <a:p>
            <a:pPr marL="0" indent="0">
              <a:buNone/>
            </a:pPr>
            <a:r>
              <a:rPr lang="en-US" sz="1000" b="1" dirty="0">
                <a:solidFill>
                  <a:srgbClr val="89CDF2"/>
                </a:solidFill>
                <a:latin typeface="Arial" pitchFamily="34" charset="0"/>
                <a:ea typeface="Arial" pitchFamily="34" charset="-122"/>
                <a:cs typeface="Arial" pitchFamily="34" charset="-120"/>
              </a:rPr>
              <a:t>Attributen:</a:t>
            </a:r>
            <a:endParaRPr lang="en-US" sz="1000" dirty="0"/>
          </a:p>
        </p:txBody>
      </p:sp>
      <p:sp>
        <p:nvSpPr>
          <p:cNvPr id="19" name="Text 17"/>
          <p:cNvSpPr/>
          <p:nvPr/>
        </p:nvSpPr>
        <p:spPr>
          <a:xfrm>
            <a:off x="9226390" y="3362584"/>
            <a:ext cx="1263396" cy="822960"/>
          </a:xfrm>
          <a:prstGeom prst="rect">
            <a:avLst/>
          </a:prstGeom>
          <a:noFill/>
          <a:ln/>
        </p:spPr>
        <p:txBody>
          <a:bodyPr wrap="square" rtlCol="0" anchor="t"/>
          <a:lstStyle/>
          <a:p>
            <a:pPr marL="0" indent="0">
              <a:lnSpc>
                <a:spcPts val="1500"/>
              </a:lnSpc>
              <a:buNone/>
            </a:pPr>
            <a:r>
              <a:rPr lang="en-US" sz="1100" dirty="0">
                <a:solidFill>
                  <a:srgbClr val="2B3033"/>
                </a:solidFill>
                <a:latin typeface="Arial" pitchFamily="34" charset="0"/>
                <a:ea typeface="Arial" pitchFamily="34" charset="-122"/>
                <a:cs typeface="Arial" pitchFamily="34" charset="-120"/>
              </a:rPr>
              <a:t>• Bomen</a:t>
            </a:r>
            <a:endParaRPr lang="en-US" sz="1100" dirty="0"/>
          </a:p>
          <a:p>
            <a:pPr marL="0" indent="0">
              <a:lnSpc>
                <a:spcPts val="1500"/>
              </a:lnSpc>
              <a:buNone/>
            </a:pPr>
            <a:r>
              <a:rPr lang="en-US" sz="1100" dirty="0">
                <a:solidFill>
                  <a:srgbClr val="2B3033"/>
                </a:solidFill>
                <a:latin typeface="Arial" pitchFamily="34" charset="0"/>
                <a:ea typeface="Arial" pitchFamily="34" charset="-122"/>
                <a:cs typeface="Arial" pitchFamily="34" charset="-120"/>
              </a:rPr>
              <a:t>• Beren</a:t>
            </a:r>
            <a:endParaRPr lang="en-US" sz="1100" dirty="0"/>
          </a:p>
          <a:p>
            <a:pPr marL="0" indent="0">
              <a:lnSpc>
                <a:spcPts val="1500"/>
              </a:lnSpc>
              <a:buNone/>
            </a:pPr>
            <a:r>
              <a:rPr lang="en-US" sz="1100" dirty="0">
                <a:solidFill>
                  <a:srgbClr val="2B3033"/>
                </a:solidFill>
                <a:latin typeface="Arial" pitchFamily="34" charset="0"/>
                <a:ea typeface="Arial" pitchFamily="34" charset="-122"/>
                <a:cs typeface="Arial" pitchFamily="34" charset="-120"/>
              </a:rPr>
              <a:t>• Boswachters</a:t>
            </a:r>
            <a:endParaRPr lang="en-US" sz="1100" dirty="0"/>
          </a:p>
        </p:txBody>
      </p:sp>
      <p:pic>
        <p:nvPicPr>
          <p:cNvPr id="20" name="Graphic 19">
            <a:extLst>
              <a:ext uri="{FF2B5EF4-FFF2-40B4-BE49-F238E27FC236}">
                <a16:creationId xmlns:a16="http://schemas.microsoft.com/office/drawing/2014/main" id="{C006BD30-323E-A9FD-EDFF-A44AEAD942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51764" y="2680170"/>
            <a:ext cx="1441214" cy="1422400"/>
          </a:xfrm>
          <a:prstGeom prst="rect">
            <a:avLst/>
          </a:prstGeom>
        </p:spPr>
      </p:pic>
      <p:pic>
        <p:nvPicPr>
          <p:cNvPr id="21" name="Graphic 20">
            <a:extLst>
              <a:ext uri="{FF2B5EF4-FFF2-40B4-BE49-F238E27FC236}">
                <a16:creationId xmlns:a16="http://schemas.microsoft.com/office/drawing/2014/main" id="{8533D67E-ECD0-2D68-2A10-8FEEEF883F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63171" y="2238023"/>
            <a:ext cx="1920992" cy="1958621"/>
          </a:xfrm>
          <a:prstGeom prst="rect">
            <a:avLst/>
          </a:prstGeom>
        </p:spPr>
      </p:pic>
      <p:sp>
        <p:nvSpPr>
          <p:cNvPr id="23" name="Shape 32">
            <a:extLst>
              <a:ext uri="{FF2B5EF4-FFF2-40B4-BE49-F238E27FC236}">
                <a16:creationId xmlns:a16="http://schemas.microsoft.com/office/drawing/2014/main" id="{06E15F80-DF37-DC4E-0A16-762ACC701EE0}"/>
              </a:ext>
            </a:extLst>
          </p:cNvPr>
          <p:cNvSpPr/>
          <p:nvPr/>
        </p:nvSpPr>
        <p:spPr>
          <a:xfrm>
            <a:off x="502920" y="4754880"/>
            <a:ext cx="11183112" cy="594360"/>
          </a:xfrm>
          <a:prstGeom prst="roundRect">
            <a:avLst>
              <a:gd name="adj" fmla="val 9231"/>
            </a:avLst>
          </a:prstGeom>
          <a:solidFill>
            <a:srgbClr val="003362"/>
          </a:solidFill>
          <a:ln/>
        </p:spPr>
        <p:txBody>
          <a:bodyPr/>
          <a:lstStyle/>
          <a:p>
            <a:endParaRPr lang="nl-NL"/>
          </a:p>
        </p:txBody>
      </p:sp>
      <p:sp>
        <p:nvSpPr>
          <p:cNvPr id="25" name="Text 33">
            <a:extLst>
              <a:ext uri="{FF2B5EF4-FFF2-40B4-BE49-F238E27FC236}">
                <a16:creationId xmlns:a16="http://schemas.microsoft.com/office/drawing/2014/main" id="{F405FE0B-EAF6-99C8-F91E-DD50F4424044}"/>
              </a:ext>
            </a:extLst>
          </p:cNvPr>
          <p:cNvSpPr/>
          <p:nvPr/>
        </p:nvSpPr>
        <p:spPr>
          <a:xfrm>
            <a:off x="713232" y="4754880"/>
            <a:ext cx="10789920" cy="594360"/>
          </a:xfrm>
          <a:prstGeom prst="rect">
            <a:avLst/>
          </a:prstGeom>
          <a:noFill/>
          <a:ln/>
        </p:spPr>
        <p:txBody>
          <a:bodyPr wrap="square" lIns="91440" tIns="45720" rIns="91440" bIns="45720" rtlCol="0" anchor="ctr"/>
          <a:lstStyle/>
          <a:p>
            <a:r>
              <a:rPr lang="en-US" sz="1100" i="1" dirty="0">
                <a:solidFill>
                  <a:srgbClr val="CFE3EF"/>
                </a:solidFill>
                <a:latin typeface="Arial"/>
                <a:cs typeface="Arial"/>
              </a:rPr>
              <a:t>Hoe later je er in een implementatie achterkomt; hoe groter zijn de benodigde herstelwerkzaamheden. Stel dus van tevoren goed vast welke datastructuur geaccepteerd </a:t>
            </a:r>
            <a:endParaRPr lang="nl-NL"/>
          </a:p>
          <a:p>
            <a:r>
              <a:rPr lang="en-US" sz="1100" i="1" dirty="0" err="1">
                <a:solidFill>
                  <a:srgbClr val="CFE3EF"/>
                </a:solidFill>
                <a:latin typeface="Arial"/>
                <a:cs typeface="Arial"/>
              </a:rPr>
              <a:t>en</a:t>
            </a:r>
            <a:r>
              <a:rPr lang="en-US" sz="1100" i="1" dirty="0">
                <a:solidFill>
                  <a:srgbClr val="CFE3EF"/>
                </a:solidFill>
                <a:latin typeface="Arial"/>
                <a:cs typeface="Arial"/>
              </a:rPr>
              <a:t> </a:t>
            </a:r>
            <a:r>
              <a:rPr lang="en-US" sz="1100" i="1" dirty="0" err="1">
                <a:solidFill>
                  <a:srgbClr val="CFE3EF"/>
                </a:solidFill>
                <a:latin typeface="Arial"/>
                <a:cs typeface="Arial"/>
              </a:rPr>
              <a:t>geïmplementeerd</a:t>
            </a:r>
            <a:r>
              <a:rPr lang="en-US" sz="1100" i="1" dirty="0">
                <a:solidFill>
                  <a:srgbClr val="CFE3EF"/>
                </a:solidFill>
                <a:latin typeface="Arial"/>
                <a:cs typeface="Arial"/>
              </a:rPr>
              <a:t> </a:t>
            </a:r>
            <a:r>
              <a:rPr lang="en-US" sz="1100" i="1" dirty="0" err="1">
                <a:solidFill>
                  <a:srgbClr val="CFE3EF"/>
                </a:solidFill>
                <a:latin typeface="Arial"/>
                <a:cs typeface="Arial"/>
              </a:rPr>
              <a:t>zal</a:t>
            </a:r>
            <a:r>
              <a:rPr lang="en-US" sz="1100" i="1" dirty="0">
                <a:solidFill>
                  <a:srgbClr val="CFE3EF"/>
                </a:solidFill>
                <a:latin typeface="Arial"/>
                <a:cs typeface="Arial"/>
              </a:rPr>
              <a:t> worden. Kleine aanpassingen (attribuut toevoegen, nieuwe entiteit toevoegen) kunnen zonder al te veel impact doorgevoerd worden.</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FUNCTIONELE INVULLING — PROCES</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Proces: globaal procesmodel (huidige situatie)</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7" name="Shape 5"/>
          <p:cNvSpPr/>
          <p:nvPr/>
        </p:nvSpPr>
        <p:spPr>
          <a:xfrm>
            <a:off x="502920" y="1554480"/>
            <a:ext cx="11183112" cy="3931920"/>
          </a:xfrm>
          <a:prstGeom prst="roundRect">
            <a:avLst>
              <a:gd name="adj" fmla="val 1860"/>
            </a:avLst>
          </a:prstGeom>
          <a:solidFill>
            <a:srgbClr val="F5F8FA"/>
          </a:solidFill>
          <a:ln w="12700">
            <a:solidFill>
              <a:srgbClr val="DCE6EA"/>
            </a:solidFill>
            <a:prstDash val="dash"/>
          </a:ln>
        </p:spPr>
        <p:txBody>
          <a:bodyPr/>
          <a:lstStyle/>
          <a:p>
            <a:endParaRPr lang="nl-NL"/>
          </a:p>
        </p:txBody>
      </p:sp>
      <p:sp>
        <p:nvSpPr>
          <p:cNvPr id="8" name="Text 6"/>
          <p:cNvSpPr/>
          <p:nvPr/>
        </p:nvSpPr>
        <p:spPr>
          <a:xfrm>
            <a:off x="914400" y="3383280"/>
            <a:ext cx="10332720" cy="457200"/>
          </a:xfrm>
          <a:prstGeom prst="rect">
            <a:avLst/>
          </a:prstGeom>
          <a:noFill/>
          <a:ln/>
        </p:spPr>
        <p:txBody>
          <a:bodyPr wrap="square" lIns="91440" tIns="45720" rIns="91440" bIns="45720" rtlCol="0" anchor="ctr"/>
          <a:lstStyle/>
          <a:p>
            <a:pPr algn="ct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Plak</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hier</a:t>
            </a:r>
            <a:r>
              <a:rPr lang="en-US" sz="1200" i="1" dirty="0">
                <a:solidFill>
                  <a:srgbClr val="6B7680"/>
                </a:solidFill>
                <a:latin typeface="Arial"/>
                <a:ea typeface="Arial" pitchFamily="34" charset="-122"/>
                <a:cs typeface="Arial"/>
              </a:rPr>
              <a:t> het (BPMN-)</a:t>
            </a:r>
            <a:r>
              <a:rPr lang="en-US" sz="1200" i="1" dirty="0" err="1">
                <a:solidFill>
                  <a:srgbClr val="6B7680"/>
                </a:solidFill>
                <a:latin typeface="Arial"/>
                <a:ea typeface="Arial" pitchFamily="34" charset="-122"/>
                <a:cs typeface="Arial"/>
              </a:rPr>
              <a:t>procesmodel</a:t>
            </a:r>
            <a:r>
              <a:rPr lang="en-US" sz="1200" i="1" dirty="0">
                <a:solidFill>
                  <a:srgbClr val="6B7680"/>
                </a:solidFill>
                <a:latin typeface="Arial"/>
                <a:ea typeface="Arial" pitchFamily="34" charset="-122"/>
                <a:cs typeface="Arial"/>
              </a:rPr>
              <a:t> van de </a:t>
            </a:r>
            <a:r>
              <a:rPr lang="en-US" sz="1200" i="1" dirty="0" err="1">
                <a:solidFill>
                  <a:srgbClr val="6B7680"/>
                </a:solidFill>
                <a:latin typeface="Arial"/>
                <a:ea typeface="Arial" pitchFamily="34" charset="-122"/>
                <a:cs typeface="Arial"/>
              </a:rPr>
              <a:t>huidige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situatie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zoals</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aangeleverd</a:t>
            </a:r>
            <a:r>
              <a:rPr lang="en-US" sz="1200" i="1" dirty="0">
                <a:solidFill>
                  <a:srgbClr val="6B7680"/>
                </a:solidFill>
                <a:latin typeface="Arial"/>
                <a:ea typeface="Arial" pitchFamily="34" charset="-122"/>
                <a:cs typeface="Arial"/>
              </a:rPr>
              <a:t> ]</a:t>
            </a:r>
            <a:endParaRPr lang="en-US" sz="1200" dirty="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FUNCTIONELE INVULLING — PROCES</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Proces: globaal procesmodel (gewenste situatie)</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ea typeface="Calibri" panose="020F0502020204030204"/>
              <a:cs typeface="Calibri" panose="020F0502020204030204"/>
            </a:endParaRPr>
          </a:p>
        </p:txBody>
      </p:sp>
      <p:sp>
        <p:nvSpPr>
          <p:cNvPr id="7" name="Shape 5"/>
          <p:cNvSpPr/>
          <p:nvPr/>
        </p:nvSpPr>
        <p:spPr>
          <a:xfrm>
            <a:off x="502920" y="1554480"/>
            <a:ext cx="11183112" cy="3931920"/>
          </a:xfrm>
          <a:prstGeom prst="roundRect">
            <a:avLst>
              <a:gd name="adj" fmla="val 1860"/>
            </a:avLst>
          </a:prstGeom>
          <a:solidFill>
            <a:srgbClr val="F5F8FA"/>
          </a:solidFill>
          <a:ln w="12700">
            <a:solidFill>
              <a:srgbClr val="DCE6EA"/>
            </a:solidFill>
            <a:prstDash val="dash"/>
          </a:ln>
        </p:spPr>
        <p:txBody>
          <a:bodyPr/>
          <a:lstStyle/>
          <a:p>
            <a:endParaRPr lang="nl-NL"/>
          </a:p>
        </p:txBody>
      </p:sp>
      <p:sp>
        <p:nvSpPr>
          <p:cNvPr id="8" name="Text 6"/>
          <p:cNvSpPr/>
          <p:nvPr/>
        </p:nvSpPr>
        <p:spPr>
          <a:xfrm>
            <a:off x="914400" y="3383280"/>
            <a:ext cx="10332720" cy="457200"/>
          </a:xfrm>
          <a:prstGeom prst="rect">
            <a:avLst/>
          </a:prstGeom>
          <a:noFill/>
          <a:ln/>
        </p:spPr>
        <p:txBody>
          <a:bodyPr wrap="square" lIns="91440" tIns="45720" rIns="91440" bIns="45720" rtlCol="0" anchor="ctr"/>
          <a:lstStyle/>
          <a:p>
            <a:pPr algn="ctr"/>
            <a:r>
              <a:rPr lang="en-US" sz="1200" i="1" dirty="0">
                <a:solidFill>
                  <a:srgbClr val="6B7680"/>
                </a:solidFill>
                <a:latin typeface="Arial"/>
                <a:ea typeface="Arial" pitchFamily="34" charset="-122"/>
                <a:cs typeface="Arial"/>
              </a:rPr>
              <a:t>[Zet </a:t>
            </a:r>
            <a:r>
              <a:rPr lang="en-US" sz="1200" i="1" dirty="0" err="1">
                <a:solidFill>
                  <a:srgbClr val="6B7680"/>
                </a:solidFill>
                <a:latin typeface="Arial"/>
                <a:ea typeface="Arial" pitchFamily="34" charset="-122"/>
                <a:cs typeface="Arial"/>
              </a:rPr>
              <a:t>hier</a:t>
            </a:r>
            <a:r>
              <a:rPr lang="en-US" sz="1200" i="1" dirty="0">
                <a:solidFill>
                  <a:srgbClr val="6B7680"/>
                </a:solidFill>
                <a:latin typeface="Arial"/>
                <a:ea typeface="Arial" pitchFamily="34" charset="-122"/>
                <a:cs typeface="Arial"/>
              </a:rPr>
              <a:t> de link </a:t>
            </a:r>
            <a:r>
              <a:rPr lang="en-US" sz="1200" i="1" dirty="0" err="1">
                <a:solidFill>
                  <a:srgbClr val="6B7680"/>
                </a:solidFill>
                <a:latin typeface="Arial"/>
                <a:ea typeface="Arial" pitchFamily="34" charset="-122"/>
                <a:cs typeface="Arial"/>
              </a:rPr>
              <a:t>naar</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Valtimo</a:t>
            </a:r>
            <a:r>
              <a:rPr lang="en-US" sz="1200" i="1" dirty="0">
                <a:solidFill>
                  <a:srgbClr val="6B7680"/>
                </a:solidFill>
                <a:latin typeface="Arial"/>
                <a:ea typeface="Arial" pitchFamily="34" charset="-122"/>
                <a:cs typeface="Arial"/>
              </a:rPr>
              <a:t> Designer om de </a:t>
            </a:r>
            <a:r>
              <a:rPr lang="en-US" sz="1200" i="1" dirty="0" err="1">
                <a:solidFill>
                  <a:srgbClr val="6B7680"/>
                </a:solidFill>
                <a:latin typeface="Arial"/>
                <a:ea typeface="Arial" pitchFamily="34" charset="-122"/>
                <a:cs typeface="Arial"/>
              </a:rPr>
              <a:t>gewenste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procesflow</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uit</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te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werken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te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tonen</a:t>
            </a:r>
            <a:r>
              <a:rPr lang="en-US" sz="1200" i="1" dirty="0">
                <a:solidFill>
                  <a:srgbClr val="6B7680"/>
                </a:solidFill>
                <a:latin typeface="Arial"/>
                <a:ea typeface="Arial" pitchFamily="34" charset="-122"/>
                <a:cs typeface="Arial"/>
              </a:rPr>
              <a:t>]</a:t>
            </a:r>
            <a:endParaRPr lang="en-US" sz="1200" dirty="0">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FUNCTIONELE INVULLING — PROCES</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Proces: gebeurtenissen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12" name="Text 10"/>
          <p:cNvSpPr/>
          <p:nvPr/>
        </p:nvSpPr>
        <p:spPr>
          <a:xfrm>
            <a:off x="502920" y="1051560"/>
            <a:ext cx="11155680" cy="457200"/>
          </a:xfrm>
          <a:prstGeom prst="rect">
            <a:avLst/>
          </a:prstGeom>
          <a:noFill/>
          <a:ln/>
        </p:spPr>
        <p:txBody>
          <a:bodyPr wrap="square" lIns="91440" tIns="45720" rIns="91440" bIns="45720" rtlCol="0" anchor="ctr"/>
          <a:lstStyle/>
          <a:p>
            <a:pPr marL="0" indent="0">
              <a:lnSpc>
                <a:spcPts val="1400"/>
              </a:lnSpc>
              <a:buNone/>
            </a:pPr>
            <a:r>
              <a:rPr lang="en-US" sz="1200" i="1" dirty="0" err="1">
                <a:solidFill>
                  <a:srgbClr val="6B7680"/>
                </a:solidFill>
                <a:latin typeface="Arial"/>
                <a:ea typeface="Arial" pitchFamily="34" charset="-122"/>
                <a:cs typeface="Arial"/>
              </a:rPr>
              <a:t>Deze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gebeurtenissen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kunnen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zich</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zomaar</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voordoen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tijdens</a:t>
            </a:r>
            <a:r>
              <a:rPr lang="en-US" sz="1200" i="1" dirty="0">
                <a:solidFill>
                  <a:srgbClr val="6B7680"/>
                </a:solidFill>
                <a:latin typeface="Arial"/>
                <a:ea typeface="Arial" pitchFamily="34" charset="-122"/>
                <a:cs typeface="Arial"/>
              </a:rPr>
              <a:t> de </a:t>
            </a:r>
            <a:r>
              <a:rPr lang="en-US" sz="1200" i="1" dirty="0" err="1">
                <a:solidFill>
                  <a:srgbClr val="6B7680"/>
                </a:solidFill>
                <a:latin typeface="Arial"/>
                <a:ea typeface="Arial" pitchFamily="34" charset="-122"/>
                <a:cs typeface="Arial"/>
              </a:rPr>
              <a:t>behandeling</a:t>
            </a:r>
            <a:r>
              <a:rPr lang="en-US" sz="1200" i="1" dirty="0">
                <a:solidFill>
                  <a:srgbClr val="6B7680"/>
                </a:solidFill>
                <a:latin typeface="Arial"/>
                <a:ea typeface="Arial" pitchFamily="34" charset="-122"/>
                <a:cs typeface="Arial"/>
              </a:rPr>
              <a:t> van </a:t>
            </a:r>
            <a:r>
              <a:rPr lang="en-US" sz="1200" i="1" dirty="0" err="1">
                <a:solidFill>
                  <a:srgbClr val="6B7680"/>
                </a:solidFill>
                <a:latin typeface="Arial"/>
                <a:ea typeface="Arial" pitchFamily="34" charset="-122"/>
                <a:cs typeface="Arial"/>
              </a:rPr>
              <a:t>een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zaak</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vragen</a:t>
            </a:r>
            <a:r>
              <a:rPr lang="en-US" sz="1200" i="1" dirty="0">
                <a:solidFill>
                  <a:srgbClr val="6B7680"/>
                </a:solidFill>
                <a:latin typeface="Arial"/>
                <a:ea typeface="Arial" pitchFamily="34" charset="-122"/>
                <a:cs typeface="Arial"/>
              </a:rPr>
              <a:t> dan direct om </a:t>
            </a:r>
            <a:r>
              <a:rPr lang="en-US" sz="1200" i="1" dirty="0" err="1">
                <a:solidFill>
                  <a:srgbClr val="6B7680"/>
                </a:solidFill>
                <a:latin typeface="Arial"/>
                <a:ea typeface="Arial" pitchFamily="34" charset="-122"/>
                <a:cs typeface="Arial"/>
              </a:rPr>
              <a:t>actie</a:t>
            </a:r>
            <a:r>
              <a:rPr lang="en-US" sz="1200" i="1" dirty="0">
                <a:solidFill>
                  <a:srgbClr val="6B7680"/>
                </a:solidFill>
                <a:latin typeface="Arial"/>
                <a:ea typeface="Arial" pitchFamily="34" charset="-122"/>
                <a:cs typeface="Arial"/>
              </a:rPr>
              <a:t>. Welke </a:t>
            </a:r>
            <a:r>
              <a:rPr lang="en-US" sz="1200" i="1" dirty="0" err="1">
                <a:solidFill>
                  <a:srgbClr val="6B7680"/>
                </a:solidFill>
                <a:latin typeface="Arial"/>
                <a:ea typeface="Arial" pitchFamily="34" charset="-122"/>
                <a:cs typeface="Arial"/>
              </a:rPr>
              <a:t>gelden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voor</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dit</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bedrijfsproces</a:t>
            </a:r>
            <a:r>
              <a:rPr lang="en-US" sz="1200" i="1" dirty="0">
                <a:solidFill>
                  <a:srgbClr val="6B7680"/>
                </a:solidFill>
                <a:latin typeface="Arial"/>
                <a:ea typeface="Arial" pitchFamily="34" charset="-122"/>
                <a:cs typeface="Arial"/>
              </a:rPr>
              <a:t>?</a:t>
            </a:r>
            <a:endParaRPr lang="en-US" sz="1200" dirty="0">
              <a:latin typeface="Arial"/>
              <a:cs typeface="Arial"/>
            </a:endParaRPr>
          </a:p>
        </p:txBody>
      </p:sp>
      <p:sp>
        <p:nvSpPr>
          <p:cNvPr id="13" name="Shape 11"/>
          <p:cNvSpPr/>
          <p:nvPr/>
        </p:nvSpPr>
        <p:spPr>
          <a:xfrm>
            <a:off x="502920" y="1862290"/>
            <a:ext cx="3611880" cy="1737360"/>
          </a:xfrm>
          <a:prstGeom prst="roundRect">
            <a:avLst>
              <a:gd name="adj" fmla="val 5263"/>
            </a:avLst>
          </a:prstGeom>
          <a:solidFill>
            <a:srgbClr val="F5F8FA"/>
          </a:solidFill>
          <a:ln/>
          <a:effectLst>
            <a:outerShdw blurRad="88900" dist="38100" dir="5400000" algn="bl" rotWithShape="0">
              <a:srgbClr val="000000">
                <a:alpha val="16000"/>
              </a:srgbClr>
            </a:outerShdw>
          </a:effectLst>
        </p:spPr>
        <p:txBody>
          <a:bodyPr/>
          <a:lstStyle/>
          <a:p>
            <a:endParaRPr lang="nl-NL"/>
          </a:p>
        </p:txBody>
      </p:sp>
      <p:sp>
        <p:nvSpPr>
          <p:cNvPr id="14" name="Shape 12"/>
          <p:cNvSpPr/>
          <p:nvPr/>
        </p:nvSpPr>
        <p:spPr>
          <a:xfrm>
            <a:off x="502920" y="1862290"/>
            <a:ext cx="82296" cy="1737360"/>
          </a:xfrm>
          <a:prstGeom prst="rect">
            <a:avLst/>
          </a:prstGeom>
          <a:solidFill>
            <a:srgbClr val="E76734"/>
          </a:solidFill>
          <a:ln/>
        </p:spPr>
        <p:txBody>
          <a:bodyPr/>
          <a:lstStyle/>
          <a:p>
            <a:endParaRPr lang="nl-NL"/>
          </a:p>
        </p:txBody>
      </p:sp>
      <p:sp>
        <p:nvSpPr>
          <p:cNvPr id="15" name="Shape 13"/>
          <p:cNvSpPr/>
          <p:nvPr/>
        </p:nvSpPr>
        <p:spPr>
          <a:xfrm>
            <a:off x="704088" y="2045170"/>
            <a:ext cx="384048" cy="384048"/>
          </a:xfrm>
          <a:prstGeom prst="ellipse">
            <a:avLst/>
          </a:prstGeom>
          <a:solidFill>
            <a:srgbClr val="E76734"/>
          </a:solidFill>
          <a:ln/>
        </p:spPr>
        <p:txBody>
          <a:bodyPr/>
          <a:lstStyle/>
          <a:p>
            <a:endParaRPr lang="nl-NL"/>
          </a:p>
        </p:txBody>
      </p:sp>
      <p:sp>
        <p:nvSpPr>
          <p:cNvPr id="16" name="Text 14"/>
          <p:cNvSpPr/>
          <p:nvPr/>
        </p:nvSpPr>
        <p:spPr>
          <a:xfrm>
            <a:off x="704088" y="2008594"/>
            <a:ext cx="384048" cy="384048"/>
          </a:xfrm>
          <a:prstGeom prst="rect">
            <a:avLst/>
          </a:prstGeom>
          <a:noFill/>
          <a:ln/>
        </p:spPr>
        <p:txBody>
          <a:bodyPr wrap="square" rtlCol="0" anchor="ctr"/>
          <a:lstStyle/>
          <a:p>
            <a:pPr marL="0" indent="0" algn="ctr">
              <a:buNone/>
            </a:pPr>
            <a:r>
              <a:rPr lang="en-US" sz="2000" b="1" dirty="0">
                <a:solidFill>
                  <a:srgbClr val="FFFFFF"/>
                </a:solidFill>
                <a:latin typeface="Helvetica" pitchFamily="34" charset="0"/>
                <a:ea typeface="Helvetica" pitchFamily="34" charset="-122"/>
                <a:cs typeface="Helvetica" pitchFamily="34" charset="-120"/>
              </a:rPr>
              <a:t>!</a:t>
            </a:r>
            <a:endParaRPr lang="en-US" sz="2000" dirty="0"/>
          </a:p>
        </p:txBody>
      </p:sp>
      <p:sp>
        <p:nvSpPr>
          <p:cNvPr id="17" name="Text 15"/>
          <p:cNvSpPr/>
          <p:nvPr/>
        </p:nvSpPr>
        <p:spPr>
          <a:xfrm>
            <a:off x="1216152" y="2081746"/>
            <a:ext cx="2697480" cy="320040"/>
          </a:xfrm>
          <a:prstGeom prst="rect">
            <a:avLst/>
          </a:prstGeom>
          <a:noFill/>
          <a:ln/>
        </p:spPr>
        <p:txBody>
          <a:bodyPr wrap="square" rtlCol="0" anchor="ctr"/>
          <a:lstStyle/>
          <a:p>
            <a:pPr marL="0" indent="0">
              <a:buNone/>
            </a:pPr>
            <a:r>
              <a:rPr lang="en-US" sz="950" b="1" kern="0" spc="50" dirty="0">
                <a:solidFill>
                  <a:srgbClr val="E76734"/>
                </a:solidFill>
                <a:latin typeface="Arial" pitchFamily="34" charset="0"/>
                <a:ea typeface="Arial" pitchFamily="34" charset="-122"/>
                <a:cs typeface="Arial" pitchFamily="34" charset="-120"/>
              </a:rPr>
              <a:t>EXTERN</a:t>
            </a:r>
            <a:r>
              <a:rPr lang="en-US" sz="950" kern="0" spc="50" dirty="0">
                <a:solidFill>
                  <a:srgbClr val="6B7680"/>
                </a:solidFill>
                <a:latin typeface="Arial" pitchFamily="34" charset="0"/>
                <a:ea typeface="Arial" pitchFamily="34" charset="-122"/>
                <a:cs typeface="Arial" pitchFamily="34" charset="-120"/>
              </a:rPr>
              <a:t>  ·  Burger/organisatie</a:t>
            </a:r>
            <a:endParaRPr lang="en-US" sz="950" dirty="0"/>
          </a:p>
        </p:txBody>
      </p:sp>
      <p:sp>
        <p:nvSpPr>
          <p:cNvPr id="18" name="Text 16"/>
          <p:cNvSpPr/>
          <p:nvPr/>
        </p:nvSpPr>
        <p:spPr>
          <a:xfrm>
            <a:off x="777240" y="2520658"/>
            <a:ext cx="3108960" cy="548640"/>
          </a:xfrm>
          <a:prstGeom prst="rect">
            <a:avLst/>
          </a:prstGeom>
          <a:noFill/>
          <a:ln/>
        </p:spPr>
        <p:txBody>
          <a:bodyPr wrap="square" rtlCol="0" anchor="t"/>
          <a:lstStyle/>
          <a:p>
            <a:pPr marL="0" indent="0">
              <a:lnSpc>
                <a:spcPts val="1550"/>
              </a:lnSpc>
              <a:buNone/>
            </a:pPr>
            <a:r>
              <a:rPr lang="en-US" sz="1300" b="1" dirty="0">
                <a:solidFill>
                  <a:srgbClr val="003362"/>
                </a:solidFill>
                <a:latin typeface="Arial" pitchFamily="34" charset="0"/>
                <a:ea typeface="Arial" pitchFamily="34" charset="-122"/>
                <a:cs typeface="Arial" pitchFamily="34" charset="-120"/>
              </a:rPr>
              <a:t>Inkomend bezwaar op verleende vergunning</a:t>
            </a:r>
            <a:endParaRPr lang="en-US" sz="1300" dirty="0"/>
          </a:p>
        </p:txBody>
      </p:sp>
      <p:sp>
        <p:nvSpPr>
          <p:cNvPr id="19" name="Text 17"/>
          <p:cNvSpPr/>
          <p:nvPr/>
        </p:nvSpPr>
        <p:spPr>
          <a:xfrm>
            <a:off x="777240" y="3069298"/>
            <a:ext cx="3108960" cy="438912"/>
          </a:xfrm>
          <a:prstGeom prst="rect">
            <a:avLst/>
          </a:prstGeom>
          <a:noFill/>
          <a:ln/>
        </p:spPr>
        <p:txBody>
          <a:bodyPr wrap="square" rtlCol="0" anchor="t"/>
          <a:lstStyle/>
          <a:p>
            <a:pPr marL="0" indent="0">
              <a:lnSpc>
                <a:spcPts val="1200"/>
              </a:lnSpc>
              <a:buNone/>
            </a:pPr>
            <a:r>
              <a:rPr lang="en-US" sz="950" i="1" dirty="0">
                <a:solidFill>
                  <a:srgbClr val="2B3033"/>
                </a:solidFill>
                <a:latin typeface="Arial" pitchFamily="34" charset="0"/>
                <a:ea typeface="Arial" pitchFamily="34" charset="-122"/>
                <a:cs typeface="Arial" pitchFamily="34" charset="-120"/>
              </a:rPr>
              <a:t>Nieuwe zaak aanmaken voor bezwaar, koppelen aan oorspronkelijke zaak, behandelaars informeren.</a:t>
            </a:r>
            <a:endParaRPr lang="en-US" sz="950" dirty="0"/>
          </a:p>
        </p:txBody>
      </p:sp>
      <p:sp>
        <p:nvSpPr>
          <p:cNvPr id="20" name="Shape 18"/>
          <p:cNvSpPr/>
          <p:nvPr/>
        </p:nvSpPr>
        <p:spPr>
          <a:xfrm>
            <a:off x="4297680" y="1679410"/>
            <a:ext cx="3611880" cy="1600200"/>
          </a:xfrm>
          <a:prstGeom prst="roundRect">
            <a:avLst>
              <a:gd name="adj" fmla="val 5714"/>
            </a:avLst>
          </a:prstGeom>
          <a:solidFill>
            <a:srgbClr val="F5F8FA"/>
          </a:solidFill>
          <a:ln/>
          <a:effectLst>
            <a:outerShdw blurRad="88900" dist="38100" dir="5400000" algn="bl" rotWithShape="0">
              <a:srgbClr val="000000">
                <a:alpha val="16000"/>
              </a:srgbClr>
            </a:outerShdw>
          </a:effectLst>
        </p:spPr>
        <p:txBody>
          <a:bodyPr/>
          <a:lstStyle/>
          <a:p>
            <a:endParaRPr lang="nl-NL"/>
          </a:p>
        </p:txBody>
      </p:sp>
      <p:sp>
        <p:nvSpPr>
          <p:cNvPr id="21" name="Shape 19"/>
          <p:cNvSpPr/>
          <p:nvPr/>
        </p:nvSpPr>
        <p:spPr>
          <a:xfrm>
            <a:off x="4297680" y="1679410"/>
            <a:ext cx="82296" cy="1600200"/>
          </a:xfrm>
          <a:prstGeom prst="rect">
            <a:avLst/>
          </a:prstGeom>
          <a:solidFill>
            <a:srgbClr val="E76734"/>
          </a:solidFill>
          <a:ln/>
        </p:spPr>
        <p:txBody>
          <a:bodyPr/>
          <a:lstStyle/>
          <a:p>
            <a:endParaRPr lang="nl-NL"/>
          </a:p>
        </p:txBody>
      </p:sp>
      <p:sp>
        <p:nvSpPr>
          <p:cNvPr id="22" name="Shape 20"/>
          <p:cNvSpPr/>
          <p:nvPr/>
        </p:nvSpPr>
        <p:spPr>
          <a:xfrm>
            <a:off x="4498848" y="1862290"/>
            <a:ext cx="384048" cy="384048"/>
          </a:xfrm>
          <a:prstGeom prst="ellipse">
            <a:avLst/>
          </a:prstGeom>
          <a:solidFill>
            <a:srgbClr val="E76734"/>
          </a:solidFill>
          <a:ln/>
        </p:spPr>
        <p:txBody>
          <a:bodyPr/>
          <a:lstStyle/>
          <a:p>
            <a:endParaRPr lang="nl-NL"/>
          </a:p>
        </p:txBody>
      </p:sp>
      <p:sp>
        <p:nvSpPr>
          <p:cNvPr id="23" name="Text 21"/>
          <p:cNvSpPr/>
          <p:nvPr/>
        </p:nvSpPr>
        <p:spPr>
          <a:xfrm>
            <a:off x="4498848" y="1825714"/>
            <a:ext cx="384048" cy="384048"/>
          </a:xfrm>
          <a:prstGeom prst="rect">
            <a:avLst/>
          </a:prstGeom>
          <a:noFill/>
          <a:ln/>
        </p:spPr>
        <p:txBody>
          <a:bodyPr wrap="square" rtlCol="0" anchor="ctr"/>
          <a:lstStyle/>
          <a:p>
            <a:pPr marL="0" indent="0" algn="ctr">
              <a:buNone/>
            </a:pPr>
            <a:r>
              <a:rPr lang="en-US" sz="2000" b="1" dirty="0">
                <a:solidFill>
                  <a:srgbClr val="FFFFFF"/>
                </a:solidFill>
                <a:latin typeface="Helvetica" pitchFamily="34" charset="0"/>
                <a:ea typeface="Helvetica" pitchFamily="34" charset="-122"/>
                <a:cs typeface="Helvetica" pitchFamily="34" charset="-120"/>
              </a:rPr>
              <a:t>!</a:t>
            </a:r>
            <a:endParaRPr lang="en-US" sz="2000" dirty="0"/>
          </a:p>
        </p:txBody>
      </p:sp>
      <p:sp>
        <p:nvSpPr>
          <p:cNvPr id="24" name="Text 22"/>
          <p:cNvSpPr/>
          <p:nvPr/>
        </p:nvSpPr>
        <p:spPr>
          <a:xfrm>
            <a:off x="5010912" y="1898866"/>
            <a:ext cx="2697480" cy="320040"/>
          </a:xfrm>
          <a:prstGeom prst="rect">
            <a:avLst/>
          </a:prstGeom>
          <a:noFill/>
          <a:ln/>
        </p:spPr>
        <p:txBody>
          <a:bodyPr wrap="square" rtlCol="0" anchor="ctr"/>
          <a:lstStyle/>
          <a:p>
            <a:pPr marL="0" indent="0">
              <a:buNone/>
            </a:pPr>
            <a:r>
              <a:rPr lang="en-US" sz="950" b="1" kern="0" spc="50" dirty="0">
                <a:solidFill>
                  <a:srgbClr val="E76734"/>
                </a:solidFill>
                <a:latin typeface="Arial" pitchFamily="34" charset="0"/>
                <a:ea typeface="Arial" pitchFamily="34" charset="-122"/>
                <a:cs typeface="Arial" pitchFamily="34" charset="-120"/>
              </a:rPr>
              <a:t>EXTERN</a:t>
            </a:r>
            <a:r>
              <a:rPr lang="en-US" sz="950" kern="0" spc="50" dirty="0">
                <a:solidFill>
                  <a:srgbClr val="6B7680"/>
                </a:solidFill>
                <a:latin typeface="Arial" pitchFamily="34" charset="0"/>
                <a:ea typeface="Arial" pitchFamily="34" charset="-122"/>
                <a:cs typeface="Arial" pitchFamily="34" charset="-120"/>
              </a:rPr>
              <a:t>  ·  Aanvrager</a:t>
            </a:r>
            <a:endParaRPr lang="en-US" sz="950" dirty="0"/>
          </a:p>
        </p:txBody>
      </p:sp>
      <p:sp>
        <p:nvSpPr>
          <p:cNvPr id="25" name="Text 23"/>
          <p:cNvSpPr/>
          <p:nvPr/>
        </p:nvSpPr>
        <p:spPr>
          <a:xfrm>
            <a:off x="4572000" y="2337778"/>
            <a:ext cx="3108960" cy="548640"/>
          </a:xfrm>
          <a:prstGeom prst="rect">
            <a:avLst/>
          </a:prstGeom>
          <a:noFill/>
          <a:ln/>
        </p:spPr>
        <p:txBody>
          <a:bodyPr wrap="square" rtlCol="0" anchor="t"/>
          <a:lstStyle/>
          <a:p>
            <a:pPr marL="0" indent="0">
              <a:lnSpc>
                <a:spcPts val="1550"/>
              </a:lnSpc>
              <a:buNone/>
            </a:pPr>
            <a:r>
              <a:rPr lang="en-US" sz="1300" b="1" dirty="0">
                <a:solidFill>
                  <a:srgbClr val="003362"/>
                </a:solidFill>
                <a:latin typeface="Arial" pitchFamily="34" charset="0"/>
                <a:ea typeface="Arial" pitchFamily="34" charset="-122"/>
                <a:cs typeface="Arial" pitchFamily="34" charset="-120"/>
              </a:rPr>
              <a:t>Vertraging door ontbrekende stukken</a:t>
            </a:r>
            <a:endParaRPr lang="en-US" sz="1300" dirty="0"/>
          </a:p>
        </p:txBody>
      </p:sp>
      <p:sp>
        <p:nvSpPr>
          <p:cNvPr id="26" name="Text 24"/>
          <p:cNvSpPr/>
          <p:nvPr/>
        </p:nvSpPr>
        <p:spPr>
          <a:xfrm>
            <a:off x="4600222" y="2839381"/>
            <a:ext cx="3108960" cy="301752"/>
          </a:xfrm>
          <a:prstGeom prst="rect">
            <a:avLst/>
          </a:prstGeom>
          <a:noFill/>
          <a:ln/>
        </p:spPr>
        <p:txBody>
          <a:bodyPr wrap="square" rtlCol="0" anchor="t"/>
          <a:lstStyle/>
          <a:p>
            <a:pPr marL="0" indent="0">
              <a:lnSpc>
                <a:spcPts val="1200"/>
              </a:lnSpc>
              <a:buNone/>
            </a:pPr>
            <a:r>
              <a:rPr lang="en-US" sz="950" i="1" dirty="0">
                <a:solidFill>
                  <a:srgbClr val="2B3033"/>
                </a:solidFill>
                <a:latin typeface="Arial" pitchFamily="34" charset="0"/>
                <a:ea typeface="Arial" pitchFamily="34" charset="-122"/>
                <a:cs typeface="Arial" pitchFamily="34" charset="-120"/>
              </a:rPr>
              <a:t>Automatisch verzoek om aanvulling, zaak pauzeren, termijnbewaking.</a:t>
            </a:r>
            <a:endParaRPr lang="en-US" sz="950" dirty="0"/>
          </a:p>
        </p:txBody>
      </p:sp>
      <p:sp>
        <p:nvSpPr>
          <p:cNvPr id="27" name="Shape 25"/>
          <p:cNvSpPr/>
          <p:nvPr/>
        </p:nvSpPr>
        <p:spPr>
          <a:xfrm>
            <a:off x="8092440" y="1908010"/>
            <a:ext cx="3593592" cy="1554480"/>
          </a:xfrm>
          <a:prstGeom prst="roundRect">
            <a:avLst>
              <a:gd name="adj" fmla="val 5882"/>
            </a:avLst>
          </a:prstGeom>
          <a:solidFill>
            <a:srgbClr val="F5F8FA"/>
          </a:solidFill>
          <a:ln/>
          <a:effectLst>
            <a:outerShdw blurRad="88900" dist="38100" dir="5400000" algn="bl" rotWithShape="0">
              <a:srgbClr val="000000">
                <a:alpha val="16000"/>
              </a:srgbClr>
            </a:outerShdw>
          </a:effectLst>
        </p:spPr>
        <p:txBody>
          <a:bodyPr/>
          <a:lstStyle/>
          <a:p>
            <a:endParaRPr lang="nl-NL"/>
          </a:p>
        </p:txBody>
      </p:sp>
      <p:sp>
        <p:nvSpPr>
          <p:cNvPr id="28" name="Shape 26"/>
          <p:cNvSpPr/>
          <p:nvPr/>
        </p:nvSpPr>
        <p:spPr>
          <a:xfrm>
            <a:off x="8092440" y="1908010"/>
            <a:ext cx="82296" cy="1554480"/>
          </a:xfrm>
          <a:prstGeom prst="rect">
            <a:avLst/>
          </a:prstGeom>
          <a:solidFill>
            <a:srgbClr val="003362"/>
          </a:solidFill>
          <a:ln/>
        </p:spPr>
        <p:txBody>
          <a:bodyPr/>
          <a:lstStyle/>
          <a:p>
            <a:endParaRPr lang="nl-NL"/>
          </a:p>
        </p:txBody>
      </p:sp>
      <p:sp>
        <p:nvSpPr>
          <p:cNvPr id="29" name="Shape 27"/>
          <p:cNvSpPr/>
          <p:nvPr/>
        </p:nvSpPr>
        <p:spPr>
          <a:xfrm>
            <a:off x="8293608" y="2090890"/>
            <a:ext cx="384048" cy="384048"/>
          </a:xfrm>
          <a:prstGeom prst="ellipse">
            <a:avLst/>
          </a:prstGeom>
          <a:solidFill>
            <a:srgbClr val="003362"/>
          </a:solidFill>
          <a:ln/>
        </p:spPr>
        <p:txBody>
          <a:bodyPr/>
          <a:lstStyle/>
          <a:p>
            <a:endParaRPr lang="nl-NL"/>
          </a:p>
        </p:txBody>
      </p:sp>
      <p:sp>
        <p:nvSpPr>
          <p:cNvPr id="30" name="Text 28"/>
          <p:cNvSpPr/>
          <p:nvPr/>
        </p:nvSpPr>
        <p:spPr>
          <a:xfrm>
            <a:off x="8293608" y="2054314"/>
            <a:ext cx="384048" cy="384048"/>
          </a:xfrm>
          <a:prstGeom prst="rect">
            <a:avLst/>
          </a:prstGeom>
          <a:noFill/>
          <a:ln/>
        </p:spPr>
        <p:txBody>
          <a:bodyPr wrap="square" rtlCol="0" anchor="ctr"/>
          <a:lstStyle/>
          <a:p>
            <a:pPr marL="0" indent="0" algn="ctr">
              <a:buNone/>
            </a:pPr>
            <a:r>
              <a:rPr lang="en-US" sz="2000" b="1" dirty="0">
                <a:solidFill>
                  <a:srgbClr val="FFFFFF"/>
                </a:solidFill>
                <a:latin typeface="Helvetica" pitchFamily="34" charset="0"/>
                <a:ea typeface="Helvetica" pitchFamily="34" charset="-122"/>
                <a:cs typeface="Helvetica" pitchFamily="34" charset="-120"/>
              </a:rPr>
              <a:t>!</a:t>
            </a:r>
            <a:endParaRPr lang="en-US" sz="2000" dirty="0"/>
          </a:p>
        </p:txBody>
      </p:sp>
      <p:sp>
        <p:nvSpPr>
          <p:cNvPr id="31" name="Text 29"/>
          <p:cNvSpPr/>
          <p:nvPr/>
        </p:nvSpPr>
        <p:spPr>
          <a:xfrm>
            <a:off x="8805672" y="2127466"/>
            <a:ext cx="2679192" cy="320040"/>
          </a:xfrm>
          <a:prstGeom prst="rect">
            <a:avLst/>
          </a:prstGeom>
          <a:noFill/>
          <a:ln/>
        </p:spPr>
        <p:txBody>
          <a:bodyPr wrap="square" rtlCol="0" anchor="ctr"/>
          <a:lstStyle/>
          <a:p>
            <a:pPr marL="0" indent="0">
              <a:buNone/>
            </a:pPr>
            <a:r>
              <a:rPr lang="en-US" sz="950" b="1" kern="0" spc="50" dirty="0">
                <a:solidFill>
                  <a:srgbClr val="003362"/>
                </a:solidFill>
                <a:latin typeface="Arial" pitchFamily="34" charset="0"/>
                <a:ea typeface="Arial" pitchFamily="34" charset="-122"/>
                <a:cs typeface="Arial" pitchFamily="34" charset="-120"/>
              </a:rPr>
              <a:t>INTERN</a:t>
            </a:r>
            <a:r>
              <a:rPr lang="en-US" sz="950" kern="0" spc="50" dirty="0">
                <a:solidFill>
                  <a:srgbClr val="6B7680"/>
                </a:solidFill>
                <a:latin typeface="Arial" pitchFamily="34" charset="0"/>
                <a:ea typeface="Arial" pitchFamily="34" charset="-122"/>
                <a:cs typeface="Arial" pitchFamily="34" charset="-120"/>
              </a:rPr>
              <a:t>  ·  Leidinggevende</a:t>
            </a:r>
            <a:endParaRPr lang="en-US" sz="950" dirty="0"/>
          </a:p>
        </p:txBody>
      </p:sp>
      <p:sp>
        <p:nvSpPr>
          <p:cNvPr id="32" name="Text 30"/>
          <p:cNvSpPr/>
          <p:nvPr/>
        </p:nvSpPr>
        <p:spPr>
          <a:xfrm>
            <a:off x="8366760" y="2566378"/>
            <a:ext cx="3090672" cy="548640"/>
          </a:xfrm>
          <a:prstGeom prst="rect">
            <a:avLst/>
          </a:prstGeom>
          <a:noFill/>
          <a:ln/>
        </p:spPr>
        <p:txBody>
          <a:bodyPr wrap="square" rtlCol="0" anchor="t"/>
          <a:lstStyle/>
          <a:p>
            <a:pPr marL="0" indent="0">
              <a:lnSpc>
                <a:spcPts val="1550"/>
              </a:lnSpc>
              <a:buNone/>
            </a:pPr>
            <a:r>
              <a:rPr lang="en-US" sz="1300" b="1" dirty="0">
                <a:solidFill>
                  <a:srgbClr val="003362"/>
                </a:solidFill>
                <a:latin typeface="Arial" pitchFamily="34" charset="0"/>
                <a:ea typeface="Arial" pitchFamily="34" charset="-122"/>
                <a:cs typeface="Arial" pitchFamily="34" charset="-120"/>
              </a:rPr>
              <a:t>Interne herverdeling van werk</a:t>
            </a:r>
            <a:endParaRPr lang="en-US" sz="1300" dirty="0"/>
          </a:p>
        </p:txBody>
      </p:sp>
      <p:sp>
        <p:nvSpPr>
          <p:cNvPr id="33" name="Text 31"/>
          <p:cNvSpPr/>
          <p:nvPr/>
        </p:nvSpPr>
        <p:spPr>
          <a:xfrm>
            <a:off x="8366760" y="3039759"/>
            <a:ext cx="3090672" cy="256032"/>
          </a:xfrm>
          <a:prstGeom prst="rect">
            <a:avLst/>
          </a:prstGeom>
          <a:noFill/>
          <a:ln/>
        </p:spPr>
        <p:txBody>
          <a:bodyPr wrap="square" rtlCol="0" anchor="t"/>
          <a:lstStyle/>
          <a:p>
            <a:pPr marL="0" indent="0">
              <a:lnSpc>
                <a:spcPts val="1200"/>
              </a:lnSpc>
              <a:buNone/>
            </a:pPr>
            <a:r>
              <a:rPr lang="en-US" sz="950" i="1" dirty="0">
                <a:solidFill>
                  <a:srgbClr val="2B3033"/>
                </a:solidFill>
                <a:latin typeface="Arial" pitchFamily="34" charset="0"/>
                <a:ea typeface="Arial" pitchFamily="34" charset="-122"/>
                <a:cs typeface="Arial" pitchFamily="34" charset="-120"/>
              </a:rPr>
              <a:t>Taak herverdelen via zaaksysteem, notificatie, logboek bijwerken.</a:t>
            </a:r>
            <a:endParaRPr lang="en-US" sz="950" dirty="0"/>
          </a:p>
        </p:txBody>
      </p:sp>
      <p:sp>
        <p:nvSpPr>
          <p:cNvPr id="34" name="Shape 32"/>
          <p:cNvSpPr/>
          <p:nvPr/>
        </p:nvSpPr>
        <p:spPr>
          <a:xfrm>
            <a:off x="777240" y="3828250"/>
            <a:ext cx="3611880" cy="1737360"/>
          </a:xfrm>
          <a:prstGeom prst="roundRect">
            <a:avLst>
              <a:gd name="adj" fmla="val 5263"/>
            </a:avLst>
          </a:prstGeom>
          <a:solidFill>
            <a:srgbClr val="F5F8FA"/>
          </a:solidFill>
          <a:ln/>
          <a:effectLst>
            <a:outerShdw blurRad="88900" dist="38100" dir="5400000" algn="bl" rotWithShape="0">
              <a:srgbClr val="000000">
                <a:alpha val="16000"/>
              </a:srgbClr>
            </a:outerShdw>
          </a:effectLst>
        </p:spPr>
        <p:txBody>
          <a:bodyPr/>
          <a:lstStyle/>
          <a:p>
            <a:endParaRPr lang="nl-NL"/>
          </a:p>
        </p:txBody>
      </p:sp>
      <p:sp>
        <p:nvSpPr>
          <p:cNvPr id="35" name="Shape 33"/>
          <p:cNvSpPr/>
          <p:nvPr/>
        </p:nvSpPr>
        <p:spPr>
          <a:xfrm>
            <a:off x="777240" y="3828250"/>
            <a:ext cx="82296" cy="1737360"/>
          </a:xfrm>
          <a:prstGeom prst="rect">
            <a:avLst/>
          </a:prstGeom>
          <a:solidFill>
            <a:srgbClr val="E76734"/>
          </a:solidFill>
          <a:ln/>
        </p:spPr>
        <p:txBody>
          <a:bodyPr/>
          <a:lstStyle/>
          <a:p>
            <a:endParaRPr lang="nl-NL"/>
          </a:p>
        </p:txBody>
      </p:sp>
      <p:sp>
        <p:nvSpPr>
          <p:cNvPr id="36" name="Shape 34"/>
          <p:cNvSpPr/>
          <p:nvPr/>
        </p:nvSpPr>
        <p:spPr>
          <a:xfrm>
            <a:off x="978408" y="4011130"/>
            <a:ext cx="384048" cy="384048"/>
          </a:xfrm>
          <a:prstGeom prst="ellipse">
            <a:avLst/>
          </a:prstGeom>
          <a:solidFill>
            <a:srgbClr val="E76734"/>
          </a:solidFill>
          <a:ln/>
        </p:spPr>
        <p:txBody>
          <a:bodyPr/>
          <a:lstStyle/>
          <a:p>
            <a:endParaRPr lang="nl-NL"/>
          </a:p>
        </p:txBody>
      </p:sp>
      <p:sp>
        <p:nvSpPr>
          <p:cNvPr id="37" name="Text 35"/>
          <p:cNvSpPr/>
          <p:nvPr/>
        </p:nvSpPr>
        <p:spPr>
          <a:xfrm>
            <a:off x="978408" y="3974554"/>
            <a:ext cx="384048" cy="384048"/>
          </a:xfrm>
          <a:prstGeom prst="rect">
            <a:avLst/>
          </a:prstGeom>
          <a:noFill/>
          <a:ln/>
        </p:spPr>
        <p:txBody>
          <a:bodyPr wrap="square" rtlCol="0" anchor="ctr"/>
          <a:lstStyle/>
          <a:p>
            <a:pPr marL="0" indent="0" algn="ctr">
              <a:buNone/>
            </a:pPr>
            <a:r>
              <a:rPr lang="en-US" sz="2000" b="1" dirty="0">
                <a:solidFill>
                  <a:srgbClr val="FFFFFF"/>
                </a:solidFill>
                <a:latin typeface="Helvetica" pitchFamily="34" charset="0"/>
                <a:ea typeface="Helvetica" pitchFamily="34" charset="-122"/>
                <a:cs typeface="Helvetica" pitchFamily="34" charset="-120"/>
              </a:rPr>
              <a:t>!</a:t>
            </a:r>
            <a:endParaRPr lang="en-US" sz="2000" dirty="0"/>
          </a:p>
        </p:txBody>
      </p:sp>
      <p:sp>
        <p:nvSpPr>
          <p:cNvPr id="38" name="Text 36"/>
          <p:cNvSpPr/>
          <p:nvPr/>
        </p:nvSpPr>
        <p:spPr>
          <a:xfrm>
            <a:off x="1490472" y="4047706"/>
            <a:ext cx="2697480" cy="320040"/>
          </a:xfrm>
          <a:prstGeom prst="rect">
            <a:avLst/>
          </a:prstGeom>
          <a:noFill/>
          <a:ln/>
        </p:spPr>
        <p:txBody>
          <a:bodyPr wrap="square" rtlCol="0" anchor="ctr"/>
          <a:lstStyle/>
          <a:p>
            <a:pPr marL="0" indent="0">
              <a:buNone/>
            </a:pPr>
            <a:r>
              <a:rPr lang="en-US" sz="950" b="1" kern="0" spc="50" dirty="0">
                <a:solidFill>
                  <a:srgbClr val="E76734"/>
                </a:solidFill>
                <a:latin typeface="Arial" pitchFamily="34" charset="0"/>
                <a:ea typeface="Arial" pitchFamily="34" charset="-122"/>
                <a:cs typeface="Arial" pitchFamily="34" charset="-120"/>
              </a:rPr>
              <a:t>EXTERN</a:t>
            </a:r>
            <a:r>
              <a:rPr lang="en-US" sz="950" kern="0" spc="50" dirty="0">
                <a:solidFill>
                  <a:srgbClr val="6B7680"/>
                </a:solidFill>
                <a:latin typeface="Arial" pitchFamily="34" charset="0"/>
                <a:ea typeface="Arial" pitchFamily="34" charset="-122"/>
                <a:cs typeface="Arial" pitchFamily="34" charset="-120"/>
              </a:rPr>
              <a:t>  ·  Journalist/burger</a:t>
            </a:r>
            <a:endParaRPr lang="en-US" sz="950" dirty="0"/>
          </a:p>
        </p:txBody>
      </p:sp>
      <p:sp>
        <p:nvSpPr>
          <p:cNvPr id="39" name="Text 37"/>
          <p:cNvSpPr/>
          <p:nvPr/>
        </p:nvSpPr>
        <p:spPr>
          <a:xfrm>
            <a:off x="1051560" y="4486618"/>
            <a:ext cx="3108960" cy="548640"/>
          </a:xfrm>
          <a:prstGeom prst="rect">
            <a:avLst/>
          </a:prstGeom>
          <a:noFill/>
          <a:ln/>
        </p:spPr>
        <p:txBody>
          <a:bodyPr wrap="square" rtlCol="0" anchor="t"/>
          <a:lstStyle/>
          <a:p>
            <a:pPr marL="0" indent="0">
              <a:lnSpc>
                <a:spcPts val="1550"/>
              </a:lnSpc>
              <a:buNone/>
            </a:pPr>
            <a:r>
              <a:rPr lang="en-US" sz="1300" b="1" dirty="0">
                <a:solidFill>
                  <a:srgbClr val="003362"/>
                </a:solidFill>
                <a:latin typeface="Arial" pitchFamily="34" charset="0"/>
                <a:ea typeface="Arial" pitchFamily="34" charset="-122"/>
                <a:cs typeface="Arial" pitchFamily="34" charset="-120"/>
              </a:rPr>
              <a:t>Verzoek tot inzage / Woo-verzoek</a:t>
            </a:r>
            <a:endParaRPr lang="en-US" sz="1300" dirty="0"/>
          </a:p>
        </p:txBody>
      </p:sp>
      <p:sp>
        <p:nvSpPr>
          <p:cNvPr id="40" name="Text 38"/>
          <p:cNvSpPr/>
          <p:nvPr/>
        </p:nvSpPr>
        <p:spPr>
          <a:xfrm>
            <a:off x="1051560" y="5035258"/>
            <a:ext cx="3108960" cy="438912"/>
          </a:xfrm>
          <a:prstGeom prst="rect">
            <a:avLst/>
          </a:prstGeom>
          <a:noFill/>
          <a:ln/>
        </p:spPr>
        <p:txBody>
          <a:bodyPr wrap="square" rtlCol="0" anchor="t"/>
          <a:lstStyle/>
          <a:p>
            <a:pPr marL="0" indent="0">
              <a:lnSpc>
                <a:spcPts val="1200"/>
              </a:lnSpc>
              <a:buNone/>
            </a:pPr>
            <a:r>
              <a:rPr lang="en-US" sz="950" i="1" dirty="0">
                <a:solidFill>
                  <a:srgbClr val="2B3033"/>
                </a:solidFill>
                <a:latin typeface="Arial" pitchFamily="34" charset="0"/>
                <a:ea typeface="Arial" pitchFamily="34" charset="-122"/>
                <a:cs typeface="Arial" pitchFamily="34" charset="-120"/>
              </a:rPr>
              <a:t>Nieuw Woo-dossier, documenten selecteren/anonimiseren, juridische toetsing.</a:t>
            </a:r>
            <a:endParaRPr lang="en-US" sz="950" dirty="0"/>
          </a:p>
        </p:txBody>
      </p:sp>
      <p:sp>
        <p:nvSpPr>
          <p:cNvPr id="41" name="Shape 39"/>
          <p:cNvSpPr/>
          <p:nvPr/>
        </p:nvSpPr>
        <p:spPr>
          <a:xfrm>
            <a:off x="4434840" y="3553930"/>
            <a:ext cx="3611880" cy="1737360"/>
          </a:xfrm>
          <a:prstGeom prst="roundRect">
            <a:avLst>
              <a:gd name="adj" fmla="val 5263"/>
            </a:avLst>
          </a:prstGeom>
          <a:solidFill>
            <a:srgbClr val="F5F8FA"/>
          </a:solidFill>
          <a:ln/>
          <a:effectLst>
            <a:outerShdw blurRad="88900" dist="38100" dir="5400000" algn="bl" rotWithShape="0">
              <a:srgbClr val="000000">
                <a:alpha val="16000"/>
              </a:srgbClr>
            </a:outerShdw>
          </a:effectLst>
        </p:spPr>
        <p:txBody>
          <a:bodyPr/>
          <a:lstStyle/>
          <a:p>
            <a:endParaRPr lang="nl-NL"/>
          </a:p>
        </p:txBody>
      </p:sp>
      <p:sp>
        <p:nvSpPr>
          <p:cNvPr id="42" name="Shape 40"/>
          <p:cNvSpPr/>
          <p:nvPr/>
        </p:nvSpPr>
        <p:spPr>
          <a:xfrm>
            <a:off x="4434840" y="3553930"/>
            <a:ext cx="82296" cy="1737360"/>
          </a:xfrm>
          <a:prstGeom prst="rect">
            <a:avLst/>
          </a:prstGeom>
          <a:solidFill>
            <a:srgbClr val="003362"/>
          </a:solidFill>
          <a:ln/>
        </p:spPr>
        <p:txBody>
          <a:bodyPr/>
          <a:lstStyle/>
          <a:p>
            <a:endParaRPr lang="nl-NL"/>
          </a:p>
        </p:txBody>
      </p:sp>
      <p:sp>
        <p:nvSpPr>
          <p:cNvPr id="43" name="Shape 41"/>
          <p:cNvSpPr/>
          <p:nvPr/>
        </p:nvSpPr>
        <p:spPr>
          <a:xfrm>
            <a:off x="4636008" y="3736810"/>
            <a:ext cx="384048" cy="384048"/>
          </a:xfrm>
          <a:prstGeom prst="ellipse">
            <a:avLst/>
          </a:prstGeom>
          <a:solidFill>
            <a:srgbClr val="003362"/>
          </a:solidFill>
          <a:ln/>
        </p:spPr>
        <p:txBody>
          <a:bodyPr/>
          <a:lstStyle/>
          <a:p>
            <a:endParaRPr lang="nl-NL"/>
          </a:p>
        </p:txBody>
      </p:sp>
      <p:sp>
        <p:nvSpPr>
          <p:cNvPr id="44" name="Text 42"/>
          <p:cNvSpPr/>
          <p:nvPr/>
        </p:nvSpPr>
        <p:spPr>
          <a:xfrm>
            <a:off x="4636008" y="3700234"/>
            <a:ext cx="384048" cy="384048"/>
          </a:xfrm>
          <a:prstGeom prst="rect">
            <a:avLst/>
          </a:prstGeom>
          <a:noFill/>
          <a:ln/>
        </p:spPr>
        <p:txBody>
          <a:bodyPr wrap="square" rtlCol="0" anchor="ctr"/>
          <a:lstStyle/>
          <a:p>
            <a:pPr marL="0" indent="0" algn="ctr">
              <a:buNone/>
            </a:pPr>
            <a:r>
              <a:rPr lang="en-US" sz="2000" b="1" dirty="0">
                <a:solidFill>
                  <a:srgbClr val="FFFFFF"/>
                </a:solidFill>
                <a:latin typeface="Helvetica" pitchFamily="34" charset="0"/>
                <a:ea typeface="Helvetica" pitchFamily="34" charset="-122"/>
                <a:cs typeface="Helvetica" pitchFamily="34" charset="-120"/>
              </a:rPr>
              <a:t>!</a:t>
            </a:r>
            <a:endParaRPr lang="en-US" sz="2000" dirty="0"/>
          </a:p>
        </p:txBody>
      </p:sp>
      <p:sp>
        <p:nvSpPr>
          <p:cNvPr id="45" name="Text 43"/>
          <p:cNvSpPr/>
          <p:nvPr/>
        </p:nvSpPr>
        <p:spPr>
          <a:xfrm>
            <a:off x="5148072" y="3773386"/>
            <a:ext cx="2697480" cy="320040"/>
          </a:xfrm>
          <a:prstGeom prst="rect">
            <a:avLst/>
          </a:prstGeom>
          <a:noFill/>
          <a:ln/>
        </p:spPr>
        <p:txBody>
          <a:bodyPr wrap="square" rtlCol="0" anchor="ctr"/>
          <a:lstStyle/>
          <a:p>
            <a:pPr marL="0" indent="0">
              <a:buNone/>
            </a:pPr>
            <a:r>
              <a:rPr lang="en-US" sz="950" b="1" kern="0" spc="50" dirty="0">
                <a:solidFill>
                  <a:srgbClr val="003362"/>
                </a:solidFill>
                <a:latin typeface="Arial" pitchFamily="34" charset="0"/>
                <a:ea typeface="Arial" pitchFamily="34" charset="-122"/>
                <a:cs typeface="Arial" pitchFamily="34" charset="-120"/>
              </a:rPr>
              <a:t>INTERN</a:t>
            </a:r>
            <a:r>
              <a:rPr lang="en-US" sz="950" kern="0" spc="50" dirty="0">
                <a:solidFill>
                  <a:srgbClr val="6B7680"/>
                </a:solidFill>
                <a:latin typeface="Arial" pitchFamily="34" charset="0"/>
                <a:ea typeface="Arial" pitchFamily="34" charset="-122"/>
                <a:cs typeface="Arial" pitchFamily="34" charset="-120"/>
              </a:rPr>
              <a:t>  ·  College/Raad</a:t>
            </a:r>
            <a:endParaRPr lang="en-US" sz="950" dirty="0"/>
          </a:p>
        </p:txBody>
      </p:sp>
      <p:sp>
        <p:nvSpPr>
          <p:cNvPr id="46" name="Text 44"/>
          <p:cNvSpPr/>
          <p:nvPr/>
        </p:nvSpPr>
        <p:spPr>
          <a:xfrm>
            <a:off x="4709160" y="4212298"/>
            <a:ext cx="3108960" cy="548640"/>
          </a:xfrm>
          <a:prstGeom prst="rect">
            <a:avLst/>
          </a:prstGeom>
          <a:noFill/>
          <a:ln/>
        </p:spPr>
        <p:txBody>
          <a:bodyPr wrap="square" rtlCol="0" anchor="t"/>
          <a:lstStyle/>
          <a:p>
            <a:pPr marL="0" indent="0">
              <a:lnSpc>
                <a:spcPts val="1550"/>
              </a:lnSpc>
              <a:buNone/>
            </a:pPr>
            <a:r>
              <a:rPr lang="en-US" sz="1300" b="1" dirty="0">
                <a:solidFill>
                  <a:srgbClr val="003362"/>
                </a:solidFill>
                <a:latin typeface="Arial" pitchFamily="34" charset="0"/>
                <a:ea typeface="Arial" pitchFamily="34" charset="-122"/>
                <a:cs typeface="Arial" pitchFamily="34" charset="-120"/>
              </a:rPr>
              <a:t>Politieke/bestuurlijke interventie</a:t>
            </a:r>
            <a:endParaRPr lang="en-US" sz="1300" dirty="0"/>
          </a:p>
        </p:txBody>
      </p:sp>
      <p:sp>
        <p:nvSpPr>
          <p:cNvPr id="47" name="Text 45"/>
          <p:cNvSpPr/>
          <p:nvPr/>
        </p:nvSpPr>
        <p:spPr>
          <a:xfrm>
            <a:off x="4709160" y="4760938"/>
            <a:ext cx="3108960" cy="438912"/>
          </a:xfrm>
          <a:prstGeom prst="rect">
            <a:avLst/>
          </a:prstGeom>
          <a:noFill/>
          <a:ln/>
        </p:spPr>
        <p:txBody>
          <a:bodyPr wrap="square" rtlCol="0" anchor="t"/>
          <a:lstStyle/>
          <a:p>
            <a:pPr marL="0" indent="0">
              <a:lnSpc>
                <a:spcPts val="1200"/>
              </a:lnSpc>
              <a:buNone/>
            </a:pPr>
            <a:r>
              <a:rPr lang="en-US" sz="950" i="1" dirty="0">
                <a:solidFill>
                  <a:srgbClr val="2B3033"/>
                </a:solidFill>
                <a:latin typeface="Arial" pitchFamily="34" charset="0"/>
                <a:ea typeface="Arial" pitchFamily="34" charset="-122"/>
                <a:cs typeface="Arial" pitchFamily="34" charset="-120"/>
              </a:rPr>
              <a:t>Tijdelijke stop verwerken, communicatie, blokkade intake indien nodig.</a:t>
            </a:r>
            <a:endParaRPr lang="en-US" sz="950" dirty="0"/>
          </a:p>
        </p:txBody>
      </p:sp>
      <p:sp>
        <p:nvSpPr>
          <p:cNvPr id="48" name="Shape 46"/>
          <p:cNvSpPr/>
          <p:nvPr/>
        </p:nvSpPr>
        <p:spPr>
          <a:xfrm>
            <a:off x="8138160" y="3873970"/>
            <a:ext cx="3547872" cy="1737360"/>
          </a:xfrm>
          <a:prstGeom prst="roundRect">
            <a:avLst>
              <a:gd name="adj" fmla="val 5263"/>
            </a:avLst>
          </a:prstGeom>
          <a:solidFill>
            <a:srgbClr val="F5F8FA"/>
          </a:solidFill>
          <a:ln/>
          <a:effectLst>
            <a:outerShdw blurRad="88900" dist="38100" dir="5400000" algn="bl" rotWithShape="0">
              <a:srgbClr val="000000">
                <a:alpha val="16000"/>
              </a:srgbClr>
            </a:outerShdw>
          </a:effectLst>
        </p:spPr>
        <p:txBody>
          <a:bodyPr/>
          <a:lstStyle/>
          <a:p>
            <a:endParaRPr lang="nl-NL"/>
          </a:p>
        </p:txBody>
      </p:sp>
      <p:sp>
        <p:nvSpPr>
          <p:cNvPr id="49" name="Shape 47"/>
          <p:cNvSpPr/>
          <p:nvPr/>
        </p:nvSpPr>
        <p:spPr>
          <a:xfrm>
            <a:off x="8138160" y="3873970"/>
            <a:ext cx="82296" cy="1737360"/>
          </a:xfrm>
          <a:prstGeom prst="rect">
            <a:avLst/>
          </a:prstGeom>
          <a:solidFill>
            <a:srgbClr val="E76734"/>
          </a:solidFill>
          <a:ln/>
        </p:spPr>
        <p:txBody>
          <a:bodyPr/>
          <a:lstStyle/>
          <a:p>
            <a:endParaRPr lang="nl-NL"/>
          </a:p>
        </p:txBody>
      </p:sp>
      <p:sp>
        <p:nvSpPr>
          <p:cNvPr id="50" name="Shape 48"/>
          <p:cNvSpPr/>
          <p:nvPr/>
        </p:nvSpPr>
        <p:spPr>
          <a:xfrm>
            <a:off x="8339328" y="4056850"/>
            <a:ext cx="384048" cy="384048"/>
          </a:xfrm>
          <a:prstGeom prst="ellipse">
            <a:avLst/>
          </a:prstGeom>
          <a:solidFill>
            <a:srgbClr val="E76734"/>
          </a:solidFill>
          <a:ln/>
        </p:spPr>
        <p:txBody>
          <a:bodyPr/>
          <a:lstStyle/>
          <a:p>
            <a:endParaRPr lang="nl-NL"/>
          </a:p>
        </p:txBody>
      </p:sp>
      <p:sp>
        <p:nvSpPr>
          <p:cNvPr id="51" name="Text 49"/>
          <p:cNvSpPr/>
          <p:nvPr/>
        </p:nvSpPr>
        <p:spPr>
          <a:xfrm>
            <a:off x="8339328" y="4020274"/>
            <a:ext cx="384048" cy="384048"/>
          </a:xfrm>
          <a:prstGeom prst="rect">
            <a:avLst/>
          </a:prstGeom>
          <a:noFill/>
          <a:ln/>
        </p:spPr>
        <p:txBody>
          <a:bodyPr wrap="square" rtlCol="0" anchor="ctr"/>
          <a:lstStyle/>
          <a:p>
            <a:pPr marL="0" indent="0" algn="ctr">
              <a:buNone/>
            </a:pPr>
            <a:r>
              <a:rPr lang="en-US" sz="2000" b="1" dirty="0">
                <a:solidFill>
                  <a:srgbClr val="FFFFFF"/>
                </a:solidFill>
                <a:latin typeface="Helvetica" pitchFamily="34" charset="0"/>
                <a:ea typeface="Helvetica" pitchFamily="34" charset="-122"/>
                <a:cs typeface="Helvetica" pitchFamily="34" charset="-120"/>
              </a:rPr>
              <a:t>!</a:t>
            </a:r>
            <a:endParaRPr lang="en-US" sz="2000" dirty="0"/>
          </a:p>
        </p:txBody>
      </p:sp>
      <p:sp>
        <p:nvSpPr>
          <p:cNvPr id="52" name="Text 50"/>
          <p:cNvSpPr/>
          <p:nvPr/>
        </p:nvSpPr>
        <p:spPr>
          <a:xfrm>
            <a:off x="8851392" y="4093426"/>
            <a:ext cx="2633472" cy="320040"/>
          </a:xfrm>
          <a:prstGeom prst="rect">
            <a:avLst/>
          </a:prstGeom>
          <a:noFill/>
          <a:ln/>
        </p:spPr>
        <p:txBody>
          <a:bodyPr wrap="square" rtlCol="0" anchor="ctr"/>
          <a:lstStyle/>
          <a:p>
            <a:pPr marL="0" indent="0">
              <a:buNone/>
            </a:pPr>
            <a:r>
              <a:rPr lang="en-US" sz="950" b="1" kern="0" spc="50" dirty="0">
                <a:solidFill>
                  <a:srgbClr val="E76734"/>
                </a:solidFill>
                <a:latin typeface="Arial" pitchFamily="34" charset="0"/>
                <a:ea typeface="Arial" pitchFamily="34" charset="-122"/>
                <a:cs typeface="Arial" pitchFamily="34" charset="-120"/>
              </a:rPr>
              <a:t>EXTERN</a:t>
            </a:r>
            <a:r>
              <a:rPr lang="en-US" sz="950" kern="0" spc="50" dirty="0">
                <a:solidFill>
                  <a:srgbClr val="6B7680"/>
                </a:solidFill>
                <a:latin typeface="Arial" pitchFamily="34" charset="0"/>
                <a:ea typeface="Arial" pitchFamily="34" charset="-122"/>
                <a:cs typeface="Arial" pitchFamily="34" charset="-120"/>
              </a:rPr>
              <a:t>  ·  Rijksoverheid</a:t>
            </a:r>
            <a:endParaRPr lang="en-US" sz="950" dirty="0"/>
          </a:p>
        </p:txBody>
      </p:sp>
      <p:sp>
        <p:nvSpPr>
          <p:cNvPr id="53" name="Text 51"/>
          <p:cNvSpPr/>
          <p:nvPr/>
        </p:nvSpPr>
        <p:spPr>
          <a:xfrm>
            <a:off x="8412480" y="4532338"/>
            <a:ext cx="3044952" cy="548640"/>
          </a:xfrm>
          <a:prstGeom prst="rect">
            <a:avLst/>
          </a:prstGeom>
          <a:noFill/>
          <a:ln/>
        </p:spPr>
        <p:txBody>
          <a:bodyPr wrap="square" rtlCol="0" anchor="t"/>
          <a:lstStyle/>
          <a:p>
            <a:pPr marL="0" indent="0">
              <a:lnSpc>
                <a:spcPts val="1550"/>
              </a:lnSpc>
              <a:buNone/>
            </a:pPr>
            <a:r>
              <a:rPr lang="en-US" sz="1300" b="1" dirty="0">
                <a:solidFill>
                  <a:srgbClr val="003362"/>
                </a:solidFill>
                <a:latin typeface="Arial" pitchFamily="34" charset="0"/>
                <a:ea typeface="Arial" pitchFamily="34" charset="-122"/>
                <a:cs typeface="Arial" pitchFamily="34" charset="-120"/>
              </a:rPr>
              <a:t>Wijziging wet-/regelgeving (Omgevingswet)</a:t>
            </a:r>
            <a:endParaRPr lang="en-US" sz="1300" dirty="0"/>
          </a:p>
        </p:txBody>
      </p:sp>
      <p:sp>
        <p:nvSpPr>
          <p:cNvPr id="54" name="Text 52"/>
          <p:cNvSpPr/>
          <p:nvPr/>
        </p:nvSpPr>
        <p:spPr>
          <a:xfrm>
            <a:off x="8412480" y="5080978"/>
            <a:ext cx="3044952" cy="438912"/>
          </a:xfrm>
          <a:prstGeom prst="rect">
            <a:avLst/>
          </a:prstGeom>
          <a:noFill/>
          <a:ln/>
        </p:spPr>
        <p:txBody>
          <a:bodyPr wrap="square" rtlCol="0" anchor="t"/>
          <a:lstStyle/>
          <a:p>
            <a:pPr marL="0" indent="0">
              <a:lnSpc>
                <a:spcPts val="1200"/>
              </a:lnSpc>
              <a:buNone/>
            </a:pPr>
            <a:r>
              <a:rPr lang="en-US" sz="950" i="1" dirty="0">
                <a:solidFill>
                  <a:srgbClr val="2B3033"/>
                </a:solidFill>
                <a:latin typeface="Arial" pitchFamily="34" charset="0"/>
                <a:ea typeface="Arial" pitchFamily="34" charset="-122"/>
                <a:cs typeface="Arial" pitchFamily="34" charset="-120"/>
              </a:rPr>
              <a:t>Proces- en systeemanalyse, workflows/sjablonen aanpassen, medewerkers informeren.</a:t>
            </a:r>
            <a:endParaRPr lang="en-US" sz="950" dirty="0"/>
          </a:p>
        </p:txBody>
      </p:sp>
      <p:sp>
        <p:nvSpPr>
          <p:cNvPr id="56" name="Shape 5">
            <a:extLst>
              <a:ext uri="{FF2B5EF4-FFF2-40B4-BE49-F238E27FC236}">
                <a16:creationId xmlns:a16="http://schemas.microsoft.com/office/drawing/2014/main" id="{FF963340-1DB9-5AC6-8464-E2B73B59E76C}"/>
              </a:ext>
            </a:extLst>
          </p:cNvPr>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58" name="Text 6">
            <a:extLst>
              <a:ext uri="{FF2B5EF4-FFF2-40B4-BE49-F238E27FC236}">
                <a16:creationId xmlns:a16="http://schemas.microsoft.com/office/drawing/2014/main" id="{B172B9A8-2B20-48DF-BB46-255188FBA297}"/>
              </a:ext>
            </a:extLst>
          </p:cNvPr>
          <p:cNvSpPr/>
          <p:nvPr/>
        </p:nvSpPr>
        <p:spPr>
          <a:xfrm>
            <a:off x="9923121" y="294489"/>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Tree>
    <p:extLst>
      <p:ext uri="{BB962C8B-B14F-4D97-AF65-F5344CB8AC3E}">
        <p14:creationId xmlns:p14="http://schemas.microsoft.com/office/powerpoint/2010/main" val="3696204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FUNCTIONELE INVULLING — FUNCTIONALITEITEN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Prioritering van functionaliteiten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7" name="Text 5"/>
          <p:cNvSpPr/>
          <p:nvPr/>
        </p:nvSpPr>
        <p:spPr>
          <a:xfrm>
            <a:off x="502920" y="1051560"/>
            <a:ext cx="10972800" cy="320040"/>
          </a:xfrm>
          <a:prstGeom prst="rect">
            <a:avLst/>
          </a:prstGeom>
          <a:noFill/>
          <a:ln/>
        </p:spPr>
        <p:txBody>
          <a:bodyPr wrap="square" lIns="91440" tIns="45720" rIns="91440" bIns="45720" rtlCol="0" anchor="ctr"/>
          <a:lstStyle/>
          <a:p>
            <a:r>
              <a:rPr lang="en-US" sz="1200" i="1" dirty="0">
                <a:solidFill>
                  <a:srgbClr val="6B7680"/>
                </a:solidFill>
                <a:latin typeface="Arial"/>
                <a:ea typeface="Arial" pitchFamily="34" charset="-122"/>
                <a:cs typeface="Arial"/>
              </a:rPr>
              <a:t>Per </a:t>
            </a:r>
            <a:r>
              <a:rPr lang="en-US" sz="1200" i="1" dirty="0" err="1">
                <a:solidFill>
                  <a:srgbClr val="6B7680"/>
                </a:solidFill>
                <a:latin typeface="Arial"/>
                <a:ea typeface="Arial" pitchFamily="34" charset="-122"/>
                <a:cs typeface="Arial"/>
              </a:rPr>
              <a:t>functionaliteit</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beoordelen</a:t>
            </a:r>
            <a:r>
              <a:rPr lang="en-US" sz="1200" i="1" dirty="0">
                <a:solidFill>
                  <a:srgbClr val="6B7680"/>
                </a:solidFill>
                <a:latin typeface="Arial"/>
                <a:ea typeface="Arial" pitchFamily="34" charset="-122"/>
                <a:cs typeface="Arial"/>
              </a:rPr>
              <a:t> we de </a:t>
            </a:r>
            <a:r>
              <a:rPr lang="en-US" sz="1200" i="1" dirty="0" err="1">
                <a:solidFill>
                  <a:srgbClr val="6B7680"/>
                </a:solidFill>
                <a:latin typeface="Arial"/>
                <a:ea typeface="Arial" pitchFamily="34" charset="-122"/>
                <a:cs typeface="Arial"/>
              </a:rPr>
              <a:t>toegevoegde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waarde</a:t>
            </a:r>
            <a:r>
              <a:rPr lang="en-US" sz="1200" i="1" dirty="0">
                <a:solidFill>
                  <a:srgbClr val="6B7680"/>
                </a:solidFill>
                <a:latin typeface="Arial"/>
                <a:ea typeface="Arial" pitchFamily="34" charset="-122"/>
                <a:cs typeface="Arial"/>
              </a:rPr>
              <a:t> ten </a:t>
            </a:r>
            <a:r>
              <a:rPr lang="en-US" sz="1200" i="1" dirty="0" err="1">
                <a:solidFill>
                  <a:srgbClr val="6B7680"/>
                </a:solidFill>
                <a:latin typeface="Arial"/>
                <a:ea typeface="Arial" pitchFamily="34" charset="-122"/>
                <a:cs typeface="Arial"/>
              </a:rPr>
              <a:t>opzichte</a:t>
            </a:r>
            <a:r>
              <a:rPr lang="en-US" sz="1200" i="1" dirty="0">
                <a:solidFill>
                  <a:srgbClr val="6B7680"/>
                </a:solidFill>
                <a:latin typeface="Arial"/>
                <a:ea typeface="Arial" pitchFamily="34" charset="-122"/>
                <a:cs typeface="Arial"/>
              </a:rPr>
              <a:t> van het </a:t>
            </a:r>
            <a:r>
              <a:rPr lang="en-US" sz="1200" i="1" dirty="0" err="1">
                <a:solidFill>
                  <a:srgbClr val="6B7680"/>
                </a:solidFill>
                <a:latin typeface="Arial"/>
                <a:ea typeface="Arial" pitchFamily="34" charset="-122"/>
                <a:cs typeface="Arial"/>
              </a:rPr>
              <a:t>risico</a:t>
            </a:r>
            <a:r>
              <a:rPr lang="en-US" sz="1200" i="1" dirty="0">
                <a:solidFill>
                  <a:srgbClr val="6B7680"/>
                </a:solidFill>
                <a:latin typeface="Arial"/>
                <a:ea typeface="Arial" pitchFamily="34" charset="-122"/>
                <a:cs typeface="Arial"/>
              </a:rPr>
              <a:t> om tot </a:t>
            </a:r>
            <a:r>
              <a:rPr lang="en-US" sz="1200" i="1" dirty="0" err="1">
                <a:solidFill>
                  <a:srgbClr val="6B7680"/>
                </a:solidFill>
                <a:latin typeface="Arial"/>
                <a:ea typeface="Arial" pitchFamily="34" charset="-122"/>
                <a:cs typeface="Arial"/>
              </a:rPr>
              <a:t>een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juiste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prioritering</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te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komen</a:t>
            </a:r>
            <a:r>
              <a:rPr lang="en-US" sz="1200" i="1" dirty="0">
                <a:solidFill>
                  <a:srgbClr val="6B7680"/>
                </a:solidFill>
                <a:latin typeface="Arial"/>
                <a:ea typeface="Arial" pitchFamily="34" charset="-122"/>
                <a:cs typeface="Arial"/>
              </a:rPr>
              <a:t>.</a:t>
            </a:r>
            <a:endParaRPr lang="en-US" sz="1200" dirty="0">
              <a:latin typeface="Arial"/>
              <a:cs typeface="Arial"/>
            </a:endParaRPr>
          </a:p>
        </p:txBody>
      </p:sp>
      <p:sp>
        <p:nvSpPr>
          <p:cNvPr id="8" name="Shape 6"/>
          <p:cNvSpPr/>
          <p:nvPr/>
        </p:nvSpPr>
        <p:spPr>
          <a:xfrm>
            <a:off x="1828800" y="1691640"/>
            <a:ext cx="3931920" cy="2057400"/>
          </a:xfrm>
          <a:prstGeom prst="rect">
            <a:avLst/>
          </a:prstGeom>
          <a:solidFill>
            <a:srgbClr val="F5F8FA"/>
          </a:solidFill>
          <a:ln w="25400">
            <a:solidFill>
              <a:srgbClr val="FFFFFF"/>
            </a:solidFill>
            <a:prstDash val="solid"/>
          </a:ln>
        </p:spPr>
        <p:txBody>
          <a:bodyPr/>
          <a:lstStyle/>
          <a:p>
            <a:endParaRPr lang="nl-NL"/>
          </a:p>
        </p:txBody>
      </p:sp>
      <p:sp>
        <p:nvSpPr>
          <p:cNvPr id="9" name="Text 7"/>
          <p:cNvSpPr/>
          <p:nvPr/>
        </p:nvSpPr>
        <p:spPr>
          <a:xfrm>
            <a:off x="1828800" y="2308860"/>
            <a:ext cx="3931920" cy="365760"/>
          </a:xfrm>
          <a:prstGeom prst="rect">
            <a:avLst/>
          </a:prstGeom>
          <a:noFill/>
          <a:ln/>
        </p:spPr>
        <p:txBody>
          <a:bodyPr wrap="square" rtlCol="0" anchor="ctr"/>
          <a:lstStyle/>
          <a:p>
            <a:pPr marL="0" indent="0" algn="ctr">
              <a:buNone/>
            </a:pPr>
            <a:r>
              <a:rPr lang="en-US" sz="1500" b="1" dirty="0">
                <a:solidFill>
                  <a:srgbClr val="E76734"/>
                </a:solidFill>
                <a:latin typeface="Arial" pitchFamily="34" charset="0"/>
                <a:ea typeface="Arial" pitchFamily="34" charset="-122"/>
                <a:cs typeface="Arial" pitchFamily="34" charset="-120"/>
              </a:rPr>
              <a:t>Onderzoeken</a:t>
            </a:r>
            <a:endParaRPr lang="en-US" sz="1500" dirty="0"/>
          </a:p>
        </p:txBody>
      </p:sp>
      <p:sp>
        <p:nvSpPr>
          <p:cNvPr id="10" name="Text 8"/>
          <p:cNvSpPr/>
          <p:nvPr/>
        </p:nvSpPr>
        <p:spPr>
          <a:xfrm>
            <a:off x="1828800" y="2720340"/>
            <a:ext cx="3931920" cy="274320"/>
          </a:xfrm>
          <a:prstGeom prst="rect">
            <a:avLst/>
          </a:prstGeom>
          <a:noFill/>
          <a:ln/>
        </p:spPr>
        <p:txBody>
          <a:bodyPr wrap="square" rtlCol="0" anchor="ctr"/>
          <a:lstStyle/>
          <a:p>
            <a:pPr marL="0" indent="0" algn="ctr">
              <a:buNone/>
            </a:pPr>
            <a:r>
              <a:rPr lang="en-US" sz="1200" i="1" dirty="0">
                <a:solidFill>
                  <a:srgbClr val="6B7680"/>
                </a:solidFill>
                <a:latin typeface="Arial" pitchFamily="34" charset="0"/>
                <a:ea typeface="Arial" pitchFamily="34" charset="-122"/>
                <a:cs typeface="Arial" pitchFamily="34" charset="-120"/>
              </a:rPr>
              <a:t>hoge waarde, hoog risico</a:t>
            </a:r>
            <a:endParaRPr lang="en-US" sz="1200" dirty="0"/>
          </a:p>
        </p:txBody>
      </p:sp>
      <p:sp>
        <p:nvSpPr>
          <p:cNvPr id="11" name="Shape 9"/>
          <p:cNvSpPr/>
          <p:nvPr/>
        </p:nvSpPr>
        <p:spPr>
          <a:xfrm>
            <a:off x="5760720" y="1691640"/>
            <a:ext cx="3931920" cy="2057400"/>
          </a:xfrm>
          <a:prstGeom prst="rect">
            <a:avLst/>
          </a:prstGeom>
          <a:solidFill>
            <a:srgbClr val="F5F8FA"/>
          </a:solidFill>
          <a:ln w="25400">
            <a:solidFill>
              <a:srgbClr val="FFFFFF"/>
            </a:solidFill>
            <a:prstDash val="solid"/>
          </a:ln>
        </p:spPr>
        <p:txBody>
          <a:bodyPr/>
          <a:lstStyle/>
          <a:p>
            <a:endParaRPr lang="nl-NL"/>
          </a:p>
        </p:txBody>
      </p:sp>
      <p:sp>
        <p:nvSpPr>
          <p:cNvPr id="12" name="Text 10"/>
          <p:cNvSpPr/>
          <p:nvPr/>
        </p:nvSpPr>
        <p:spPr>
          <a:xfrm>
            <a:off x="5760720" y="2308860"/>
            <a:ext cx="3931920" cy="365760"/>
          </a:xfrm>
          <a:prstGeom prst="rect">
            <a:avLst/>
          </a:prstGeom>
          <a:noFill/>
          <a:ln/>
        </p:spPr>
        <p:txBody>
          <a:bodyPr wrap="square" rtlCol="0" anchor="ctr"/>
          <a:lstStyle/>
          <a:p>
            <a:pPr marL="0" indent="0" algn="ctr">
              <a:buNone/>
            </a:pPr>
            <a:r>
              <a:rPr lang="en-US" sz="1500" b="1" dirty="0">
                <a:solidFill>
                  <a:srgbClr val="00A876"/>
                </a:solidFill>
                <a:latin typeface="Arial" pitchFamily="34" charset="0"/>
                <a:ea typeface="Arial" pitchFamily="34" charset="-122"/>
                <a:cs typeface="Arial" pitchFamily="34" charset="-120"/>
              </a:rPr>
              <a:t>Bouwen en meten</a:t>
            </a:r>
            <a:endParaRPr lang="en-US" sz="1500" dirty="0"/>
          </a:p>
        </p:txBody>
      </p:sp>
      <p:sp>
        <p:nvSpPr>
          <p:cNvPr id="13" name="Text 11"/>
          <p:cNvSpPr/>
          <p:nvPr/>
        </p:nvSpPr>
        <p:spPr>
          <a:xfrm>
            <a:off x="5760720" y="2720340"/>
            <a:ext cx="3931920" cy="274320"/>
          </a:xfrm>
          <a:prstGeom prst="rect">
            <a:avLst/>
          </a:prstGeom>
          <a:noFill/>
          <a:ln/>
        </p:spPr>
        <p:txBody>
          <a:bodyPr wrap="square" rtlCol="0" anchor="ctr"/>
          <a:lstStyle/>
          <a:p>
            <a:pPr marL="0" indent="0" algn="ctr">
              <a:buNone/>
            </a:pPr>
            <a:r>
              <a:rPr lang="en-US" sz="1200" i="1" dirty="0">
                <a:solidFill>
                  <a:srgbClr val="6B7680"/>
                </a:solidFill>
                <a:latin typeface="Arial" pitchFamily="34" charset="0"/>
                <a:ea typeface="Arial" pitchFamily="34" charset="-122"/>
                <a:cs typeface="Arial" pitchFamily="34" charset="-120"/>
              </a:rPr>
              <a:t>hoge waarde, laag risico</a:t>
            </a:r>
            <a:endParaRPr lang="en-US" sz="1200" dirty="0"/>
          </a:p>
        </p:txBody>
      </p:sp>
      <p:sp>
        <p:nvSpPr>
          <p:cNvPr id="14" name="Shape 12"/>
          <p:cNvSpPr/>
          <p:nvPr/>
        </p:nvSpPr>
        <p:spPr>
          <a:xfrm>
            <a:off x="1828800" y="3749040"/>
            <a:ext cx="3931920" cy="2057400"/>
          </a:xfrm>
          <a:prstGeom prst="rect">
            <a:avLst/>
          </a:prstGeom>
          <a:solidFill>
            <a:srgbClr val="F5F8FA"/>
          </a:solidFill>
          <a:ln w="25400">
            <a:solidFill>
              <a:srgbClr val="FFFFFF"/>
            </a:solidFill>
            <a:prstDash val="solid"/>
          </a:ln>
        </p:spPr>
        <p:txBody>
          <a:bodyPr/>
          <a:lstStyle/>
          <a:p>
            <a:endParaRPr lang="nl-NL"/>
          </a:p>
        </p:txBody>
      </p:sp>
      <p:sp>
        <p:nvSpPr>
          <p:cNvPr id="15" name="Text 13"/>
          <p:cNvSpPr/>
          <p:nvPr/>
        </p:nvSpPr>
        <p:spPr>
          <a:xfrm>
            <a:off x="1828800" y="4366260"/>
            <a:ext cx="3931920" cy="365760"/>
          </a:xfrm>
          <a:prstGeom prst="rect">
            <a:avLst/>
          </a:prstGeom>
          <a:noFill/>
          <a:ln/>
        </p:spPr>
        <p:txBody>
          <a:bodyPr wrap="square" rtlCol="0" anchor="ctr"/>
          <a:lstStyle/>
          <a:p>
            <a:pPr marL="0" indent="0" algn="ctr">
              <a:buNone/>
            </a:pPr>
            <a:r>
              <a:rPr lang="en-US" sz="1500" b="1" dirty="0">
                <a:solidFill>
                  <a:srgbClr val="4A5559"/>
                </a:solidFill>
                <a:latin typeface="Arial" pitchFamily="34" charset="0"/>
                <a:ea typeface="Arial" pitchFamily="34" charset="-122"/>
                <a:cs typeface="Arial" pitchFamily="34" charset="-120"/>
              </a:rPr>
              <a:t>Weggooien</a:t>
            </a:r>
            <a:endParaRPr lang="en-US" sz="1500" dirty="0"/>
          </a:p>
        </p:txBody>
      </p:sp>
      <p:sp>
        <p:nvSpPr>
          <p:cNvPr id="16" name="Text 14"/>
          <p:cNvSpPr/>
          <p:nvPr/>
        </p:nvSpPr>
        <p:spPr>
          <a:xfrm>
            <a:off x="1828800" y="4777740"/>
            <a:ext cx="3931920" cy="274320"/>
          </a:xfrm>
          <a:prstGeom prst="rect">
            <a:avLst/>
          </a:prstGeom>
          <a:noFill/>
          <a:ln/>
        </p:spPr>
        <p:txBody>
          <a:bodyPr wrap="square" rtlCol="0" anchor="ctr"/>
          <a:lstStyle/>
          <a:p>
            <a:pPr marL="0" indent="0" algn="ctr">
              <a:buNone/>
            </a:pPr>
            <a:r>
              <a:rPr lang="en-US" sz="1200" i="1" dirty="0">
                <a:solidFill>
                  <a:srgbClr val="6B7680"/>
                </a:solidFill>
                <a:latin typeface="Arial" pitchFamily="34" charset="0"/>
                <a:ea typeface="Arial" pitchFamily="34" charset="-122"/>
                <a:cs typeface="Arial" pitchFamily="34" charset="-120"/>
              </a:rPr>
              <a:t>lage waarde, hoog risico</a:t>
            </a:r>
            <a:endParaRPr lang="en-US" sz="1200" dirty="0"/>
          </a:p>
        </p:txBody>
      </p:sp>
      <p:sp>
        <p:nvSpPr>
          <p:cNvPr id="17" name="Shape 15"/>
          <p:cNvSpPr/>
          <p:nvPr/>
        </p:nvSpPr>
        <p:spPr>
          <a:xfrm>
            <a:off x="5760720" y="3749040"/>
            <a:ext cx="3931920" cy="2057400"/>
          </a:xfrm>
          <a:prstGeom prst="rect">
            <a:avLst/>
          </a:prstGeom>
          <a:solidFill>
            <a:srgbClr val="F5F8FA"/>
          </a:solidFill>
          <a:ln w="25400">
            <a:solidFill>
              <a:srgbClr val="FFFFFF"/>
            </a:solidFill>
            <a:prstDash val="solid"/>
          </a:ln>
        </p:spPr>
        <p:txBody>
          <a:bodyPr/>
          <a:lstStyle/>
          <a:p>
            <a:endParaRPr lang="nl-NL"/>
          </a:p>
        </p:txBody>
      </p:sp>
      <p:sp>
        <p:nvSpPr>
          <p:cNvPr id="18" name="Text 16"/>
          <p:cNvSpPr/>
          <p:nvPr/>
        </p:nvSpPr>
        <p:spPr>
          <a:xfrm>
            <a:off x="5760720" y="4366260"/>
            <a:ext cx="3931920" cy="365760"/>
          </a:xfrm>
          <a:prstGeom prst="rect">
            <a:avLst/>
          </a:prstGeom>
          <a:noFill/>
          <a:ln/>
        </p:spPr>
        <p:txBody>
          <a:bodyPr wrap="square" rtlCol="0" anchor="ctr"/>
          <a:lstStyle/>
          <a:p>
            <a:pPr marL="0" indent="0" algn="ctr">
              <a:buNone/>
            </a:pPr>
            <a:r>
              <a:rPr lang="en-US" sz="1500" b="1" dirty="0">
                <a:solidFill>
                  <a:srgbClr val="6B7680"/>
                </a:solidFill>
                <a:latin typeface="Arial" pitchFamily="34" charset="0"/>
                <a:ea typeface="Arial" pitchFamily="34" charset="-122"/>
                <a:cs typeface="Arial" pitchFamily="34" charset="-120"/>
              </a:rPr>
              <a:t>Afwachten</a:t>
            </a:r>
            <a:endParaRPr lang="en-US" sz="1500" dirty="0"/>
          </a:p>
        </p:txBody>
      </p:sp>
      <p:sp>
        <p:nvSpPr>
          <p:cNvPr id="19" name="Text 17"/>
          <p:cNvSpPr/>
          <p:nvPr/>
        </p:nvSpPr>
        <p:spPr>
          <a:xfrm>
            <a:off x="5760720" y="4777740"/>
            <a:ext cx="3931920" cy="274320"/>
          </a:xfrm>
          <a:prstGeom prst="rect">
            <a:avLst/>
          </a:prstGeom>
          <a:noFill/>
          <a:ln/>
        </p:spPr>
        <p:txBody>
          <a:bodyPr wrap="square" rtlCol="0" anchor="ctr"/>
          <a:lstStyle/>
          <a:p>
            <a:pPr marL="0" indent="0" algn="ctr">
              <a:buNone/>
            </a:pPr>
            <a:r>
              <a:rPr lang="en-US" sz="1200" i="1" dirty="0">
                <a:solidFill>
                  <a:srgbClr val="6B7680"/>
                </a:solidFill>
                <a:latin typeface="Arial" pitchFamily="34" charset="0"/>
                <a:ea typeface="Arial" pitchFamily="34" charset="-122"/>
                <a:cs typeface="Arial" pitchFamily="34" charset="-120"/>
              </a:rPr>
              <a:t>lage waarde, laag risico</a:t>
            </a:r>
            <a:endParaRPr lang="en-US" sz="1200" dirty="0"/>
          </a:p>
        </p:txBody>
      </p:sp>
      <p:sp>
        <p:nvSpPr>
          <p:cNvPr id="20" name="Shape 18"/>
          <p:cNvSpPr/>
          <p:nvPr/>
        </p:nvSpPr>
        <p:spPr>
          <a:xfrm>
            <a:off x="1828800" y="5806440"/>
            <a:ext cx="7863840" cy="0"/>
          </a:xfrm>
          <a:prstGeom prst="line">
            <a:avLst/>
          </a:prstGeom>
          <a:noFill/>
          <a:ln w="25400">
            <a:solidFill>
              <a:srgbClr val="003362"/>
            </a:solidFill>
            <a:prstDash val="solid"/>
          </a:ln>
        </p:spPr>
        <p:txBody>
          <a:bodyPr/>
          <a:lstStyle/>
          <a:p>
            <a:endParaRPr lang="nl-NL"/>
          </a:p>
        </p:txBody>
      </p:sp>
      <p:sp>
        <p:nvSpPr>
          <p:cNvPr id="21" name="Shape 19"/>
          <p:cNvSpPr/>
          <p:nvPr/>
        </p:nvSpPr>
        <p:spPr>
          <a:xfrm>
            <a:off x="1828800" y="1691640"/>
            <a:ext cx="0" cy="4114800"/>
          </a:xfrm>
          <a:prstGeom prst="line">
            <a:avLst/>
          </a:prstGeom>
          <a:noFill/>
          <a:ln w="25400">
            <a:solidFill>
              <a:srgbClr val="003362"/>
            </a:solidFill>
            <a:prstDash val="solid"/>
          </a:ln>
        </p:spPr>
        <p:txBody>
          <a:bodyPr/>
          <a:lstStyle/>
          <a:p>
            <a:endParaRPr lang="nl-NL"/>
          </a:p>
        </p:txBody>
      </p:sp>
      <p:sp>
        <p:nvSpPr>
          <p:cNvPr id="22" name="Text 20"/>
          <p:cNvSpPr/>
          <p:nvPr/>
        </p:nvSpPr>
        <p:spPr>
          <a:xfrm>
            <a:off x="1828800" y="5879592"/>
            <a:ext cx="7863840" cy="274320"/>
          </a:xfrm>
          <a:prstGeom prst="rect">
            <a:avLst/>
          </a:prstGeom>
          <a:noFill/>
          <a:ln/>
        </p:spPr>
        <p:txBody>
          <a:bodyPr wrap="square" rtlCol="0" anchor="ctr"/>
          <a:lstStyle/>
          <a:p>
            <a:pPr marL="0" indent="0" algn="ctr">
              <a:buNone/>
            </a:pPr>
            <a:r>
              <a:rPr lang="en-US" sz="1100" b="1" kern="0" spc="100" dirty="0">
                <a:solidFill>
                  <a:srgbClr val="003362"/>
                </a:solidFill>
                <a:latin typeface="Arial" pitchFamily="34" charset="0"/>
                <a:ea typeface="Arial" pitchFamily="34" charset="-122"/>
                <a:cs typeface="Arial" pitchFamily="34" charset="-120"/>
              </a:rPr>
              <a:t>WAARDE →</a:t>
            </a:r>
            <a:endParaRPr lang="en-US" sz="1100" dirty="0"/>
          </a:p>
        </p:txBody>
      </p:sp>
      <p:sp>
        <p:nvSpPr>
          <p:cNvPr id="23" name="Text 21"/>
          <p:cNvSpPr/>
          <p:nvPr/>
        </p:nvSpPr>
        <p:spPr>
          <a:xfrm rot="16200000">
            <a:off x="-45720" y="3611880"/>
            <a:ext cx="2103120" cy="274320"/>
          </a:xfrm>
          <a:prstGeom prst="rect">
            <a:avLst/>
          </a:prstGeom>
          <a:noFill/>
          <a:ln/>
        </p:spPr>
        <p:txBody>
          <a:bodyPr wrap="square" rtlCol="0" anchor="ctr"/>
          <a:lstStyle/>
          <a:p>
            <a:pPr marL="0" indent="0" algn="ctr">
              <a:buNone/>
            </a:pPr>
            <a:r>
              <a:rPr lang="en-US" sz="1100" b="1" kern="0" spc="100" dirty="0">
                <a:solidFill>
                  <a:srgbClr val="003362"/>
                </a:solidFill>
                <a:latin typeface="Arial" pitchFamily="34" charset="0"/>
                <a:ea typeface="Arial" pitchFamily="34" charset="-122"/>
                <a:cs typeface="Arial" pitchFamily="34" charset="-120"/>
              </a:rPr>
              <a:t>RISICO</a:t>
            </a:r>
            <a:endParaRPr lang="en-US" sz="1100" dirty="0"/>
          </a:p>
        </p:txBody>
      </p:sp>
      <p:sp>
        <p:nvSpPr>
          <p:cNvPr id="25" name="Tekstvak 24">
            <a:extLst>
              <a:ext uri="{FF2B5EF4-FFF2-40B4-BE49-F238E27FC236}">
                <a16:creationId xmlns:a16="http://schemas.microsoft.com/office/drawing/2014/main" id="{018EE49E-3F40-9049-1A9C-5CBCDA41426F}"/>
              </a:ext>
            </a:extLst>
          </p:cNvPr>
          <p:cNvSpPr txBox="1"/>
          <p:nvPr/>
        </p:nvSpPr>
        <p:spPr>
          <a:xfrm>
            <a:off x="868679" y="3199394"/>
            <a:ext cx="6443132" cy="261610"/>
          </a:xfrm>
          <a:prstGeom prst="rect">
            <a:avLst/>
          </a:prstGeom>
          <a:noFill/>
        </p:spPr>
        <p:txBody>
          <a:bodyPr wrap="square">
            <a:spAutoFit/>
          </a:bodyPr>
          <a:lstStyle/>
          <a:p>
            <a:r>
              <a:rPr lang="en-US" sz="1100" b="1" kern="0" spc="100" dirty="0">
                <a:solidFill>
                  <a:srgbClr val="003362"/>
                </a:solidFill>
                <a:latin typeface="Arial" pitchFamily="34" charset="0"/>
                <a:ea typeface="Arial" pitchFamily="34" charset="-122"/>
                <a:cs typeface="Arial" pitchFamily="34" charset="-120"/>
              </a:rPr>
              <a:t>↑</a:t>
            </a:r>
            <a:endParaRPr lang="nl-NL"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FUNCTIONELE INVULLING — FUNCTIONALITEITEN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Standaard functionaliteiten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12" name="Text 10"/>
          <p:cNvSpPr/>
          <p:nvPr/>
        </p:nvSpPr>
        <p:spPr>
          <a:xfrm>
            <a:off x="502920" y="1051560"/>
            <a:ext cx="10515600" cy="320040"/>
          </a:xfrm>
          <a:prstGeom prst="rect">
            <a:avLst/>
          </a:prstGeom>
          <a:noFill/>
          <a:ln/>
        </p:spPr>
        <p:txBody>
          <a:bodyPr wrap="square" rtlCol="0" anchor="ctr"/>
          <a:lstStyle/>
          <a:p>
            <a:pPr marL="0" indent="0">
              <a:buNone/>
            </a:pPr>
            <a:r>
              <a:rPr lang="en-US" sz="1250" i="1" dirty="0">
                <a:solidFill>
                  <a:srgbClr val="6B7680"/>
                </a:solidFill>
                <a:latin typeface="Arial" pitchFamily="34" charset="0"/>
                <a:ea typeface="Arial" pitchFamily="34" charset="-122"/>
                <a:cs typeface="Arial" pitchFamily="34" charset="-120"/>
              </a:rPr>
              <a:t>Functionaliteiten nodig om de business doelen te behalen, ingeschat op basis van benodigde configuratie.</a:t>
            </a:r>
            <a:endParaRPr lang="en-US" sz="1250" dirty="0"/>
          </a:p>
        </p:txBody>
      </p:sp>
      <p:graphicFrame>
        <p:nvGraphicFramePr>
          <p:cNvPr id="13" name="Table 0"/>
          <p:cNvGraphicFramePr>
            <a:graphicFrameLocks noGrp="1"/>
          </p:cNvGraphicFramePr>
          <p:nvPr/>
        </p:nvGraphicFramePr>
        <p:xfrm>
          <a:off x="502920" y="1367649"/>
          <a:ext cx="11183112" cy="4736592"/>
        </p:xfrm>
        <a:graphic>
          <a:graphicData uri="http://schemas.openxmlformats.org/drawingml/2006/table">
            <a:tbl>
              <a:tblPr/>
              <a:tblGrid>
                <a:gridCol w="32918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404872">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Arial" pitchFamily="34" charset="0"/>
                          <a:ea typeface="Arial" pitchFamily="34" charset="-122"/>
                          <a:cs typeface="Arial" pitchFamily="34" charset="-120"/>
                        </a:rPr>
                        <a:t>Functionaliteit</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Globale omschrijving</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3362"/>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Inschatting</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3362"/>
                    </a:solidFill>
                  </a:tcPr>
                </a:tc>
                <a:extLst>
                  <a:ext uri="{0D108BD9-81ED-4DB2-BD59-A6C34878D82A}">
                    <a16:rowId xmlns:a16="http://schemas.microsoft.com/office/drawing/2014/main" val="10000"/>
                  </a:ext>
                </a:extLst>
              </a:tr>
              <a:tr h="713232">
                <a:tc>
                  <a:txBody>
                    <a:bodyPr/>
                    <a:lstStyle/>
                    <a:p>
                      <a:pPr marL="0" indent="0">
                        <a:buNone/>
                      </a:pPr>
                      <a:r>
                        <a:rPr lang="en-US" sz="1400" b="1" dirty="0">
                          <a:solidFill>
                            <a:srgbClr val="003362"/>
                          </a:solidFill>
                          <a:latin typeface="Arial" pitchFamily="34" charset="0"/>
                          <a:ea typeface="Arial" pitchFamily="34" charset="-122"/>
                          <a:cs typeface="Arial" pitchFamily="34" charset="-120"/>
                        </a:rPr>
                        <a:t>Aanvraagformulier in Valtimo/GZAC</a:t>
                      </a:r>
                      <a:endParaRPr lang="en-US" sz="14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buNone/>
                      </a:pPr>
                      <a:r>
                        <a:rPr lang="en-US" sz="1300" dirty="0">
                          <a:solidFill>
                            <a:srgbClr val="2B3033"/>
                          </a:solidFill>
                          <a:latin typeface="Arial" pitchFamily="34" charset="0"/>
                          <a:ea typeface="Arial" pitchFamily="34" charset="-122"/>
                          <a:cs typeface="Arial" pitchFamily="34" charset="-120"/>
                        </a:rPr>
                        <a:t>Een zaak wordt door een behandelaar direct aangemaakt in Valtimo/GZAC</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Small</a:t>
                      </a:r>
                      <a:endParaRPr lang="en-US" sz="1200" dirty="0">
                        <a:latin typeface="Arial" charset="0"/>
                        <a:ea typeface="Arial" charset="0"/>
                        <a:cs typeface="Arial" charset="0"/>
                      </a:endParaRPr>
                    </a:p>
                    <a:p>
                      <a:pPr marL="0" indent="0" algn="ctr">
                        <a:buNone/>
                      </a:pPr>
                      <a:r>
                        <a:rPr lang="en-US" sz="950" i="1" dirty="0">
                          <a:solidFill>
                            <a:srgbClr val="FFFFFF"/>
                          </a:solidFill>
                          <a:latin typeface="Arial" pitchFamily="34" charset="0"/>
                          <a:ea typeface="Arial" pitchFamily="34" charset="-122"/>
                          <a:cs typeface="Arial" pitchFamily="34" charset="-120"/>
                        </a:rPr>
                        <a:t>kort formulier</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A876"/>
                    </a:solidFill>
                  </a:tcPr>
                </a:tc>
                <a:extLst>
                  <a:ext uri="{0D108BD9-81ED-4DB2-BD59-A6C34878D82A}">
                    <a16:rowId xmlns:a16="http://schemas.microsoft.com/office/drawing/2014/main" val="10001"/>
                  </a:ext>
                </a:extLst>
              </a:tr>
              <a:tr h="713232">
                <a:tc>
                  <a:txBody>
                    <a:bodyPr/>
                    <a:lstStyle/>
                    <a:p>
                      <a:pPr marL="0" indent="0">
                        <a:buNone/>
                      </a:pPr>
                      <a:r>
                        <a:rPr lang="en-US" sz="1400" b="1" dirty="0">
                          <a:solidFill>
                            <a:srgbClr val="003362"/>
                          </a:solidFill>
                          <a:latin typeface="Arial" pitchFamily="34" charset="0"/>
                          <a:ea typeface="Arial" pitchFamily="34" charset="-122"/>
                          <a:cs typeface="Arial" pitchFamily="34" charset="-120"/>
                        </a:rPr>
                        <a:t>Kolommen en zoekvelden in lijstscherm</a:t>
                      </a:r>
                      <a:endParaRPr lang="en-US" sz="14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300" dirty="0">
                          <a:solidFill>
                            <a:srgbClr val="2B3033"/>
                          </a:solidFill>
                          <a:latin typeface="Arial" pitchFamily="34" charset="0"/>
                          <a:ea typeface="Arial" pitchFamily="34" charset="-122"/>
                          <a:cs typeface="Arial" pitchFamily="34" charset="-120"/>
                        </a:rPr>
                        <a:t>Informatie in kolommen, met zoekfunctie om dossiers te filteren</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Small</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A876"/>
                    </a:solidFill>
                  </a:tcPr>
                </a:tc>
                <a:extLst>
                  <a:ext uri="{0D108BD9-81ED-4DB2-BD59-A6C34878D82A}">
                    <a16:rowId xmlns:a16="http://schemas.microsoft.com/office/drawing/2014/main" val="10002"/>
                  </a:ext>
                </a:extLst>
              </a:tr>
              <a:tr h="713232">
                <a:tc>
                  <a:txBody>
                    <a:bodyPr/>
                    <a:lstStyle/>
                    <a:p>
                      <a:pPr marL="0" indent="0">
                        <a:buNone/>
                      </a:pPr>
                      <a:r>
                        <a:rPr lang="en-US" sz="1400" b="1" dirty="0">
                          <a:solidFill>
                            <a:srgbClr val="003362"/>
                          </a:solidFill>
                          <a:latin typeface="Arial" pitchFamily="34" charset="0"/>
                          <a:ea typeface="Arial" pitchFamily="34" charset="-122"/>
                          <a:cs typeface="Arial" pitchFamily="34" charset="-120"/>
                        </a:rPr>
                        <a:t>Detailpagina per dossier</a:t>
                      </a:r>
                      <a:endParaRPr lang="en-US" sz="14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buNone/>
                      </a:pPr>
                      <a:r>
                        <a:rPr lang="en-US" sz="1300" dirty="0">
                          <a:solidFill>
                            <a:srgbClr val="2B3033"/>
                          </a:solidFill>
                          <a:latin typeface="Arial" pitchFamily="34" charset="0"/>
                          <a:ea typeface="Arial" pitchFamily="34" charset="-122"/>
                          <a:cs typeface="Arial" pitchFamily="34" charset="-120"/>
                        </a:rPr>
                        <a:t>Informatie per dossier op widgets, met logische opbouw</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p>
                      <a:pPr marL="0" indent="0" algn="ctr">
                        <a:buNone/>
                      </a:pPr>
                      <a:r>
                        <a:rPr lang="en-US" sz="950" i="1" dirty="0">
                          <a:solidFill>
                            <a:srgbClr val="FFFFFF"/>
                          </a:solidFill>
                          <a:latin typeface="Arial" pitchFamily="34" charset="0"/>
                          <a:ea typeface="Arial" pitchFamily="34" charset="-122"/>
                          <a:cs typeface="Arial" pitchFamily="34" charset="-120"/>
                        </a:rPr>
                        <a:t>5 tabbladen</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D98E04"/>
                    </a:solidFill>
                  </a:tcPr>
                </a:tc>
                <a:extLst>
                  <a:ext uri="{0D108BD9-81ED-4DB2-BD59-A6C34878D82A}">
                    <a16:rowId xmlns:a16="http://schemas.microsoft.com/office/drawing/2014/main" val="10003"/>
                  </a:ext>
                </a:extLst>
              </a:tr>
              <a:tr h="713232">
                <a:tc>
                  <a:txBody>
                    <a:bodyPr/>
                    <a:lstStyle/>
                    <a:p>
                      <a:pPr marL="0" indent="0">
                        <a:buNone/>
                      </a:pPr>
                      <a:r>
                        <a:rPr lang="en-US" sz="1400" b="1" dirty="0">
                          <a:solidFill>
                            <a:srgbClr val="003362"/>
                          </a:solidFill>
                          <a:latin typeface="Arial" pitchFamily="34" charset="0"/>
                          <a:ea typeface="Arial" pitchFamily="34" charset="-122"/>
                          <a:cs typeface="Arial" pitchFamily="34" charset="-120"/>
                        </a:rPr>
                        <a:t>Taakformulieren</a:t>
                      </a:r>
                      <a:endParaRPr lang="en-US" sz="14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300" dirty="0">
                          <a:solidFill>
                            <a:srgbClr val="2B3033"/>
                          </a:solidFill>
                          <a:latin typeface="Arial" pitchFamily="34" charset="0"/>
                          <a:ea typeface="Arial" pitchFamily="34" charset="-122"/>
                          <a:cs typeface="Arial" pitchFamily="34" charset="-120"/>
                        </a:rPr>
                        <a:t>Taakformulieren ingericht voor gebruikers van Valtimo/GZAC</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p>
                      <a:pPr marL="0" indent="0" algn="ctr">
                        <a:buNone/>
                      </a:pPr>
                      <a:r>
                        <a:rPr lang="en-US" sz="950" i="1" dirty="0">
                          <a:solidFill>
                            <a:srgbClr val="FFFFFF"/>
                          </a:solidFill>
                          <a:latin typeface="Arial" pitchFamily="34" charset="0"/>
                          <a:ea typeface="Arial" pitchFamily="34" charset="-122"/>
                          <a:cs typeface="Arial" pitchFamily="34" charset="-120"/>
                        </a:rPr>
                        <a:t>15 formulieren</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D98E04"/>
                    </a:solidFill>
                  </a:tcPr>
                </a:tc>
                <a:extLst>
                  <a:ext uri="{0D108BD9-81ED-4DB2-BD59-A6C34878D82A}">
                    <a16:rowId xmlns:a16="http://schemas.microsoft.com/office/drawing/2014/main" val="10004"/>
                  </a:ext>
                </a:extLst>
              </a:tr>
              <a:tr h="713232">
                <a:tc>
                  <a:txBody>
                    <a:bodyPr/>
                    <a:lstStyle/>
                    <a:p>
                      <a:pPr marL="0" indent="0">
                        <a:buNone/>
                      </a:pPr>
                      <a:r>
                        <a:rPr lang="en-US" sz="1400" b="1" dirty="0">
                          <a:solidFill>
                            <a:srgbClr val="003362"/>
                          </a:solidFill>
                          <a:latin typeface="Arial" pitchFamily="34" charset="0"/>
                          <a:ea typeface="Arial" pitchFamily="34" charset="-122"/>
                          <a:cs typeface="Arial" pitchFamily="34" charset="-120"/>
                        </a:rPr>
                        <a:t>Statussen gebruiken</a:t>
                      </a:r>
                      <a:endParaRPr lang="en-US" sz="14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buNone/>
                      </a:pPr>
                      <a:r>
                        <a:rPr lang="en-US" sz="1300" dirty="0">
                          <a:solidFill>
                            <a:srgbClr val="2B3033"/>
                          </a:solidFill>
                          <a:latin typeface="Arial" pitchFamily="34" charset="0"/>
                          <a:ea typeface="Arial" pitchFamily="34" charset="-122"/>
                          <a:cs typeface="Arial" pitchFamily="34" charset="-120"/>
                        </a:rPr>
                        <a:t>Status bijgehouden door het proces heen voor inzicht in verloop</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Small</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A876"/>
                    </a:solidFill>
                  </a:tcPr>
                </a:tc>
                <a:extLst>
                  <a:ext uri="{0D108BD9-81ED-4DB2-BD59-A6C34878D82A}">
                    <a16:rowId xmlns:a16="http://schemas.microsoft.com/office/drawing/2014/main" val="10005"/>
                  </a:ext>
                </a:extLst>
              </a:tr>
              <a:tr h="713232">
                <a:tc>
                  <a:txBody>
                    <a:bodyPr/>
                    <a:lstStyle/>
                    <a:p>
                      <a:pPr marL="0" indent="0">
                        <a:buNone/>
                      </a:pPr>
                      <a:r>
                        <a:rPr lang="en-US" sz="1400" b="1" dirty="0">
                          <a:solidFill>
                            <a:srgbClr val="003362"/>
                          </a:solidFill>
                          <a:latin typeface="Arial" pitchFamily="34" charset="0"/>
                          <a:ea typeface="Arial" pitchFamily="34" charset="-122"/>
                          <a:cs typeface="Arial" pitchFamily="34" charset="-120"/>
                        </a:rPr>
                        <a:t>Toegang op basis van PBAC rollen</a:t>
                      </a:r>
                      <a:endParaRPr lang="en-US" sz="14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300" dirty="0">
                          <a:solidFill>
                            <a:srgbClr val="2B3033"/>
                          </a:solidFill>
                          <a:latin typeface="Arial" pitchFamily="34" charset="0"/>
                          <a:ea typeface="Arial" pitchFamily="34" charset="-122"/>
                          <a:cs typeface="Arial" pitchFamily="34" charset="-120"/>
                        </a:rPr>
                        <a:t>Gebruikers toegewezen aan een voor hen ontworpen rol</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Small</a:t>
                      </a:r>
                      <a:endParaRPr lang="en-US" sz="1200" dirty="0">
                        <a:latin typeface="Arial" charset="0"/>
                        <a:ea typeface="Arial" charset="0"/>
                        <a:cs typeface="Arial" charset="0"/>
                      </a:endParaRPr>
                    </a:p>
                    <a:p>
                      <a:pPr marL="0" indent="0" algn="ctr">
                        <a:buNone/>
                      </a:pPr>
                      <a:r>
                        <a:rPr lang="en-US" sz="950" i="1" dirty="0">
                          <a:solidFill>
                            <a:srgbClr val="FFFFFF"/>
                          </a:solidFill>
                          <a:latin typeface="Arial" pitchFamily="34" charset="0"/>
                          <a:ea typeface="Arial" pitchFamily="34" charset="-122"/>
                          <a:cs typeface="Arial" pitchFamily="34" charset="-120"/>
                        </a:rPr>
                        <a:t>3 standaardrollen</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A876"/>
                    </a:solidFill>
                  </a:tcPr>
                </a:tc>
                <a:extLst>
                  <a:ext uri="{0D108BD9-81ED-4DB2-BD59-A6C34878D82A}">
                    <a16:rowId xmlns:a16="http://schemas.microsoft.com/office/drawing/2014/main" val="10006"/>
                  </a:ext>
                </a:extLst>
              </a:tr>
            </a:tbl>
          </a:graphicData>
        </a:graphic>
      </p:graphicFrame>
      <p:sp>
        <p:nvSpPr>
          <p:cNvPr id="15" name="Shape 5">
            <a:extLst>
              <a:ext uri="{FF2B5EF4-FFF2-40B4-BE49-F238E27FC236}">
                <a16:creationId xmlns:a16="http://schemas.microsoft.com/office/drawing/2014/main" id="{153951D7-ED65-8758-AFF9-4B3D611CA73A}"/>
              </a:ext>
            </a:extLst>
          </p:cNvPr>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17" name="Text 6">
            <a:extLst>
              <a:ext uri="{FF2B5EF4-FFF2-40B4-BE49-F238E27FC236}">
                <a16:creationId xmlns:a16="http://schemas.microsoft.com/office/drawing/2014/main" id="{67AE7BF0-B7F4-5FFB-7967-6CEF08000AC2}"/>
              </a:ext>
            </a:extLst>
          </p:cNvPr>
          <p:cNvSpPr/>
          <p:nvPr/>
        </p:nvSpPr>
        <p:spPr>
          <a:xfrm>
            <a:off x="9923121" y="294489"/>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Tree>
    <p:extLst>
      <p:ext uri="{BB962C8B-B14F-4D97-AF65-F5344CB8AC3E}">
        <p14:creationId xmlns:p14="http://schemas.microsoft.com/office/powerpoint/2010/main" val="2004356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FUNCTIONELE INVULLING — FUNCTIONALITEITEN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Nieuwe functionaliteiten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12" name="Text 10"/>
          <p:cNvSpPr/>
          <p:nvPr/>
        </p:nvSpPr>
        <p:spPr>
          <a:xfrm>
            <a:off x="502920" y="1051560"/>
            <a:ext cx="10515600" cy="320040"/>
          </a:xfrm>
          <a:prstGeom prst="rect">
            <a:avLst/>
          </a:prstGeom>
          <a:noFill/>
          <a:ln/>
        </p:spPr>
        <p:txBody>
          <a:bodyPr wrap="square" rtlCol="0" anchor="ctr"/>
          <a:lstStyle/>
          <a:p>
            <a:pPr marL="0" indent="0">
              <a:buNone/>
            </a:pPr>
            <a:r>
              <a:rPr lang="en-US" sz="1250" i="1" dirty="0">
                <a:solidFill>
                  <a:srgbClr val="6B7680"/>
                </a:solidFill>
                <a:latin typeface="Arial" pitchFamily="34" charset="0"/>
                <a:ea typeface="Arial" pitchFamily="34" charset="-122"/>
                <a:cs typeface="Arial" pitchFamily="34" charset="-120"/>
              </a:rPr>
              <a:t>Verder in detail uit te zoeken in een aparte Technische Discovery-sessie.</a:t>
            </a:r>
            <a:endParaRPr lang="en-US" sz="1250" dirty="0"/>
          </a:p>
        </p:txBody>
      </p:sp>
      <p:graphicFrame>
        <p:nvGraphicFramePr>
          <p:cNvPr id="13" name="Table 0"/>
          <p:cNvGraphicFramePr>
            <a:graphicFrameLocks noGrp="1"/>
          </p:cNvGraphicFramePr>
          <p:nvPr/>
        </p:nvGraphicFramePr>
        <p:xfrm>
          <a:off x="502920" y="1508760"/>
          <a:ext cx="11183112" cy="4343400"/>
        </p:xfrm>
        <a:graphic>
          <a:graphicData uri="http://schemas.openxmlformats.org/drawingml/2006/table">
            <a:tbl>
              <a:tblPr/>
              <a:tblGrid>
                <a:gridCol w="233172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810512">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57200">
                <a:tc>
                  <a:txBody>
                    <a:bodyPr/>
                    <a:lstStyle/>
                    <a:p>
                      <a:pPr marL="0" indent="0">
                        <a:buNone/>
                      </a:pPr>
                      <a:r>
                        <a:rPr lang="en-US" sz="1300" b="1" dirty="0">
                          <a:solidFill>
                            <a:srgbClr val="FFFFFF"/>
                          </a:solidFill>
                          <a:latin typeface="Arial" pitchFamily="34" charset="0"/>
                          <a:ea typeface="Arial" pitchFamily="34" charset="-122"/>
                          <a:cs typeface="Arial" pitchFamily="34" charset="-120"/>
                        </a:rPr>
                        <a:t>Functionaliteit</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3362"/>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Omschrijving</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3362"/>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Business value</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3362"/>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Type</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3362"/>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Inschatting</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003362"/>
                    </a:solidFill>
                  </a:tcPr>
                </a:tc>
                <a:extLst>
                  <a:ext uri="{0D108BD9-81ED-4DB2-BD59-A6C34878D82A}">
                    <a16:rowId xmlns:a16="http://schemas.microsoft.com/office/drawing/2014/main" val="10000"/>
                  </a:ext>
                </a:extLst>
              </a:tr>
              <a:tr h="777240">
                <a:tc>
                  <a:txBody>
                    <a:bodyPr/>
                    <a:lstStyle/>
                    <a:p>
                      <a:pPr marL="0" indent="0">
                        <a:buNone/>
                      </a:pPr>
                      <a:r>
                        <a:rPr lang="en-US" sz="1300" b="1" dirty="0">
                          <a:solidFill>
                            <a:srgbClr val="003362"/>
                          </a:solidFill>
                          <a:latin typeface="Arial" pitchFamily="34" charset="0"/>
                          <a:ea typeface="Arial" pitchFamily="34" charset="-122"/>
                          <a:cs typeface="Arial" pitchFamily="34" charset="-120"/>
                        </a:rPr>
                        <a:t>Koppeling met database</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buNone/>
                      </a:pPr>
                      <a:r>
                        <a:rPr lang="en-US" sz="1200" dirty="0">
                          <a:solidFill>
                            <a:srgbClr val="2B3033"/>
                          </a:solidFill>
                          <a:latin typeface="Arial" pitchFamily="34" charset="0"/>
                          <a:ea typeface="Arial" pitchFamily="34" charset="-122"/>
                          <a:cs typeface="Arial" pitchFamily="34" charset="-120"/>
                        </a:rPr>
                        <a:t>Bestaande database aanvullen op zaakinformatie</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03362"/>
                          </a:solidFill>
                          <a:latin typeface="Arial" pitchFamily="34" charset="0"/>
                          <a:ea typeface="Arial" pitchFamily="34" charset="-122"/>
                          <a:cs typeface="Arial" pitchFamily="34" charset="-120"/>
                        </a:rPr>
                        <a:t>Must have</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150" i="1" dirty="0">
                          <a:solidFill>
                            <a:srgbClr val="6B7680"/>
                          </a:solidFill>
                          <a:latin typeface="Arial" pitchFamily="34" charset="0"/>
                          <a:ea typeface="Arial" pitchFamily="34" charset="-122"/>
                          <a:cs typeface="Arial" pitchFamily="34" charset="-120"/>
                        </a:rPr>
                        <a:t>Plug-in</a:t>
                      </a:r>
                      <a:endParaRPr lang="en-US" sz="115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Large</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D9534F"/>
                    </a:solidFill>
                  </a:tcPr>
                </a:tc>
                <a:extLst>
                  <a:ext uri="{0D108BD9-81ED-4DB2-BD59-A6C34878D82A}">
                    <a16:rowId xmlns:a16="http://schemas.microsoft.com/office/drawing/2014/main" val="10001"/>
                  </a:ext>
                </a:extLst>
              </a:tr>
              <a:tr h="777240">
                <a:tc>
                  <a:txBody>
                    <a:bodyPr/>
                    <a:lstStyle/>
                    <a:p>
                      <a:pPr marL="0" indent="0">
                        <a:buNone/>
                      </a:pPr>
                      <a:r>
                        <a:rPr lang="en-US" sz="1300" b="1" dirty="0">
                          <a:solidFill>
                            <a:srgbClr val="003362"/>
                          </a:solidFill>
                          <a:latin typeface="Arial" pitchFamily="34" charset="0"/>
                          <a:ea typeface="Arial" pitchFamily="34" charset="-122"/>
                          <a:cs typeface="Arial" pitchFamily="34" charset="-120"/>
                        </a:rPr>
                        <a:t>Managementrapportages</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200" dirty="0">
                          <a:solidFill>
                            <a:srgbClr val="2B3033"/>
                          </a:solidFill>
                          <a:latin typeface="Arial" pitchFamily="34" charset="0"/>
                          <a:ea typeface="Arial" pitchFamily="34" charset="-122"/>
                          <a:cs typeface="Arial" pitchFamily="34" charset="-120"/>
                        </a:rPr>
                        <a:t>Zaakinformatie koppelen aan datalake voor rapportages</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200" b="1" dirty="0">
                          <a:solidFill>
                            <a:srgbClr val="003362"/>
                          </a:solidFill>
                          <a:latin typeface="Arial" pitchFamily="34" charset="0"/>
                          <a:ea typeface="Arial" pitchFamily="34" charset="-122"/>
                          <a:cs typeface="Arial" pitchFamily="34" charset="-120"/>
                        </a:rPr>
                        <a:t>Must have</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150" i="1" dirty="0">
                          <a:solidFill>
                            <a:srgbClr val="6B7680"/>
                          </a:solidFill>
                          <a:latin typeface="Arial" pitchFamily="34" charset="0"/>
                          <a:ea typeface="Arial" pitchFamily="34" charset="-122"/>
                          <a:cs typeface="Arial" pitchFamily="34" charset="-120"/>
                        </a:rPr>
                        <a:t>Plug-in</a:t>
                      </a:r>
                      <a:endParaRPr lang="en-US" sz="115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Large</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D9534F"/>
                    </a:solidFill>
                  </a:tcPr>
                </a:tc>
                <a:extLst>
                  <a:ext uri="{0D108BD9-81ED-4DB2-BD59-A6C34878D82A}">
                    <a16:rowId xmlns:a16="http://schemas.microsoft.com/office/drawing/2014/main" val="10002"/>
                  </a:ext>
                </a:extLst>
              </a:tr>
              <a:tr h="777240">
                <a:tc>
                  <a:txBody>
                    <a:bodyPr/>
                    <a:lstStyle/>
                    <a:p>
                      <a:pPr marL="0" indent="0">
                        <a:buNone/>
                      </a:pPr>
                      <a:r>
                        <a:rPr lang="en-US" sz="1300" b="1" dirty="0">
                          <a:solidFill>
                            <a:srgbClr val="003362"/>
                          </a:solidFill>
                          <a:latin typeface="Arial" pitchFamily="34" charset="0"/>
                          <a:ea typeface="Arial" pitchFamily="34" charset="-122"/>
                          <a:cs typeface="Arial" pitchFamily="34" charset="-120"/>
                        </a:rPr>
                        <a:t>Meldingen en notificaties</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buNone/>
                      </a:pPr>
                      <a:r>
                        <a:rPr lang="en-US" sz="1200" dirty="0">
                          <a:solidFill>
                            <a:srgbClr val="2B3033"/>
                          </a:solidFill>
                          <a:latin typeface="Arial" pitchFamily="34" charset="0"/>
                          <a:ea typeface="Arial" pitchFamily="34" charset="-122"/>
                          <a:cs typeface="Arial" pitchFamily="34" charset="-120"/>
                        </a:rPr>
                        <a:t>Automatische meldingen bij statuswijzigingen</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6B7680"/>
                          </a:solidFill>
                          <a:latin typeface="Arial" pitchFamily="34" charset="0"/>
                          <a:ea typeface="Arial" pitchFamily="34" charset="-122"/>
                          <a:cs typeface="Arial" pitchFamily="34" charset="-120"/>
                        </a:rPr>
                        <a:t>Should have</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150" i="1" dirty="0">
                          <a:solidFill>
                            <a:srgbClr val="6B7680"/>
                          </a:solidFill>
                          <a:latin typeface="Arial" pitchFamily="34" charset="0"/>
                          <a:ea typeface="Arial" pitchFamily="34" charset="-122"/>
                          <a:cs typeface="Arial" pitchFamily="34" charset="-120"/>
                        </a:rPr>
                        <a:t>Uitbreiding</a:t>
                      </a:r>
                      <a:endParaRPr lang="en-US" sz="115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D98E04"/>
                    </a:solidFill>
                  </a:tcPr>
                </a:tc>
                <a:extLst>
                  <a:ext uri="{0D108BD9-81ED-4DB2-BD59-A6C34878D82A}">
                    <a16:rowId xmlns:a16="http://schemas.microsoft.com/office/drawing/2014/main" val="10003"/>
                  </a:ext>
                </a:extLst>
              </a:tr>
              <a:tr h="777240">
                <a:tc>
                  <a:txBody>
                    <a:bodyPr/>
                    <a:lstStyle/>
                    <a:p>
                      <a:pPr marL="0" indent="0">
                        <a:buNone/>
                      </a:pPr>
                      <a:r>
                        <a:rPr lang="en-US" sz="1300" b="1" dirty="0">
                          <a:solidFill>
                            <a:srgbClr val="003362"/>
                          </a:solidFill>
                          <a:latin typeface="Arial" pitchFamily="34" charset="0"/>
                          <a:ea typeface="Arial" pitchFamily="34" charset="-122"/>
                          <a:cs typeface="Arial" pitchFamily="34" charset="-120"/>
                        </a:rPr>
                        <a:t>Koppeling basisregistraties (BRP, BAG)</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buNone/>
                      </a:pPr>
                      <a:r>
                        <a:rPr lang="en-US" sz="1200" dirty="0">
                          <a:solidFill>
                            <a:srgbClr val="2B3033"/>
                          </a:solidFill>
                          <a:latin typeface="Arial" pitchFamily="34" charset="0"/>
                          <a:ea typeface="Arial" pitchFamily="34" charset="-122"/>
                          <a:cs typeface="Arial" pitchFamily="34" charset="-120"/>
                        </a:rPr>
                        <a:t>Automatisch relevante gegevens ophalen bij aanvraag</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200" b="1" dirty="0">
                          <a:solidFill>
                            <a:srgbClr val="003362"/>
                          </a:solidFill>
                          <a:latin typeface="Arial" pitchFamily="34" charset="0"/>
                          <a:ea typeface="Arial" pitchFamily="34" charset="-122"/>
                          <a:cs typeface="Arial" pitchFamily="34" charset="-120"/>
                        </a:rPr>
                        <a:t>Must have</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150" i="1" dirty="0">
                          <a:solidFill>
                            <a:srgbClr val="6B7680"/>
                          </a:solidFill>
                          <a:latin typeface="Arial" pitchFamily="34" charset="0"/>
                          <a:ea typeface="Arial" pitchFamily="34" charset="-122"/>
                          <a:cs typeface="Arial" pitchFamily="34" charset="-120"/>
                        </a:rPr>
                        <a:t>Configuratie/plug-in</a:t>
                      </a:r>
                      <a:endParaRPr lang="en-US" sz="115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5F8FA"/>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D98E04"/>
                    </a:solidFill>
                  </a:tcPr>
                </a:tc>
                <a:extLst>
                  <a:ext uri="{0D108BD9-81ED-4DB2-BD59-A6C34878D82A}">
                    <a16:rowId xmlns:a16="http://schemas.microsoft.com/office/drawing/2014/main" val="10004"/>
                  </a:ext>
                </a:extLst>
              </a:tr>
              <a:tr h="777240">
                <a:tc>
                  <a:txBody>
                    <a:bodyPr/>
                    <a:lstStyle/>
                    <a:p>
                      <a:pPr marL="0" indent="0">
                        <a:buNone/>
                      </a:pPr>
                      <a:r>
                        <a:rPr lang="en-US" sz="1300" b="1" dirty="0">
                          <a:solidFill>
                            <a:srgbClr val="003362"/>
                          </a:solidFill>
                          <a:latin typeface="Arial" pitchFamily="34" charset="0"/>
                          <a:ea typeface="Arial" pitchFamily="34" charset="-122"/>
                          <a:cs typeface="Arial" pitchFamily="34" charset="-120"/>
                        </a:rPr>
                        <a:t>Integratie met Omgevingsloket (DSO)</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buNone/>
                      </a:pPr>
                      <a:r>
                        <a:rPr lang="en-US" sz="1200" dirty="0">
                          <a:solidFill>
                            <a:srgbClr val="2B3033"/>
                          </a:solidFill>
                          <a:latin typeface="Arial" pitchFamily="34" charset="0"/>
                          <a:ea typeface="Arial" pitchFamily="34" charset="-122"/>
                          <a:cs typeface="Arial" pitchFamily="34" charset="-120"/>
                        </a:rPr>
                        <a:t>Aanvragen rechtstreeks vanuit DSO als zaak oppakken</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03362"/>
                          </a:solidFill>
                          <a:latin typeface="Arial" pitchFamily="34" charset="0"/>
                          <a:ea typeface="Arial" pitchFamily="34" charset="-122"/>
                          <a:cs typeface="Arial" pitchFamily="34" charset="-120"/>
                        </a:rPr>
                        <a:t>Must have</a:t>
                      </a:r>
                      <a:endParaRPr lang="en-US" sz="12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150" i="1" dirty="0">
                          <a:solidFill>
                            <a:srgbClr val="6B7680"/>
                          </a:solidFill>
                          <a:latin typeface="Arial" pitchFamily="34" charset="0"/>
                          <a:ea typeface="Arial" pitchFamily="34" charset="-122"/>
                          <a:cs typeface="Arial" pitchFamily="34" charset="-120"/>
                        </a:rPr>
                        <a:t>Plug-in</a:t>
                      </a:r>
                      <a:endParaRPr lang="en-US" sz="115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Xtra large</a:t>
                      </a:r>
                      <a:endParaRPr lang="en-US" sz="1300" dirty="0">
                        <a:latin typeface="Arial" charset="0"/>
                        <a:ea typeface="Arial" charset="0"/>
                        <a:cs typeface="Arial" charset="0"/>
                      </a:endParaRPr>
                    </a:p>
                  </a:txBody>
                  <a:tcPr anchor="ctr">
                    <a:lnL w="9525" cap="flat" cmpd="sng" algn="ctr">
                      <a:solidFill>
                        <a:srgbClr val="E3E8EA"/>
                      </a:solidFill>
                      <a:prstDash val="solid"/>
                      <a:round/>
                      <a:headEnd type="none" w="med" len="med"/>
                      <a:tailEnd type="none" w="med" len="med"/>
                    </a:lnL>
                    <a:lnR w="9525" cap="flat" cmpd="sng" algn="ctr">
                      <a:solidFill>
                        <a:srgbClr val="E3E8EA"/>
                      </a:solidFill>
                      <a:prstDash val="solid"/>
                      <a:round/>
                      <a:headEnd type="none" w="med" len="med"/>
                      <a:tailEnd type="none" w="med" len="med"/>
                    </a:lnR>
                    <a:lnT w="9525" cap="flat" cmpd="sng" algn="ctr">
                      <a:solidFill>
                        <a:srgbClr val="E3E8EA"/>
                      </a:solidFill>
                      <a:prstDash val="solid"/>
                      <a:round/>
                      <a:headEnd type="none" w="med" len="med"/>
                      <a:tailEnd type="none" w="med" len="med"/>
                    </a:lnT>
                    <a:lnB w="9525" cap="flat" cmpd="sng" algn="ctr">
                      <a:solidFill>
                        <a:srgbClr val="E3E8EA"/>
                      </a:solidFill>
                      <a:prstDash val="solid"/>
                      <a:round/>
                      <a:headEnd type="none" w="med" len="med"/>
                      <a:tailEnd type="none" w="med" len="med"/>
                    </a:lnB>
                    <a:solidFill>
                      <a:srgbClr val="7A1F2B"/>
                    </a:solidFill>
                  </a:tcPr>
                </a:tc>
                <a:extLst>
                  <a:ext uri="{0D108BD9-81ED-4DB2-BD59-A6C34878D82A}">
                    <a16:rowId xmlns:a16="http://schemas.microsoft.com/office/drawing/2014/main" val="10005"/>
                  </a:ext>
                </a:extLst>
              </a:tr>
            </a:tbl>
          </a:graphicData>
        </a:graphic>
      </p:graphicFrame>
      <p:sp>
        <p:nvSpPr>
          <p:cNvPr id="16" name="Shape 5">
            <a:extLst>
              <a:ext uri="{FF2B5EF4-FFF2-40B4-BE49-F238E27FC236}">
                <a16:creationId xmlns:a16="http://schemas.microsoft.com/office/drawing/2014/main" id="{79B5D000-51CB-FB9F-9C1D-13586A1683E7}"/>
              </a:ext>
            </a:extLst>
          </p:cNvPr>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18" name="Text 6">
            <a:extLst>
              <a:ext uri="{FF2B5EF4-FFF2-40B4-BE49-F238E27FC236}">
                <a16:creationId xmlns:a16="http://schemas.microsoft.com/office/drawing/2014/main" id="{0FD51355-D103-3997-34A6-009E8209A67C}"/>
              </a:ext>
            </a:extLst>
          </p:cNvPr>
          <p:cNvSpPr/>
          <p:nvPr/>
        </p:nvSpPr>
        <p:spPr>
          <a:xfrm>
            <a:off x="9923121" y="294489"/>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Tree>
    <p:extLst>
      <p:ext uri="{BB962C8B-B14F-4D97-AF65-F5344CB8AC3E}">
        <p14:creationId xmlns:p14="http://schemas.microsoft.com/office/powerpoint/2010/main" val="2922171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lIns="91440" tIns="45720" rIns="91440" bIns="45720" rtlCol="0" anchor="ctr"/>
          <a:lstStyle/>
          <a:p>
            <a:pPr marL="0" indent="0">
              <a:buNone/>
            </a:pPr>
            <a:r>
              <a:rPr lang="en-US" sz="1100" b="1" kern="0" spc="150" dirty="0">
                <a:solidFill>
                  <a:srgbClr val="E76734"/>
                </a:solidFill>
                <a:latin typeface="Arial"/>
                <a:ea typeface="Arial" pitchFamily="34" charset="-122"/>
                <a:cs typeface="Arial"/>
              </a:rPr>
              <a:t>FUNCTIONELE INVULLING — GEBRUIKERS</a:t>
            </a:r>
            <a:endParaRPr lang="en-US" sz="1100" dirty="0">
              <a:latin typeface="Arial"/>
              <a:cs typeface="Arial"/>
            </a:endParaRPr>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Rollen &amp; rechten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12" name="Text 10"/>
          <p:cNvSpPr/>
          <p:nvPr/>
        </p:nvSpPr>
        <p:spPr>
          <a:xfrm>
            <a:off x="502920" y="1051560"/>
            <a:ext cx="10972800" cy="320040"/>
          </a:xfrm>
          <a:prstGeom prst="rect">
            <a:avLst/>
          </a:prstGeom>
          <a:noFill/>
          <a:ln/>
        </p:spPr>
        <p:txBody>
          <a:bodyPr wrap="square" lIns="91440" tIns="45720" rIns="91440" bIns="45720" rtlCol="0" anchor="ctr"/>
          <a:lstStyle/>
          <a:p>
            <a:pPr marL="0" indent="0">
              <a:buNone/>
            </a:pPr>
            <a:r>
              <a:rPr lang="en-US" sz="1200" i="1" dirty="0">
                <a:solidFill>
                  <a:srgbClr val="6B7680"/>
                </a:solidFill>
                <a:latin typeface="Arial"/>
                <a:ea typeface="Arial" pitchFamily="34" charset="-122"/>
                <a:cs typeface="Arial"/>
              </a:rPr>
              <a:t>Toegang tot </a:t>
            </a:r>
            <a:r>
              <a:rPr lang="en-US" sz="1200" i="1" dirty="0" err="1">
                <a:solidFill>
                  <a:srgbClr val="6B7680"/>
                </a:solidFill>
                <a:latin typeface="Arial"/>
                <a:ea typeface="Arial" pitchFamily="34" charset="-122"/>
                <a:cs typeface="Arial"/>
              </a:rPr>
              <a:t>Valtimo</a:t>
            </a:r>
            <a:r>
              <a:rPr lang="en-US" sz="1200" i="1" dirty="0">
                <a:solidFill>
                  <a:srgbClr val="6B7680"/>
                </a:solidFill>
                <a:latin typeface="Arial"/>
                <a:ea typeface="Arial" pitchFamily="34" charset="-122"/>
                <a:cs typeface="Arial"/>
              </a:rPr>
              <a:t>/GZAC </a:t>
            </a:r>
            <a:r>
              <a:rPr lang="en-US" sz="1200" i="1" dirty="0" err="1">
                <a:solidFill>
                  <a:srgbClr val="6B7680"/>
                </a:solidFill>
                <a:latin typeface="Arial"/>
                <a:ea typeface="Arial" pitchFamily="34" charset="-122"/>
                <a:cs typeface="Arial"/>
              </a:rPr>
              <a:t>uitgewerkt</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middels</a:t>
            </a:r>
            <a:r>
              <a:rPr lang="en-US" sz="1200" i="1" dirty="0">
                <a:solidFill>
                  <a:srgbClr val="6B7680"/>
                </a:solidFill>
                <a:latin typeface="Arial"/>
                <a:ea typeface="Arial" pitchFamily="34" charset="-122"/>
                <a:cs typeface="Arial"/>
              </a:rPr>
              <a:t> Policy Based Access Control (PBAC).</a:t>
            </a:r>
            <a:endParaRPr lang="en-US" sz="1200" dirty="0"/>
          </a:p>
        </p:txBody>
      </p:sp>
      <p:sp>
        <p:nvSpPr>
          <p:cNvPr id="13" name="Shape 11"/>
          <p:cNvSpPr/>
          <p:nvPr/>
        </p:nvSpPr>
        <p:spPr>
          <a:xfrm>
            <a:off x="502920" y="1508760"/>
            <a:ext cx="2624328" cy="4537381"/>
          </a:xfrm>
          <a:prstGeom prst="roundRect">
            <a:avLst>
              <a:gd name="adj" fmla="val 2787"/>
            </a:avLst>
          </a:prstGeom>
          <a:solidFill>
            <a:srgbClr val="F5F8FA"/>
          </a:solidFill>
          <a:ln/>
        </p:spPr>
        <p:txBody>
          <a:bodyPr/>
          <a:lstStyle/>
          <a:p>
            <a:endParaRPr lang="nl-NL"/>
          </a:p>
        </p:txBody>
      </p:sp>
      <p:sp>
        <p:nvSpPr>
          <p:cNvPr id="14" name="Shape 12"/>
          <p:cNvSpPr/>
          <p:nvPr/>
        </p:nvSpPr>
        <p:spPr>
          <a:xfrm>
            <a:off x="502920" y="1508760"/>
            <a:ext cx="2624328" cy="64008"/>
          </a:xfrm>
          <a:prstGeom prst="rect">
            <a:avLst/>
          </a:prstGeom>
          <a:solidFill>
            <a:srgbClr val="E76734"/>
          </a:solidFill>
          <a:ln/>
        </p:spPr>
        <p:txBody>
          <a:bodyPr/>
          <a:lstStyle/>
          <a:p>
            <a:endParaRPr lang="nl-NL"/>
          </a:p>
        </p:txBody>
      </p:sp>
      <p:sp>
        <p:nvSpPr>
          <p:cNvPr id="15" name="Text 13"/>
          <p:cNvSpPr/>
          <p:nvPr/>
        </p:nvSpPr>
        <p:spPr>
          <a:xfrm>
            <a:off x="667512" y="1655064"/>
            <a:ext cx="2295144" cy="502920"/>
          </a:xfrm>
          <a:prstGeom prst="rect">
            <a:avLst/>
          </a:prstGeom>
          <a:noFill/>
          <a:ln/>
        </p:spPr>
        <p:txBody>
          <a:bodyPr wrap="square" rtlCol="0" anchor="t"/>
          <a:lstStyle/>
          <a:p>
            <a:pPr marL="0" indent="0">
              <a:lnSpc>
                <a:spcPts val="1700"/>
              </a:lnSpc>
              <a:buNone/>
            </a:pPr>
            <a:r>
              <a:rPr lang="en-US" sz="1400" b="1" dirty="0">
                <a:solidFill>
                  <a:srgbClr val="003362"/>
                </a:solidFill>
                <a:latin typeface="Arial" pitchFamily="34" charset="0"/>
                <a:ea typeface="Arial" pitchFamily="34" charset="-122"/>
                <a:cs typeface="Arial" pitchFamily="34" charset="-120"/>
              </a:rPr>
              <a:t>Inwoner</a:t>
            </a:r>
            <a:endParaRPr lang="en-US" sz="1400" dirty="0"/>
          </a:p>
        </p:txBody>
      </p:sp>
      <p:sp>
        <p:nvSpPr>
          <p:cNvPr id="16" name="Text 14"/>
          <p:cNvSpPr/>
          <p:nvPr/>
        </p:nvSpPr>
        <p:spPr>
          <a:xfrm>
            <a:off x="667512" y="2075688"/>
            <a:ext cx="2295144" cy="274320"/>
          </a:xfrm>
          <a:prstGeom prst="rect">
            <a:avLst/>
          </a:prstGeom>
          <a:noFill/>
          <a:ln/>
        </p:spPr>
        <p:txBody>
          <a:bodyPr wrap="square" rtlCol="0" anchor="ctr"/>
          <a:lstStyle/>
          <a:p>
            <a:pPr marL="0" indent="0">
              <a:buNone/>
            </a:pPr>
            <a:r>
              <a:rPr lang="en-US" sz="1050" i="1" dirty="0">
                <a:solidFill>
                  <a:srgbClr val="E76734"/>
                </a:solidFill>
                <a:latin typeface="Arial" pitchFamily="34" charset="0"/>
                <a:ea typeface="Arial" pitchFamily="34" charset="-122"/>
                <a:cs typeface="Arial" pitchFamily="34" charset="-120"/>
              </a:rPr>
              <a:t>Toegang: via klantportaal</a:t>
            </a:r>
            <a:endParaRPr lang="en-US" sz="1050" dirty="0"/>
          </a:p>
        </p:txBody>
      </p:sp>
      <p:sp>
        <p:nvSpPr>
          <p:cNvPr id="17" name="Text 15"/>
          <p:cNvSpPr/>
          <p:nvPr/>
        </p:nvSpPr>
        <p:spPr>
          <a:xfrm>
            <a:off x="667512" y="2441448"/>
            <a:ext cx="2295144" cy="219456"/>
          </a:xfrm>
          <a:prstGeom prst="rect">
            <a:avLst/>
          </a:prstGeom>
          <a:noFill/>
          <a:ln/>
        </p:spPr>
        <p:txBody>
          <a:bodyPr wrap="square" rtlCol="0" anchor="ctr"/>
          <a:lstStyle/>
          <a:p>
            <a:pPr marL="0" indent="0">
              <a:buNone/>
            </a:pPr>
            <a:r>
              <a:rPr lang="en-US" sz="1000" b="1" kern="0" spc="50" dirty="0">
                <a:solidFill>
                  <a:srgbClr val="6B7680"/>
                </a:solidFill>
                <a:latin typeface="Arial" pitchFamily="34" charset="0"/>
                <a:ea typeface="Arial" pitchFamily="34" charset="-122"/>
                <a:cs typeface="Arial" pitchFamily="34" charset="-120"/>
              </a:rPr>
              <a:t>RECHTEN</a:t>
            </a:r>
            <a:endParaRPr lang="en-US" sz="1000" dirty="0"/>
          </a:p>
        </p:txBody>
      </p:sp>
      <p:sp>
        <p:nvSpPr>
          <p:cNvPr id="18" name="Text 16"/>
          <p:cNvSpPr/>
          <p:nvPr/>
        </p:nvSpPr>
        <p:spPr>
          <a:xfrm>
            <a:off x="667512" y="2697480"/>
            <a:ext cx="2295144" cy="3794760"/>
          </a:xfrm>
          <a:prstGeom prst="rect">
            <a:avLst/>
          </a:prstGeom>
          <a:noFill/>
          <a:ln/>
        </p:spPr>
        <p:txBody>
          <a:bodyPr wrap="square" rtlCol="0" anchor="t"/>
          <a:lstStyle/>
          <a:p>
            <a:pPr marL="0" indent="0">
              <a:lnSpc>
                <a:spcPts val="1500"/>
              </a:lnSpc>
              <a:buNone/>
            </a:pPr>
            <a:r>
              <a:rPr lang="en-US" sz="1200" dirty="0">
                <a:solidFill>
                  <a:srgbClr val="2B3033"/>
                </a:solidFill>
                <a:latin typeface="Arial" pitchFamily="34" charset="0"/>
                <a:ea typeface="Arial" pitchFamily="34" charset="-122"/>
                <a:cs typeface="Arial" pitchFamily="34" charset="-120"/>
              </a:rPr>
              <a:t>• Aanmaken zaak (via Verzoek)</a:t>
            </a:r>
            <a:endParaRPr lang="en-US" sz="1200" dirty="0"/>
          </a:p>
          <a:p>
            <a:pPr marL="0" indent="0">
              <a:lnSpc>
                <a:spcPts val="1500"/>
              </a:lnSpc>
              <a:buNone/>
            </a:pPr>
            <a:r>
              <a:rPr lang="en-US" sz="1200" dirty="0">
                <a:solidFill>
                  <a:srgbClr val="2B3033"/>
                </a:solidFill>
                <a:latin typeface="Arial" pitchFamily="34" charset="0"/>
                <a:ea typeface="Arial" pitchFamily="34" charset="-122"/>
                <a:cs typeface="Arial" pitchFamily="34" charset="-120"/>
              </a:rPr>
              <a:t>• Documenten aanleveren (via Verzoek/klantportaal)</a:t>
            </a:r>
            <a:endParaRPr lang="en-US" sz="1200" dirty="0"/>
          </a:p>
          <a:p>
            <a:pPr marL="0" indent="0">
              <a:lnSpc>
                <a:spcPts val="1500"/>
              </a:lnSpc>
              <a:buNone/>
            </a:pPr>
            <a:r>
              <a:rPr lang="en-US" sz="1200" dirty="0">
                <a:solidFill>
                  <a:srgbClr val="2B3033"/>
                </a:solidFill>
                <a:latin typeface="Arial" pitchFamily="34" charset="0"/>
                <a:ea typeface="Arial" pitchFamily="34" charset="-122"/>
                <a:cs typeface="Arial" pitchFamily="34" charset="-120"/>
              </a:rPr>
              <a:t>• Lijstscherm inzien</a:t>
            </a:r>
            <a:endParaRPr lang="en-US" sz="1200" dirty="0"/>
          </a:p>
          <a:p>
            <a:pPr marL="0" indent="0">
              <a:lnSpc>
                <a:spcPts val="1500"/>
              </a:lnSpc>
              <a:buNone/>
            </a:pPr>
            <a:r>
              <a:rPr lang="en-US" sz="1200" dirty="0">
                <a:solidFill>
                  <a:srgbClr val="2B3033"/>
                </a:solidFill>
                <a:latin typeface="Arial" pitchFamily="34" charset="0"/>
                <a:ea typeface="Arial" pitchFamily="34" charset="-122"/>
                <a:cs typeface="Arial" pitchFamily="34" charset="-120"/>
              </a:rPr>
              <a:t>• Procestaken uitvoeren</a:t>
            </a:r>
            <a:endParaRPr lang="en-US" sz="1200" dirty="0"/>
          </a:p>
        </p:txBody>
      </p:sp>
      <p:sp>
        <p:nvSpPr>
          <p:cNvPr id="19" name="Shape 17"/>
          <p:cNvSpPr/>
          <p:nvPr/>
        </p:nvSpPr>
        <p:spPr>
          <a:xfrm>
            <a:off x="3355848" y="1508760"/>
            <a:ext cx="2624328" cy="4537381"/>
          </a:xfrm>
          <a:prstGeom prst="roundRect">
            <a:avLst>
              <a:gd name="adj" fmla="val 2787"/>
            </a:avLst>
          </a:prstGeom>
          <a:solidFill>
            <a:srgbClr val="F5F8FA"/>
          </a:solidFill>
          <a:ln/>
        </p:spPr>
        <p:txBody>
          <a:bodyPr/>
          <a:lstStyle/>
          <a:p>
            <a:endParaRPr lang="nl-NL"/>
          </a:p>
        </p:txBody>
      </p:sp>
      <p:sp>
        <p:nvSpPr>
          <p:cNvPr id="20" name="Shape 18"/>
          <p:cNvSpPr/>
          <p:nvPr/>
        </p:nvSpPr>
        <p:spPr>
          <a:xfrm>
            <a:off x="3355848" y="1508760"/>
            <a:ext cx="2624328" cy="64008"/>
          </a:xfrm>
          <a:prstGeom prst="rect">
            <a:avLst/>
          </a:prstGeom>
          <a:solidFill>
            <a:srgbClr val="003362"/>
          </a:solidFill>
          <a:ln/>
        </p:spPr>
        <p:txBody>
          <a:bodyPr/>
          <a:lstStyle/>
          <a:p>
            <a:endParaRPr lang="nl-NL"/>
          </a:p>
        </p:txBody>
      </p:sp>
      <p:sp>
        <p:nvSpPr>
          <p:cNvPr id="21" name="Text 19"/>
          <p:cNvSpPr/>
          <p:nvPr/>
        </p:nvSpPr>
        <p:spPr>
          <a:xfrm>
            <a:off x="3520440" y="1655064"/>
            <a:ext cx="2295144" cy="502920"/>
          </a:xfrm>
          <a:prstGeom prst="rect">
            <a:avLst/>
          </a:prstGeom>
          <a:noFill/>
          <a:ln/>
        </p:spPr>
        <p:txBody>
          <a:bodyPr wrap="square" rtlCol="0" anchor="t"/>
          <a:lstStyle/>
          <a:p>
            <a:pPr marL="0" indent="0">
              <a:lnSpc>
                <a:spcPts val="1700"/>
              </a:lnSpc>
              <a:buNone/>
            </a:pPr>
            <a:r>
              <a:rPr lang="en-US" sz="1400" b="1" dirty="0">
                <a:solidFill>
                  <a:srgbClr val="003362"/>
                </a:solidFill>
                <a:latin typeface="Arial" pitchFamily="34" charset="0"/>
                <a:ea typeface="Arial" pitchFamily="34" charset="-122"/>
                <a:cs typeface="Arial" pitchFamily="34" charset="-120"/>
              </a:rPr>
              <a:t>Behandelaar</a:t>
            </a:r>
            <a:endParaRPr lang="en-US" sz="1400" dirty="0"/>
          </a:p>
        </p:txBody>
      </p:sp>
      <p:sp>
        <p:nvSpPr>
          <p:cNvPr id="22" name="Text 20"/>
          <p:cNvSpPr/>
          <p:nvPr/>
        </p:nvSpPr>
        <p:spPr>
          <a:xfrm>
            <a:off x="3520440" y="2075688"/>
            <a:ext cx="2295144" cy="274320"/>
          </a:xfrm>
          <a:prstGeom prst="rect">
            <a:avLst/>
          </a:prstGeom>
          <a:noFill/>
          <a:ln/>
        </p:spPr>
        <p:txBody>
          <a:bodyPr wrap="square" rtlCol="0" anchor="ctr"/>
          <a:lstStyle/>
          <a:p>
            <a:pPr marL="0" indent="0">
              <a:buNone/>
            </a:pPr>
            <a:r>
              <a:rPr lang="en-US" sz="1050" i="1" dirty="0">
                <a:solidFill>
                  <a:srgbClr val="003362"/>
                </a:solidFill>
                <a:latin typeface="Arial" pitchFamily="34" charset="0"/>
                <a:ea typeface="Arial" pitchFamily="34" charset="-122"/>
                <a:cs typeface="Arial" pitchFamily="34" charset="-120"/>
              </a:rPr>
              <a:t>Toegang: in GZAC</a:t>
            </a:r>
            <a:endParaRPr lang="en-US" sz="1050" dirty="0"/>
          </a:p>
        </p:txBody>
      </p:sp>
      <p:sp>
        <p:nvSpPr>
          <p:cNvPr id="23" name="Text 21"/>
          <p:cNvSpPr/>
          <p:nvPr/>
        </p:nvSpPr>
        <p:spPr>
          <a:xfrm>
            <a:off x="3520440" y="2441448"/>
            <a:ext cx="2295144" cy="219456"/>
          </a:xfrm>
          <a:prstGeom prst="rect">
            <a:avLst/>
          </a:prstGeom>
          <a:noFill/>
          <a:ln/>
        </p:spPr>
        <p:txBody>
          <a:bodyPr wrap="square" rtlCol="0" anchor="ctr"/>
          <a:lstStyle/>
          <a:p>
            <a:pPr marL="0" indent="0">
              <a:buNone/>
            </a:pPr>
            <a:r>
              <a:rPr lang="en-US" sz="1000" b="1" kern="0" spc="50" dirty="0">
                <a:solidFill>
                  <a:srgbClr val="6B7680"/>
                </a:solidFill>
                <a:latin typeface="Arial" pitchFamily="34" charset="0"/>
                <a:ea typeface="Arial" pitchFamily="34" charset="-122"/>
                <a:cs typeface="Arial" pitchFamily="34" charset="-120"/>
              </a:rPr>
              <a:t>RECHTEN</a:t>
            </a:r>
            <a:endParaRPr lang="en-US" sz="1000" dirty="0"/>
          </a:p>
        </p:txBody>
      </p:sp>
      <p:sp>
        <p:nvSpPr>
          <p:cNvPr id="24" name="Text 22"/>
          <p:cNvSpPr/>
          <p:nvPr/>
        </p:nvSpPr>
        <p:spPr>
          <a:xfrm>
            <a:off x="3520440" y="2697480"/>
            <a:ext cx="2295144" cy="3794760"/>
          </a:xfrm>
          <a:prstGeom prst="rect">
            <a:avLst/>
          </a:prstGeom>
          <a:noFill/>
          <a:ln/>
        </p:spPr>
        <p:txBody>
          <a:bodyPr wrap="square" lIns="91440" tIns="45720" rIns="91440" bIns="45720" rtlCol="0" anchor="t"/>
          <a:lstStyle/>
          <a:p>
            <a:pPr marL="0" indent="0">
              <a:lnSpc>
                <a:spcPts val="1200"/>
              </a:lnSpc>
              <a:buNone/>
            </a:pPr>
            <a:r>
              <a:rPr lang="en-US" sz="1200" dirty="0">
                <a:solidFill>
                  <a:srgbClr val="2B3033"/>
                </a:solidFill>
                <a:latin typeface="Arial"/>
                <a:ea typeface="Arial" pitchFamily="34" charset="-122"/>
                <a:cs typeface="Arial"/>
              </a:rPr>
              <a:t>• Aanmaken zaak</a:t>
            </a:r>
            <a:endParaRPr lang="en-US" sz="1200">
              <a:latin typeface="Arial"/>
              <a:ea typeface="Calibri"/>
              <a:cs typeface="Arial"/>
            </a:endParaRPr>
          </a:p>
          <a:p>
            <a:pPr marL="0" indent="0">
              <a:lnSpc>
                <a:spcPts val="1200"/>
              </a:lnSpc>
              <a:buNone/>
            </a:pPr>
            <a:r>
              <a:rPr lang="en-US" sz="1200" dirty="0">
                <a:solidFill>
                  <a:srgbClr val="2B3033"/>
                </a:solidFill>
                <a:latin typeface="Arial"/>
                <a:ea typeface="Arial" pitchFamily="34" charset="-122"/>
                <a:cs typeface="Arial"/>
              </a:rPr>
              <a:t>• Documenten beheren</a:t>
            </a:r>
            <a:endParaRPr lang="en-US" sz="1200">
              <a:latin typeface="Arial"/>
              <a:ea typeface="Calibri"/>
              <a:cs typeface="Arial"/>
            </a:endParaRPr>
          </a:p>
          <a:p>
            <a:pPr marL="0" indent="0">
              <a:lnSpc>
                <a:spcPts val="1200"/>
              </a:lnSpc>
              <a:buNone/>
            </a:pPr>
            <a:r>
              <a:rPr lang="en-US" sz="1200" dirty="0">
                <a:solidFill>
                  <a:srgbClr val="2B3033"/>
                </a:solidFill>
                <a:latin typeface="Arial"/>
                <a:ea typeface="Arial" pitchFamily="34" charset="-122"/>
                <a:cs typeface="Arial"/>
              </a:rPr>
              <a:t>• Lijstscherm gebruiken</a:t>
            </a:r>
            <a:endParaRPr lang="en-US" sz="1200">
              <a:latin typeface="Arial"/>
              <a:ea typeface="Calibri"/>
              <a:cs typeface="Arial"/>
            </a:endParaRPr>
          </a:p>
          <a:p>
            <a:pPr marL="0" indent="0">
              <a:lnSpc>
                <a:spcPts val="1200"/>
              </a:lnSpc>
              <a:buNone/>
            </a:pPr>
            <a:r>
              <a:rPr lang="en-US" sz="1200" dirty="0">
                <a:solidFill>
                  <a:srgbClr val="2B3033"/>
                </a:solidFill>
                <a:latin typeface="Arial"/>
                <a:ea typeface="Arial" pitchFamily="34" charset="-122"/>
                <a:cs typeface="Arial"/>
              </a:rPr>
              <a:t>• Procestaken uitvoeren</a:t>
            </a:r>
            <a:endParaRPr lang="en-US" sz="1200">
              <a:latin typeface="Arial"/>
              <a:ea typeface="Calibri"/>
              <a:cs typeface="Arial"/>
            </a:endParaRPr>
          </a:p>
          <a:p>
            <a:pPr marL="0" indent="0">
              <a:lnSpc>
                <a:spcPts val="1200"/>
              </a:lnSpc>
              <a:buNone/>
            </a:pPr>
            <a:r>
              <a:rPr lang="en-US" sz="1200" dirty="0">
                <a:solidFill>
                  <a:srgbClr val="2B3033"/>
                </a:solidFill>
                <a:latin typeface="Arial"/>
                <a:ea typeface="Arial" pitchFamily="34" charset="-122"/>
                <a:cs typeface="Arial"/>
              </a:rPr>
              <a:t>• Acties uitvoeren (ad hoc)</a:t>
            </a:r>
            <a:endParaRPr lang="en-US" sz="1200">
              <a:latin typeface="Arial"/>
              <a:ea typeface="Calibri"/>
              <a:cs typeface="Arial"/>
            </a:endParaRPr>
          </a:p>
          <a:p>
            <a:pPr marL="0" indent="0">
              <a:lnSpc>
                <a:spcPts val="1200"/>
              </a:lnSpc>
              <a:buNone/>
            </a:pPr>
            <a:r>
              <a:rPr lang="en-US" sz="1200" dirty="0">
                <a:solidFill>
                  <a:srgbClr val="2B3033"/>
                </a:solidFill>
                <a:latin typeface="Arial"/>
                <a:ea typeface="Arial" pitchFamily="34" charset="-122"/>
                <a:cs typeface="Arial"/>
              </a:rPr>
              <a:t>• Dossierdetails inzien/bewerken</a:t>
            </a:r>
            <a:endParaRPr lang="en-US" sz="1200">
              <a:latin typeface="Arial"/>
              <a:ea typeface="Calibri"/>
              <a:cs typeface="Arial"/>
            </a:endParaRPr>
          </a:p>
          <a:p>
            <a:pPr marL="0" indent="0">
              <a:lnSpc>
                <a:spcPts val="1200"/>
              </a:lnSpc>
              <a:buNone/>
            </a:pPr>
            <a:r>
              <a:rPr lang="en-US" sz="1200" dirty="0">
                <a:solidFill>
                  <a:srgbClr val="2B3033"/>
                </a:solidFill>
                <a:latin typeface="Arial"/>
                <a:ea typeface="Arial" pitchFamily="34" charset="-122"/>
                <a:cs typeface="Arial"/>
              </a:rPr>
              <a:t>• Dossiernotities toevoegen</a:t>
            </a:r>
            <a:endParaRPr lang="en-US" sz="1200">
              <a:latin typeface="Arial"/>
              <a:ea typeface="Calibri"/>
              <a:cs typeface="Arial"/>
            </a:endParaRPr>
          </a:p>
          <a:p>
            <a:pPr marL="0" indent="0">
              <a:lnSpc>
                <a:spcPts val="1200"/>
              </a:lnSpc>
              <a:buNone/>
            </a:pPr>
            <a:r>
              <a:rPr lang="en-US" sz="1200" dirty="0">
                <a:solidFill>
                  <a:srgbClr val="2B3033"/>
                </a:solidFill>
                <a:latin typeface="Arial"/>
                <a:ea typeface="Arial" pitchFamily="34" charset="-122"/>
                <a:cs typeface="Arial"/>
              </a:rPr>
              <a:t>• Zaakbehandelaar toewijzen</a:t>
            </a:r>
            <a:endParaRPr lang="en-US" sz="1200">
              <a:latin typeface="Arial"/>
              <a:ea typeface="Calibri"/>
              <a:cs typeface="Arial"/>
            </a:endParaRPr>
          </a:p>
          <a:p>
            <a:pPr marL="0" indent="0">
              <a:lnSpc>
                <a:spcPts val="1200"/>
              </a:lnSpc>
              <a:buNone/>
            </a:pPr>
            <a:r>
              <a:rPr lang="en-US" sz="1200" dirty="0">
                <a:solidFill>
                  <a:srgbClr val="2B3033"/>
                </a:solidFill>
                <a:latin typeface="Arial"/>
                <a:ea typeface="Arial" pitchFamily="34" charset="-122"/>
                <a:cs typeface="Arial"/>
              </a:rPr>
              <a:t>• Dashboard gebruiken</a:t>
            </a:r>
            <a:endParaRPr lang="en-US" sz="1200">
              <a:latin typeface="Arial"/>
              <a:ea typeface="Calibri"/>
              <a:cs typeface="Arial"/>
            </a:endParaRPr>
          </a:p>
        </p:txBody>
      </p:sp>
      <p:sp>
        <p:nvSpPr>
          <p:cNvPr id="25" name="Shape 23"/>
          <p:cNvSpPr/>
          <p:nvPr/>
        </p:nvSpPr>
        <p:spPr>
          <a:xfrm>
            <a:off x="6208776" y="1508760"/>
            <a:ext cx="2624328" cy="4537381"/>
          </a:xfrm>
          <a:prstGeom prst="roundRect">
            <a:avLst>
              <a:gd name="adj" fmla="val 2787"/>
            </a:avLst>
          </a:prstGeom>
          <a:solidFill>
            <a:srgbClr val="F5F8FA"/>
          </a:solidFill>
          <a:ln/>
        </p:spPr>
        <p:txBody>
          <a:bodyPr/>
          <a:lstStyle/>
          <a:p>
            <a:endParaRPr lang="nl-NL"/>
          </a:p>
        </p:txBody>
      </p:sp>
      <p:sp>
        <p:nvSpPr>
          <p:cNvPr id="26" name="Shape 24"/>
          <p:cNvSpPr/>
          <p:nvPr/>
        </p:nvSpPr>
        <p:spPr>
          <a:xfrm>
            <a:off x="6208776" y="1508760"/>
            <a:ext cx="2624328" cy="64008"/>
          </a:xfrm>
          <a:prstGeom prst="rect">
            <a:avLst/>
          </a:prstGeom>
          <a:solidFill>
            <a:srgbClr val="89CDF2"/>
          </a:solidFill>
          <a:ln/>
        </p:spPr>
        <p:txBody>
          <a:bodyPr/>
          <a:lstStyle/>
          <a:p>
            <a:endParaRPr lang="nl-NL"/>
          </a:p>
        </p:txBody>
      </p:sp>
      <p:sp>
        <p:nvSpPr>
          <p:cNvPr id="27" name="Text 25"/>
          <p:cNvSpPr/>
          <p:nvPr/>
        </p:nvSpPr>
        <p:spPr>
          <a:xfrm>
            <a:off x="6373368" y="1655064"/>
            <a:ext cx="2295144" cy="502920"/>
          </a:xfrm>
          <a:prstGeom prst="rect">
            <a:avLst/>
          </a:prstGeom>
          <a:noFill/>
          <a:ln/>
        </p:spPr>
        <p:txBody>
          <a:bodyPr wrap="square" rtlCol="0" anchor="t"/>
          <a:lstStyle/>
          <a:p>
            <a:pPr marL="0" indent="0">
              <a:lnSpc>
                <a:spcPts val="1700"/>
              </a:lnSpc>
              <a:buNone/>
            </a:pPr>
            <a:r>
              <a:rPr lang="en-US" sz="1400" b="1" dirty="0">
                <a:solidFill>
                  <a:srgbClr val="003362"/>
                </a:solidFill>
                <a:latin typeface="Arial" pitchFamily="34" charset="0"/>
                <a:ea typeface="Arial" pitchFamily="34" charset="-122"/>
                <a:cs typeface="Arial" pitchFamily="34" charset="-120"/>
              </a:rPr>
              <a:t>Raadpleger</a:t>
            </a:r>
            <a:endParaRPr lang="en-US" sz="1400" dirty="0"/>
          </a:p>
        </p:txBody>
      </p:sp>
      <p:sp>
        <p:nvSpPr>
          <p:cNvPr id="28" name="Text 26"/>
          <p:cNvSpPr/>
          <p:nvPr/>
        </p:nvSpPr>
        <p:spPr>
          <a:xfrm>
            <a:off x="6373368" y="2075688"/>
            <a:ext cx="2295144" cy="274320"/>
          </a:xfrm>
          <a:prstGeom prst="rect">
            <a:avLst/>
          </a:prstGeom>
          <a:noFill/>
          <a:ln/>
        </p:spPr>
        <p:txBody>
          <a:bodyPr wrap="square" rtlCol="0" anchor="ctr"/>
          <a:lstStyle/>
          <a:p>
            <a:pPr marL="0" indent="0">
              <a:buNone/>
            </a:pPr>
            <a:r>
              <a:rPr lang="en-US" sz="1050" i="1" dirty="0">
                <a:solidFill>
                  <a:srgbClr val="003362"/>
                </a:solidFill>
                <a:latin typeface="Arial" pitchFamily="34" charset="0"/>
                <a:ea typeface="Arial" pitchFamily="34" charset="-122"/>
                <a:cs typeface="Arial" pitchFamily="34" charset="-120"/>
              </a:rPr>
              <a:t>Toegang: in GZAC</a:t>
            </a:r>
            <a:endParaRPr lang="en-US" sz="1050" dirty="0"/>
          </a:p>
        </p:txBody>
      </p:sp>
      <p:sp>
        <p:nvSpPr>
          <p:cNvPr id="29" name="Text 27"/>
          <p:cNvSpPr/>
          <p:nvPr/>
        </p:nvSpPr>
        <p:spPr>
          <a:xfrm>
            <a:off x="6373368" y="2441448"/>
            <a:ext cx="2295144" cy="219456"/>
          </a:xfrm>
          <a:prstGeom prst="rect">
            <a:avLst/>
          </a:prstGeom>
          <a:noFill/>
          <a:ln/>
        </p:spPr>
        <p:txBody>
          <a:bodyPr wrap="square" rtlCol="0" anchor="ctr"/>
          <a:lstStyle/>
          <a:p>
            <a:pPr marL="0" indent="0">
              <a:buNone/>
            </a:pPr>
            <a:r>
              <a:rPr lang="en-US" sz="1000" b="1" kern="0" spc="50" dirty="0">
                <a:solidFill>
                  <a:srgbClr val="6B7680"/>
                </a:solidFill>
                <a:latin typeface="Arial" pitchFamily="34" charset="0"/>
                <a:ea typeface="Arial" pitchFamily="34" charset="-122"/>
                <a:cs typeface="Arial" pitchFamily="34" charset="-120"/>
              </a:rPr>
              <a:t>RECHTEN</a:t>
            </a:r>
            <a:endParaRPr lang="en-US" sz="1000" dirty="0"/>
          </a:p>
        </p:txBody>
      </p:sp>
      <p:sp>
        <p:nvSpPr>
          <p:cNvPr id="30" name="Text 28"/>
          <p:cNvSpPr/>
          <p:nvPr/>
        </p:nvSpPr>
        <p:spPr>
          <a:xfrm>
            <a:off x="6373368" y="2697480"/>
            <a:ext cx="2295144" cy="3794760"/>
          </a:xfrm>
          <a:prstGeom prst="rect">
            <a:avLst/>
          </a:prstGeom>
          <a:noFill/>
          <a:ln/>
        </p:spPr>
        <p:txBody>
          <a:bodyPr wrap="square" rtlCol="0" anchor="t"/>
          <a:lstStyle/>
          <a:p>
            <a:pPr marL="0" indent="0">
              <a:lnSpc>
                <a:spcPts val="1500"/>
              </a:lnSpc>
              <a:buNone/>
            </a:pPr>
            <a:r>
              <a:rPr lang="en-US" sz="1200" dirty="0">
                <a:solidFill>
                  <a:srgbClr val="2B3033"/>
                </a:solidFill>
                <a:latin typeface="Arial" pitchFamily="34" charset="0"/>
                <a:ea typeface="Arial" pitchFamily="34" charset="-122"/>
                <a:cs typeface="Arial" pitchFamily="34" charset="-120"/>
              </a:rPr>
              <a:t>• Documenten inzien (niet verwijderen)</a:t>
            </a:r>
            <a:endParaRPr lang="en-US" sz="1200" dirty="0"/>
          </a:p>
          <a:p>
            <a:pPr marL="0" indent="0">
              <a:lnSpc>
                <a:spcPts val="1500"/>
              </a:lnSpc>
              <a:buNone/>
            </a:pPr>
            <a:r>
              <a:rPr lang="en-US" sz="1200" dirty="0">
                <a:solidFill>
                  <a:srgbClr val="2B3033"/>
                </a:solidFill>
                <a:latin typeface="Arial" pitchFamily="34" charset="0"/>
                <a:ea typeface="Arial" pitchFamily="34" charset="-122"/>
                <a:cs typeface="Arial" pitchFamily="34" charset="-120"/>
              </a:rPr>
              <a:t>• Lijstscherm inzien</a:t>
            </a:r>
            <a:endParaRPr lang="en-US" sz="1200" dirty="0"/>
          </a:p>
          <a:p>
            <a:pPr marL="0" indent="0">
              <a:lnSpc>
                <a:spcPts val="1500"/>
              </a:lnSpc>
              <a:buNone/>
            </a:pPr>
            <a:r>
              <a:rPr lang="en-US" sz="1200" dirty="0">
                <a:solidFill>
                  <a:srgbClr val="2B3033"/>
                </a:solidFill>
                <a:latin typeface="Arial" pitchFamily="34" charset="0"/>
                <a:ea typeface="Arial" pitchFamily="34" charset="-122"/>
                <a:cs typeface="Arial" pitchFamily="34" charset="-120"/>
              </a:rPr>
              <a:t>• Dossierdetails inzien</a:t>
            </a:r>
            <a:endParaRPr lang="en-US" sz="1200" dirty="0"/>
          </a:p>
          <a:p>
            <a:pPr marL="0" indent="0">
              <a:lnSpc>
                <a:spcPts val="1500"/>
              </a:lnSpc>
              <a:buNone/>
            </a:pPr>
            <a:r>
              <a:rPr lang="en-US" sz="1200" dirty="0">
                <a:solidFill>
                  <a:srgbClr val="2B3033"/>
                </a:solidFill>
                <a:latin typeface="Arial" pitchFamily="34" charset="0"/>
                <a:ea typeface="Arial" pitchFamily="34" charset="-122"/>
                <a:cs typeface="Arial" pitchFamily="34" charset="-120"/>
              </a:rPr>
              <a:t>• Dossiernotities inzien</a:t>
            </a:r>
            <a:endParaRPr lang="en-US" sz="1200" dirty="0"/>
          </a:p>
        </p:txBody>
      </p:sp>
      <p:sp>
        <p:nvSpPr>
          <p:cNvPr id="31" name="Shape 29"/>
          <p:cNvSpPr/>
          <p:nvPr/>
        </p:nvSpPr>
        <p:spPr>
          <a:xfrm>
            <a:off x="9061704" y="1508760"/>
            <a:ext cx="2624328" cy="4537381"/>
          </a:xfrm>
          <a:prstGeom prst="roundRect">
            <a:avLst>
              <a:gd name="adj" fmla="val 2787"/>
            </a:avLst>
          </a:prstGeom>
          <a:solidFill>
            <a:srgbClr val="F5F8FA"/>
          </a:solidFill>
          <a:ln/>
        </p:spPr>
        <p:txBody>
          <a:bodyPr/>
          <a:lstStyle/>
          <a:p>
            <a:endParaRPr lang="nl-NL"/>
          </a:p>
        </p:txBody>
      </p:sp>
      <p:sp>
        <p:nvSpPr>
          <p:cNvPr id="32" name="Shape 30"/>
          <p:cNvSpPr/>
          <p:nvPr/>
        </p:nvSpPr>
        <p:spPr>
          <a:xfrm>
            <a:off x="9061704" y="1508760"/>
            <a:ext cx="2624328" cy="64008"/>
          </a:xfrm>
          <a:prstGeom prst="rect">
            <a:avLst/>
          </a:prstGeom>
          <a:solidFill>
            <a:srgbClr val="ED7D31"/>
          </a:solidFill>
          <a:ln/>
        </p:spPr>
        <p:txBody>
          <a:bodyPr/>
          <a:lstStyle/>
          <a:p>
            <a:endParaRPr lang="nl-NL"/>
          </a:p>
        </p:txBody>
      </p:sp>
      <p:sp>
        <p:nvSpPr>
          <p:cNvPr id="33" name="Text 31"/>
          <p:cNvSpPr/>
          <p:nvPr/>
        </p:nvSpPr>
        <p:spPr>
          <a:xfrm>
            <a:off x="9226296" y="1655064"/>
            <a:ext cx="2295144" cy="502920"/>
          </a:xfrm>
          <a:prstGeom prst="rect">
            <a:avLst/>
          </a:prstGeom>
          <a:noFill/>
          <a:ln/>
        </p:spPr>
        <p:txBody>
          <a:bodyPr wrap="square" rtlCol="0" anchor="t"/>
          <a:lstStyle/>
          <a:p>
            <a:pPr marL="0" indent="0">
              <a:lnSpc>
                <a:spcPts val="1700"/>
              </a:lnSpc>
              <a:buNone/>
            </a:pPr>
            <a:r>
              <a:rPr lang="en-US" sz="1400" b="1" dirty="0">
                <a:solidFill>
                  <a:srgbClr val="003362"/>
                </a:solidFill>
                <a:latin typeface="Arial" pitchFamily="34" charset="0"/>
                <a:ea typeface="Arial" pitchFamily="34" charset="-122"/>
                <a:cs typeface="Arial" pitchFamily="34" charset="-120"/>
              </a:rPr>
              <a:t>Functioneel beheerder</a:t>
            </a:r>
            <a:endParaRPr lang="en-US" sz="1400" dirty="0"/>
          </a:p>
        </p:txBody>
      </p:sp>
      <p:sp>
        <p:nvSpPr>
          <p:cNvPr id="34" name="Text 32"/>
          <p:cNvSpPr/>
          <p:nvPr/>
        </p:nvSpPr>
        <p:spPr>
          <a:xfrm>
            <a:off x="9226296" y="2075688"/>
            <a:ext cx="2295144" cy="274320"/>
          </a:xfrm>
          <a:prstGeom prst="rect">
            <a:avLst/>
          </a:prstGeom>
          <a:noFill/>
          <a:ln/>
        </p:spPr>
        <p:txBody>
          <a:bodyPr wrap="square" lIns="91440" tIns="45720" rIns="91440" bIns="45720" rtlCol="0" anchor="ctr"/>
          <a:lstStyle/>
          <a:p>
            <a:pPr marL="0" indent="0">
              <a:buNone/>
            </a:pPr>
            <a:r>
              <a:rPr lang="en-US" sz="1050" i="1" dirty="0">
                <a:solidFill>
                  <a:srgbClr val="E76734"/>
                </a:solidFill>
                <a:latin typeface="Arial"/>
                <a:ea typeface="Arial" pitchFamily="34" charset="-122"/>
                <a:cs typeface="Arial"/>
              </a:rPr>
              <a:t>Toegang: in GZAC</a:t>
            </a:r>
            <a:endParaRPr lang="en-US" sz="1050">
              <a:solidFill>
                <a:srgbClr val="E76734"/>
              </a:solidFill>
              <a:latin typeface="Arial"/>
              <a:ea typeface="Calibri"/>
              <a:cs typeface="Arial"/>
            </a:endParaRPr>
          </a:p>
        </p:txBody>
      </p:sp>
      <p:sp>
        <p:nvSpPr>
          <p:cNvPr id="35" name="Text 33"/>
          <p:cNvSpPr/>
          <p:nvPr/>
        </p:nvSpPr>
        <p:spPr>
          <a:xfrm>
            <a:off x="9226296" y="2441448"/>
            <a:ext cx="2295144" cy="219456"/>
          </a:xfrm>
          <a:prstGeom prst="rect">
            <a:avLst/>
          </a:prstGeom>
          <a:noFill/>
          <a:ln/>
        </p:spPr>
        <p:txBody>
          <a:bodyPr wrap="square" rtlCol="0" anchor="ctr"/>
          <a:lstStyle/>
          <a:p>
            <a:pPr marL="0" indent="0">
              <a:buNone/>
            </a:pPr>
            <a:r>
              <a:rPr lang="en-US" sz="1000" b="1" kern="0" spc="50" dirty="0">
                <a:solidFill>
                  <a:srgbClr val="6B7680"/>
                </a:solidFill>
                <a:latin typeface="Arial" pitchFamily="34" charset="0"/>
                <a:ea typeface="Arial" pitchFamily="34" charset="-122"/>
                <a:cs typeface="Arial" pitchFamily="34" charset="-120"/>
              </a:rPr>
              <a:t>RECHTEN</a:t>
            </a:r>
            <a:endParaRPr lang="en-US" sz="1000" dirty="0"/>
          </a:p>
        </p:txBody>
      </p:sp>
      <p:sp>
        <p:nvSpPr>
          <p:cNvPr id="36" name="Text 34"/>
          <p:cNvSpPr/>
          <p:nvPr/>
        </p:nvSpPr>
        <p:spPr>
          <a:xfrm>
            <a:off x="9226296" y="2697480"/>
            <a:ext cx="2295144" cy="3794760"/>
          </a:xfrm>
          <a:prstGeom prst="rect">
            <a:avLst/>
          </a:prstGeom>
          <a:noFill/>
          <a:ln/>
        </p:spPr>
        <p:txBody>
          <a:bodyPr wrap="square" lIns="91440" tIns="45720" rIns="91440" bIns="45720" rtlCol="0" anchor="t"/>
          <a:lstStyle/>
          <a:p>
            <a:pPr>
              <a:lnSpc>
                <a:spcPts val="1500"/>
              </a:lnSpc>
            </a:pPr>
            <a:r>
              <a:rPr lang="en-US" sz="1200" dirty="0">
                <a:solidFill>
                  <a:srgbClr val="2B3033"/>
                </a:solidFill>
                <a:latin typeface="Arial"/>
                <a:cs typeface="Arial"/>
              </a:rPr>
              <a:t>• Admin</a:t>
            </a:r>
            <a:endParaRPr lang="en-US" sz="1200" dirty="0">
              <a:solidFill>
                <a:srgbClr val="2B3033"/>
              </a:solidFill>
              <a:latin typeface="Arial"/>
              <a:ea typeface="Calibri"/>
              <a:cs typeface="Arial"/>
            </a:endParaRPr>
          </a:p>
        </p:txBody>
      </p:sp>
      <p:sp>
        <p:nvSpPr>
          <p:cNvPr id="38" name="Shape 5">
            <a:extLst>
              <a:ext uri="{FF2B5EF4-FFF2-40B4-BE49-F238E27FC236}">
                <a16:creationId xmlns:a16="http://schemas.microsoft.com/office/drawing/2014/main" id="{3C008E93-88C3-7377-9AE5-B03D7E21369B}"/>
              </a:ext>
            </a:extLst>
          </p:cNvPr>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40" name="Text 6">
            <a:extLst>
              <a:ext uri="{FF2B5EF4-FFF2-40B4-BE49-F238E27FC236}">
                <a16:creationId xmlns:a16="http://schemas.microsoft.com/office/drawing/2014/main" id="{493E7FC1-B00F-CA22-EC50-9C24C1E74751}"/>
              </a:ext>
            </a:extLst>
          </p:cNvPr>
          <p:cNvSpPr/>
          <p:nvPr/>
        </p:nvSpPr>
        <p:spPr>
          <a:xfrm>
            <a:off x="9923121" y="294489"/>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Tree>
    <p:extLst>
      <p:ext uri="{BB962C8B-B14F-4D97-AF65-F5344CB8AC3E}">
        <p14:creationId xmlns:p14="http://schemas.microsoft.com/office/powerpoint/2010/main" val="37140232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lIns="91440" tIns="45720" rIns="91440" bIns="45720" rtlCol="0" anchor="ctr"/>
          <a:lstStyle/>
          <a:p>
            <a:pPr marL="0" indent="0">
              <a:buNone/>
            </a:pPr>
            <a:r>
              <a:rPr lang="en-US" sz="1100" b="1" kern="0" spc="150" dirty="0">
                <a:solidFill>
                  <a:srgbClr val="E76734"/>
                </a:solidFill>
                <a:latin typeface="Arial"/>
                <a:ea typeface="Arial" pitchFamily="34" charset="-122"/>
                <a:cs typeface="Arial"/>
              </a:rPr>
              <a:t>FUNCTIONELE INVULLING — GEBRUIKERS</a:t>
            </a:r>
            <a:endParaRPr lang="en-US" sz="1100" dirty="0">
              <a:latin typeface="Arial"/>
              <a:cs typeface="Arial"/>
            </a:endParaRPr>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Toegang tot zaak voor externe gebruikers</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Functioneel</a:t>
            </a:r>
            <a:endParaRPr lang="en-US" sz="950" dirty="0" err="1">
              <a:latin typeface="Arial"/>
              <a:cs typeface="Arial"/>
            </a:endParaRPr>
          </a:p>
        </p:txBody>
      </p:sp>
      <p:sp>
        <p:nvSpPr>
          <p:cNvPr id="12" name="Text 10"/>
          <p:cNvSpPr/>
          <p:nvPr/>
        </p:nvSpPr>
        <p:spPr>
          <a:xfrm>
            <a:off x="502920" y="1051560"/>
            <a:ext cx="10972800" cy="320040"/>
          </a:xfrm>
          <a:prstGeom prst="rect">
            <a:avLst/>
          </a:prstGeom>
          <a:noFill/>
          <a:ln/>
        </p:spPr>
        <p:txBody>
          <a:bodyPr wrap="square" lIns="91440" tIns="45720" rIns="91440" bIns="45720" rtlCol="0" anchor="ctr"/>
          <a:lstStyle/>
          <a:p>
            <a:r>
              <a:rPr lang="en-US" sz="1250" i="1" dirty="0" err="1">
                <a:solidFill>
                  <a:srgbClr val="6B7680"/>
                </a:solidFill>
                <a:latin typeface="Arial"/>
                <a:ea typeface="Arial" pitchFamily="34" charset="-122"/>
                <a:cs typeface="Arial"/>
              </a:rPr>
              <a:t>Vereist</a:t>
            </a:r>
            <a:r>
              <a:rPr lang="en-US" sz="1250" i="1" dirty="0">
                <a:solidFill>
                  <a:srgbClr val="6B7680"/>
                </a:solidFill>
                <a:latin typeface="Arial"/>
                <a:ea typeface="Arial" pitchFamily="34" charset="-122"/>
                <a:cs typeface="Arial"/>
              </a:rPr>
              <a:t> </a:t>
            </a:r>
            <a:r>
              <a:rPr lang="en-US" sz="1250" i="1" dirty="0" err="1">
                <a:solidFill>
                  <a:srgbClr val="6B7680"/>
                </a:solidFill>
                <a:latin typeface="Arial"/>
                <a:ea typeface="Arial" pitchFamily="34" charset="-122"/>
                <a:cs typeface="Arial"/>
              </a:rPr>
              <a:t>voor</a:t>
            </a:r>
            <a:r>
              <a:rPr lang="en-US" sz="1250" i="1" dirty="0">
                <a:solidFill>
                  <a:srgbClr val="6B7680"/>
                </a:solidFill>
                <a:latin typeface="Arial"/>
                <a:ea typeface="Arial" pitchFamily="34" charset="-122"/>
                <a:cs typeface="Arial"/>
              </a:rPr>
              <a:t> </a:t>
            </a:r>
            <a:r>
              <a:rPr lang="en-US" sz="1250" i="1" dirty="0" err="1">
                <a:solidFill>
                  <a:srgbClr val="6B7680"/>
                </a:solidFill>
                <a:latin typeface="Arial"/>
                <a:ea typeface="Arial" pitchFamily="34" charset="-122"/>
                <a:cs typeface="Arial"/>
              </a:rPr>
              <a:t>DigiD</a:t>
            </a:r>
            <a:r>
              <a:rPr lang="en-US" sz="1250" i="1" dirty="0">
                <a:solidFill>
                  <a:srgbClr val="6B7680"/>
                </a:solidFill>
                <a:latin typeface="Arial"/>
                <a:ea typeface="Arial" pitchFamily="34" charset="-122"/>
                <a:cs typeface="Arial"/>
              </a:rPr>
              <a:t>/ e-</a:t>
            </a:r>
            <a:r>
              <a:rPr lang="en-US" sz="1250" i="1" dirty="0" err="1">
                <a:solidFill>
                  <a:srgbClr val="6B7680"/>
                </a:solidFill>
                <a:latin typeface="Arial"/>
                <a:ea typeface="Arial" pitchFamily="34" charset="-122"/>
                <a:cs typeface="Arial"/>
              </a:rPr>
              <a:t>Herkenning</a:t>
            </a:r>
            <a:r>
              <a:rPr lang="en-US" sz="1250" i="1" dirty="0">
                <a:solidFill>
                  <a:srgbClr val="6B7680"/>
                </a:solidFill>
                <a:latin typeface="Arial"/>
                <a:ea typeface="Arial" pitchFamily="34" charset="-122"/>
                <a:cs typeface="Arial"/>
              </a:rPr>
              <a:t> </a:t>
            </a:r>
            <a:r>
              <a:rPr lang="en-US" sz="1250" i="1" dirty="0" err="1">
                <a:solidFill>
                  <a:srgbClr val="6B7680"/>
                </a:solidFill>
                <a:latin typeface="Arial"/>
                <a:ea typeface="Arial" pitchFamily="34" charset="-122"/>
                <a:cs typeface="Arial"/>
              </a:rPr>
              <a:t>een</a:t>
            </a:r>
            <a:r>
              <a:rPr lang="en-US" sz="1250" i="1" dirty="0">
                <a:solidFill>
                  <a:srgbClr val="6B7680"/>
                </a:solidFill>
                <a:latin typeface="Arial"/>
                <a:ea typeface="Arial" pitchFamily="34" charset="-122"/>
                <a:cs typeface="Arial"/>
              </a:rPr>
              <a:t> broker </a:t>
            </a:r>
            <a:r>
              <a:rPr lang="en-US" sz="1250" i="1" dirty="0" err="1">
                <a:solidFill>
                  <a:srgbClr val="6B7680"/>
                </a:solidFill>
                <a:latin typeface="Arial"/>
                <a:ea typeface="Arial" pitchFamily="34" charset="-122"/>
                <a:cs typeface="Arial"/>
              </a:rPr>
              <a:t>aan</a:t>
            </a:r>
            <a:r>
              <a:rPr lang="en-US" sz="1250" i="1" dirty="0">
                <a:solidFill>
                  <a:srgbClr val="6B7680"/>
                </a:solidFill>
                <a:latin typeface="Arial"/>
                <a:ea typeface="Arial" pitchFamily="34" charset="-122"/>
                <a:cs typeface="Arial"/>
              </a:rPr>
              <a:t> de </a:t>
            </a:r>
            <a:r>
              <a:rPr lang="en-US" sz="1250" i="1" dirty="0" err="1">
                <a:solidFill>
                  <a:srgbClr val="6B7680"/>
                </a:solidFill>
                <a:latin typeface="Arial"/>
                <a:ea typeface="Arial" pitchFamily="34" charset="-122"/>
                <a:cs typeface="Arial"/>
              </a:rPr>
              <a:t>kant</a:t>
            </a:r>
            <a:r>
              <a:rPr lang="en-US" sz="1250" i="1" dirty="0">
                <a:solidFill>
                  <a:srgbClr val="6B7680"/>
                </a:solidFill>
                <a:latin typeface="Arial"/>
                <a:ea typeface="Arial" pitchFamily="34" charset="-122"/>
                <a:cs typeface="Arial"/>
              </a:rPr>
              <a:t> van {</a:t>
            </a:r>
            <a:r>
              <a:rPr lang="en-US" sz="1250" i="1" dirty="0" err="1">
                <a:solidFill>
                  <a:srgbClr val="6B7680"/>
                </a:solidFill>
                <a:latin typeface="Arial"/>
                <a:ea typeface="Arial" pitchFamily="34" charset="-122"/>
                <a:cs typeface="Arial"/>
              </a:rPr>
              <a:t>klantnaam</a:t>
            </a:r>
            <a:r>
              <a:rPr lang="en-US" sz="1250" i="1" dirty="0">
                <a:solidFill>
                  <a:srgbClr val="6B7680"/>
                </a:solidFill>
                <a:latin typeface="Arial"/>
                <a:ea typeface="Arial" pitchFamily="34" charset="-122"/>
                <a:cs typeface="Arial"/>
              </a:rPr>
              <a:t>}.</a:t>
            </a:r>
            <a:endParaRPr lang="en-US" sz="1250" dirty="0">
              <a:latin typeface="Arial"/>
              <a:cs typeface="Arial"/>
            </a:endParaRPr>
          </a:p>
        </p:txBody>
      </p:sp>
      <p:sp>
        <p:nvSpPr>
          <p:cNvPr id="13" name="Shape 11"/>
          <p:cNvSpPr/>
          <p:nvPr/>
        </p:nvSpPr>
        <p:spPr>
          <a:xfrm>
            <a:off x="540549" y="1520707"/>
            <a:ext cx="5014914" cy="914400"/>
          </a:xfrm>
          <a:prstGeom prst="roundRect">
            <a:avLst>
              <a:gd name="adj" fmla="val 8000"/>
            </a:avLst>
          </a:prstGeom>
          <a:solidFill>
            <a:srgbClr val="E76734"/>
          </a:solidFill>
          <a:ln/>
        </p:spPr>
        <p:txBody>
          <a:bodyPr/>
          <a:lstStyle/>
          <a:p>
            <a:endParaRPr lang="nl-NL"/>
          </a:p>
        </p:txBody>
      </p:sp>
      <p:sp>
        <p:nvSpPr>
          <p:cNvPr id="14" name="Shape 12"/>
          <p:cNvSpPr/>
          <p:nvPr/>
        </p:nvSpPr>
        <p:spPr>
          <a:xfrm>
            <a:off x="814869" y="1785883"/>
            <a:ext cx="384048" cy="384048"/>
          </a:xfrm>
          <a:prstGeom prst="ellipse">
            <a:avLst/>
          </a:prstGeom>
          <a:ln w="19050">
            <a:solidFill>
              <a:srgbClr val="FFFFFF"/>
            </a:solidFill>
            <a:prstDash val="solid"/>
          </a:ln>
        </p:spPr>
        <p:txBody>
          <a:bodyPr/>
          <a:lstStyle/>
          <a:p>
            <a:endParaRPr lang="nl-NL"/>
          </a:p>
        </p:txBody>
      </p:sp>
      <p:sp>
        <p:nvSpPr>
          <p:cNvPr id="15" name="Shape 13"/>
          <p:cNvSpPr/>
          <p:nvPr/>
        </p:nvSpPr>
        <p:spPr>
          <a:xfrm>
            <a:off x="924597" y="1859035"/>
            <a:ext cx="164592" cy="237744"/>
          </a:xfrm>
          <a:prstGeom prst="rect">
            <a:avLst/>
          </a:prstGeom>
          <a:ln w="15875">
            <a:solidFill>
              <a:srgbClr val="FFFFFF"/>
            </a:solidFill>
            <a:prstDash val="solid"/>
          </a:ln>
        </p:spPr>
        <p:txBody>
          <a:bodyPr/>
          <a:lstStyle/>
          <a:p>
            <a:endParaRPr lang="nl-NL"/>
          </a:p>
        </p:txBody>
      </p:sp>
      <p:sp>
        <p:nvSpPr>
          <p:cNvPr id="16" name="Shape 14"/>
          <p:cNvSpPr/>
          <p:nvPr/>
        </p:nvSpPr>
        <p:spPr>
          <a:xfrm>
            <a:off x="1006893" y="1859035"/>
            <a:ext cx="0" cy="237744"/>
          </a:xfrm>
          <a:prstGeom prst="line">
            <a:avLst/>
          </a:prstGeom>
          <a:noFill/>
          <a:ln w="12700">
            <a:solidFill>
              <a:srgbClr val="FFFFFF"/>
            </a:solidFill>
            <a:prstDash val="solid"/>
          </a:ln>
        </p:spPr>
        <p:txBody>
          <a:bodyPr/>
          <a:lstStyle/>
          <a:p>
            <a:endParaRPr lang="nl-NL"/>
          </a:p>
        </p:txBody>
      </p:sp>
      <p:sp>
        <p:nvSpPr>
          <p:cNvPr id="17" name="Text 15"/>
          <p:cNvSpPr/>
          <p:nvPr/>
        </p:nvSpPr>
        <p:spPr>
          <a:xfrm>
            <a:off x="1360686" y="1612147"/>
            <a:ext cx="3569315" cy="731520"/>
          </a:xfrm>
          <a:prstGeom prst="rect">
            <a:avLst/>
          </a:prstGeom>
          <a:noFill/>
          <a:ln/>
        </p:spPr>
        <p:txBody>
          <a:bodyPr wrap="square" rtlCol="0" anchor="ctr"/>
          <a:lstStyle/>
          <a:p>
            <a:pPr marL="0" indent="0">
              <a:lnSpc>
                <a:spcPts val="1500"/>
              </a:lnSpc>
              <a:buNone/>
            </a:pPr>
            <a:r>
              <a:rPr lang="en-US" sz="1250" b="1" dirty="0">
                <a:solidFill>
                  <a:srgbClr val="FFFFFF"/>
                </a:solidFill>
                <a:latin typeface="Arial" pitchFamily="34" charset="0"/>
                <a:ea typeface="Arial" pitchFamily="34" charset="-122"/>
                <a:cs typeface="Arial" pitchFamily="34" charset="-120"/>
              </a:rPr>
              <a:t>Portaal met DigiD / eHerkenning</a:t>
            </a:r>
            <a:endParaRPr lang="en-US" sz="1250" dirty="0"/>
          </a:p>
        </p:txBody>
      </p:sp>
      <p:sp>
        <p:nvSpPr>
          <p:cNvPr id="18" name="Shape 16"/>
          <p:cNvSpPr/>
          <p:nvPr/>
        </p:nvSpPr>
        <p:spPr>
          <a:xfrm>
            <a:off x="502920" y="2526547"/>
            <a:ext cx="5068148" cy="3542266"/>
          </a:xfrm>
          <a:prstGeom prst="roundRect">
            <a:avLst>
              <a:gd name="adj" fmla="val 2064"/>
            </a:avLst>
          </a:prstGeom>
          <a:solidFill>
            <a:srgbClr val="F5F8FA"/>
          </a:solidFill>
          <a:ln w="12700">
            <a:solidFill>
              <a:srgbClr val="E3E8EA"/>
            </a:solidFill>
            <a:prstDash val="dash"/>
          </a:ln>
        </p:spPr>
        <p:txBody>
          <a:bodyPr/>
          <a:lstStyle/>
          <a:p>
            <a:endParaRPr lang="nl-NL"/>
          </a:p>
        </p:txBody>
      </p:sp>
      <p:sp>
        <p:nvSpPr>
          <p:cNvPr id="19" name="Shape 17"/>
          <p:cNvSpPr/>
          <p:nvPr/>
        </p:nvSpPr>
        <p:spPr>
          <a:xfrm>
            <a:off x="677708" y="2663707"/>
            <a:ext cx="4626829" cy="1167384"/>
          </a:xfrm>
          <a:prstGeom prst="roundRect">
            <a:avLst>
              <a:gd name="adj" fmla="val 5483"/>
            </a:avLst>
          </a:prstGeom>
          <a:solidFill>
            <a:srgbClr val="FFFFFF"/>
          </a:solidFill>
          <a:ln/>
          <a:effectLst>
            <a:outerShdw blurRad="50800" dist="25400" dir="5400000" algn="bl" rotWithShape="0">
              <a:srgbClr val="000000">
                <a:alpha val="10000"/>
              </a:srgbClr>
            </a:outerShdw>
          </a:effectLst>
        </p:spPr>
        <p:txBody>
          <a:bodyPr/>
          <a:lstStyle/>
          <a:p>
            <a:endParaRPr lang="nl-NL"/>
          </a:p>
        </p:txBody>
      </p:sp>
      <p:sp>
        <p:nvSpPr>
          <p:cNvPr id="20" name="Shape 18"/>
          <p:cNvSpPr/>
          <p:nvPr/>
        </p:nvSpPr>
        <p:spPr>
          <a:xfrm>
            <a:off x="677708" y="2663707"/>
            <a:ext cx="90553" cy="1167384"/>
          </a:xfrm>
          <a:prstGeom prst="rect">
            <a:avLst/>
          </a:prstGeom>
          <a:solidFill>
            <a:srgbClr val="E76734"/>
          </a:solidFill>
          <a:ln/>
        </p:spPr>
        <p:txBody>
          <a:bodyPr/>
          <a:lstStyle/>
          <a:p>
            <a:endParaRPr lang="nl-NL"/>
          </a:p>
        </p:txBody>
      </p:sp>
      <p:sp>
        <p:nvSpPr>
          <p:cNvPr id="21" name="Text 19"/>
          <p:cNvSpPr/>
          <p:nvPr/>
        </p:nvSpPr>
        <p:spPr>
          <a:xfrm>
            <a:off x="833157" y="2755147"/>
            <a:ext cx="4303426" cy="411480"/>
          </a:xfrm>
          <a:prstGeom prst="rect">
            <a:avLst/>
          </a:prstGeom>
          <a:noFill/>
          <a:ln/>
        </p:spPr>
        <p:txBody>
          <a:bodyPr wrap="square" rtlCol="0" anchor="t"/>
          <a:lstStyle/>
          <a:p>
            <a:pPr marL="0" indent="0">
              <a:lnSpc>
                <a:spcPts val="1350"/>
              </a:lnSpc>
              <a:buNone/>
            </a:pPr>
            <a:r>
              <a:rPr lang="en-US" sz="1150" b="1" dirty="0">
                <a:solidFill>
                  <a:srgbClr val="003362"/>
                </a:solidFill>
                <a:latin typeface="Arial" pitchFamily="34" charset="0"/>
                <a:ea typeface="Arial" pitchFamily="34" charset="-122"/>
                <a:cs typeface="Arial" pitchFamily="34" charset="-120"/>
              </a:rPr>
              <a:t>Burger / inwoner</a:t>
            </a:r>
            <a:endParaRPr lang="en-US" sz="1150" dirty="0"/>
          </a:p>
        </p:txBody>
      </p:sp>
      <p:sp>
        <p:nvSpPr>
          <p:cNvPr id="22" name="Text 20"/>
          <p:cNvSpPr/>
          <p:nvPr/>
        </p:nvSpPr>
        <p:spPr>
          <a:xfrm>
            <a:off x="833157" y="3166627"/>
            <a:ext cx="4303426" cy="573024"/>
          </a:xfrm>
          <a:prstGeom prst="rect">
            <a:avLst/>
          </a:prstGeom>
          <a:noFill/>
          <a:ln/>
        </p:spPr>
        <p:txBody>
          <a:bodyPr wrap="square" rtlCol="0" anchor="t"/>
          <a:lstStyle/>
          <a:p>
            <a:pPr marL="0" indent="0">
              <a:lnSpc>
                <a:spcPts val="1200"/>
              </a:lnSpc>
              <a:buNone/>
            </a:pPr>
            <a:r>
              <a:rPr lang="en-US" sz="950" i="1" dirty="0">
                <a:solidFill>
                  <a:srgbClr val="2B3033"/>
                </a:solidFill>
                <a:latin typeface="Arial" pitchFamily="34" charset="0"/>
                <a:ea typeface="Arial" pitchFamily="34" charset="-122"/>
                <a:cs typeface="Arial" pitchFamily="34" charset="-120"/>
              </a:rPr>
              <a:t>Indienen en volgen van een vergunningsaanvraag</a:t>
            </a:r>
            <a:endParaRPr lang="en-US" sz="950" dirty="0"/>
          </a:p>
        </p:txBody>
      </p:sp>
      <p:sp>
        <p:nvSpPr>
          <p:cNvPr id="23" name="Shape 21"/>
          <p:cNvSpPr/>
          <p:nvPr/>
        </p:nvSpPr>
        <p:spPr>
          <a:xfrm>
            <a:off x="677708" y="3977395"/>
            <a:ext cx="4626829" cy="1167384"/>
          </a:xfrm>
          <a:prstGeom prst="roundRect">
            <a:avLst>
              <a:gd name="adj" fmla="val 5483"/>
            </a:avLst>
          </a:prstGeom>
          <a:solidFill>
            <a:srgbClr val="FFFFFF"/>
          </a:solidFill>
          <a:ln/>
          <a:effectLst>
            <a:outerShdw blurRad="50800" dist="25400" dir="5400000" algn="bl" rotWithShape="0">
              <a:srgbClr val="000000">
                <a:alpha val="10000"/>
              </a:srgbClr>
            </a:outerShdw>
          </a:effectLst>
        </p:spPr>
        <p:txBody>
          <a:bodyPr/>
          <a:lstStyle/>
          <a:p>
            <a:endParaRPr lang="nl-NL"/>
          </a:p>
        </p:txBody>
      </p:sp>
      <p:sp>
        <p:nvSpPr>
          <p:cNvPr id="24" name="Shape 22"/>
          <p:cNvSpPr/>
          <p:nvPr/>
        </p:nvSpPr>
        <p:spPr>
          <a:xfrm>
            <a:off x="677708" y="3977395"/>
            <a:ext cx="90553" cy="1167384"/>
          </a:xfrm>
          <a:prstGeom prst="rect">
            <a:avLst/>
          </a:prstGeom>
          <a:solidFill>
            <a:srgbClr val="E76734"/>
          </a:solidFill>
          <a:ln/>
        </p:spPr>
        <p:txBody>
          <a:bodyPr/>
          <a:lstStyle/>
          <a:p>
            <a:endParaRPr lang="nl-NL"/>
          </a:p>
        </p:txBody>
      </p:sp>
      <p:sp>
        <p:nvSpPr>
          <p:cNvPr id="25" name="Text 23"/>
          <p:cNvSpPr/>
          <p:nvPr/>
        </p:nvSpPr>
        <p:spPr>
          <a:xfrm>
            <a:off x="833157" y="4068835"/>
            <a:ext cx="4303426" cy="411480"/>
          </a:xfrm>
          <a:prstGeom prst="rect">
            <a:avLst/>
          </a:prstGeom>
          <a:noFill/>
          <a:ln/>
        </p:spPr>
        <p:txBody>
          <a:bodyPr wrap="square" rtlCol="0" anchor="t"/>
          <a:lstStyle/>
          <a:p>
            <a:pPr marL="0" indent="0">
              <a:lnSpc>
                <a:spcPts val="1350"/>
              </a:lnSpc>
              <a:buNone/>
            </a:pPr>
            <a:r>
              <a:rPr lang="en-US" sz="1150" b="1" dirty="0">
                <a:solidFill>
                  <a:srgbClr val="003362"/>
                </a:solidFill>
                <a:latin typeface="Arial" pitchFamily="34" charset="0"/>
                <a:ea typeface="Arial" pitchFamily="34" charset="-122"/>
                <a:cs typeface="Arial" pitchFamily="34" charset="-120"/>
              </a:rPr>
              <a:t>Ondernemer / bedrijf</a:t>
            </a:r>
            <a:endParaRPr lang="en-US" sz="1150" dirty="0"/>
          </a:p>
        </p:txBody>
      </p:sp>
      <p:sp>
        <p:nvSpPr>
          <p:cNvPr id="26" name="Text 24"/>
          <p:cNvSpPr/>
          <p:nvPr/>
        </p:nvSpPr>
        <p:spPr>
          <a:xfrm>
            <a:off x="833157" y="4480315"/>
            <a:ext cx="4303426" cy="573024"/>
          </a:xfrm>
          <a:prstGeom prst="rect">
            <a:avLst/>
          </a:prstGeom>
          <a:noFill/>
          <a:ln/>
        </p:spPr>
        <p:txBody>
          <a:bodyPr wrap="square" rtlCol="0" anchor="t"/>
          <a:lstStyle/>
          <a:p>
            <a:pPr marL="0" indent="0">
              <a:lnSpc>
                <a:spcPts val="1200"/>
              </a:lnSpc>
              <a:buNone/>
            </a:pPr>
            <a:r>
              <a:rPr lang="en-US" sz="950" i="1" dirty="0">
                <a:solidFill>
                  <a:srgbClr val="2B3033"/>
                </a:solidFill>
                <a:latin typeface="Arial" pitchFamily="34" charset="0"/>
                <a:ea typeface="Arial" pitchFamily="34" charset="-122"/>
                <a:cs typeface="Arial" pitchFamily="34" charset="-120"/>
              </a:rPr>
              <a:t>Aanvragen van bedrijfsgerelateerde vergunningen</a:t>
            </a:r>
            <a:endParaRPr lang="en-US" sz="950" dirty="0"/>
          </a:p>
        </p:txBody>
      </p:sp>
      <p:sp>
        <p:nvSpPr>
          <p:cNvPr id="31" name="Shape 29"/>
          <p:cNvSpPr/>
          <p:nvPr/>
        </p:nvSpPr>
        <p:spPr>
          <a:xfrm>
            <a:off x="6620932" y="1524958"/>
            <a:ext cx="5068147" cy="914400"/>
          </a:xfrm>
          <a:prstGeom prst="roundRect">
            <a:avLst>
              <a:gd name="adj" fmla="val 8000"/>
            </a:avLst>
          </a:prstGeom>
          <a:solidFill>
            <a:srgbClr val="89CDF2"/>
          </a:solidFill>
          <a:ln/>
        </p:spPr>
        <p:txBody>
          <a:bodyPr/>
          <a:lstStyle/>
          <a:p>
            <a:endParaRPr lang="nl-NL"/>
          </a:p>
        </p:txBody>
      </p:sp>
      <p:sp>
        <p:nvSpPr>
          <p:cNvPr id="32" name="Shape 30"/>
          <p:cNvSpPr/>
          <p:nvPr/>
        </p:nvSpPr>
        <p:spPr>
          <a:xfrm>
            <a:off x="6895253" y="1790134"/>
            <a:ext cx="384048" cy="384048"/>
          </a:xfrm>
          <a:prstGeom prst="ellipse">
            <a:avLst/>
          </a:prstGeom>
          <a:ln w="19050">
            <a:solidFill>
              <a:srgbClr val="003362"/>
            </a:solidFill>
            <a:prstDash val="solid"/>
          </a:ln>
        </p:spPr>
        <p:txBody>
          <a:bodyPr/>
          <a:lstStyle/>
          <a:p>
            <a:endParaRPr lang="nl-NL"/>
          </a:p>
        </p:txBody>
      </p:sp>
      <p:sp>
        <p:nvSpPr>
          <p:cNvPr id="33" name="Shape 31"/>
          <p:cNvSpPr/>
          <p:nvPr/>
        </p:nvSpPr>
        <p:spPr>
          <a:xfrm>
            <a:off x="6959261" y="1927294"/>
            <a:ext cx="128016" cy="109728"/>
          </a:xfrm>
          <a:prstGeom prst="roundRect">
            <a:avLst>
              <a:gd name="adj" fmla="val 50000"/>
            </a:avLst>
          </a:prstGeom>
          <a:ln w="19050">
            <a:solidFill>
              <a:srgbClr val="003362"/>
            </a:solidFill>
            <a:prstDash val="solid"/>
          </a:ln>
        </p:spPr>
        <p:txBody>
          <a:bodyPr/>
          <a:lstStyle/>
          <a:p>
            <a:endParaRPr lang="nl-NL"/>
          </a:p>
        </p:txBody>
      </p:sp>
      <p:sp>
        <p:nvSpPr>
          <p:cNvPr id="34" name="Shape 32"/>
          <p:cNvSpPr/>
          <p:nvPr/>
        </p:nvSpPr>
        <p:spPr>
          <a:xfrm>
            <a:off x="7087277" y="1927294"/>
            <a:ext cx="128016" cy="109728"/>
          </a:xfrm>
          <a:prstGeom prst="roundRect">
            <a:avLst>
              <a:gd name="adj" fmla="val 50000"/>
            </a:avLst>
          </a:prstGeom>
          <a:ln w="19050">
            <a:solidFill>
              <a:srgbClr val="003362"/>
            </a:solidFill>
            <a:prstDash val="solid"/>
          </a:ln>
        </p:spPr>
        <p:txBody>
          <a:bodyPr/>
          <a:lstStyle/>
          <a:p>
            <a:endParaRPr lang="nl-NL"/>
          </a:p>
        </p:txBody>
      </p:sp>
      <p:sp>
        <p:nvSpPr>
          <p:cNvPr id="35" name="Text 33"/>
          <p:cNvSpPr/>
          <p:nvPr/>
        </p:nvSpPr>
        <p:spPr>
          <a:xfrm>
            <a:off x="7375218" y="1616398"/>
            <a:ext cx="3701354" cy="731520"/>
          </a:xfrm>
          <a:prstGeom prst="rect">
            <a:avLst/>
          </a:prstGeom>
          <a:noFill/>
          <a:ln/>
        </p:spPr>
        <p:txBody>
          <a:bodyPr wrap="square" rtlCol="0" anchor="ctr"/>
          <a:lstStyle/>
          <a:p>
            <a:pPr marL="0" indent="0">
              <a:lnSpc>
                <a:spcPts val="1500"/>
              </a:lnSpc>
              <a:buNone/>
            </a:pPr>
            <a:r>
              <a:rPr lang="en-US" sz="1250" b="1" dirty="0" err="1">
                <a:solidFill>
                  <a:srgbClr val="003362"/>
                </a:solidFill>
                <a:latin typeface="Arial" pitchFamily="34" charset="0"/>
                <a:ea typeface="Arial" pitchFamily="34" charset="-122"/>
                <a:cs typeface="Arial" pitchFamily="34" charset="-120"/>
              </a:rPr>
              <a:t>Publieke</a:t>
            </a:r>
            <a:r>
              <a:rPr lang="en-US" sz="1250" b="1" dirty="0">
                <a:solidFill>
                  <a:srgbClr val="003362"/>
                </a:solidFill>
                <a:latin typeface="Arial" pitchFamily="34" charset="0"/>
                <a:ea typeface="Arial" pitchFamily="34" charset="-122"/>
                <a:cs typeface="Arial" pitchFamily="34" charset="-120"/>
              </a:rPr>
              <a:t> </a:t>
            </a:r>
            <a:r>
              <a:rPr lang="en-US" sz="1250" b="1" dirty="0" err="1">
                <a:solidFill>
                  <a:srgbClr val="003362"/>
                </a:solidFill>
                <a:latin typeface="Arial" pitchFamily="34" charset="0"/>
                <a:ea typeface="Arial" pitchFamily="34" charset="-122"/>
                <a:cs typeface="Arial" pitchFamily="34" charset="-120"/>
              </a:rPr>
              <a:t>taak</a:t>
            </a:r>
            <a:endParaRPr lang="en-US" sz="1250" dirty="0"/>
          </a:p>
        </p:txBody>
      </p:sp>
      <p:sp>
        <p:nvSpPr>
          <p:cNvPr id="36" name="Shape 34"/>
          <p:cNvSpPr/>
          <p:nvPr/>
        </p:nvSpPr>
        <p:spPr>
          <a:xfrm>
            <a:off x="6620932" y="2530798"/>
            <a:ext cx="5068147" cy="3542266"/>
          </a:xfrm>
          <a:prstGeom prst="roundRect">
            <a:avLst>
              <a:gd name="adj" fmla="val 2064"/>
            </a:avLst>
          </a:prstGeom>
          <a:solidFill>
            <a:srgbClr val="F5F8FA"/>
          </a:solidFill>
          <a:ln w="12700">
            <a:solidFill>
              <a:srgbClr val="E3E8EA"/>
            </a:solidFill>
            <a:prstDash val="dash"/>
          </a:ln>
        </p:spPr>
        <p:txBody>
          <a:bodyPr/>
          <a:lstStyle/>
          <a:p>
            <a:endParaRPr lang="nl-NL"/>
          </a:p>
        </p:txBody>
      </p:sp>
      <p:sp>
        <p:nvSpPr>
          <p:cNvPr id="41" name="Shape 39"/>
          <p:cNvSpPr/>
          <p:nvPr/>
        </p:nvSpPr>
        <p:spPr>
          <a:xfrm>
            <a:off x="6759616" y="2704534"/>
            <a:ext cx="4675943" cy="1417320"/>
          </a:xfrm>
          <a:prstGeom prst="roundRect">
            <a:avLst>
              <a:gd name="adj" fmla="val 4516"/>
            </a:avLst>
          </a:prstGeom>
          <a:solidFill>
            <a:srgbClr val="FFFFFF"/>
          </a:solidFill>
          <a:ln/>
          <a:effectLst>
            <a:outerShdw blurRad="50800" dist="25400" dir="5400000" algn="bl" rotWithShape="0">
              <a:srgbClr val="000000">
                <a:alpha val="10000"/>
              </a:srgbClr>
            </a:outerShdw>
          </a:effectLst>
        </p:spPr>
        <p:txBody>
          <a:bodyPr/>
          <a:lstStyle/>
          <a:p>
            <a:endParaRPr lang="nl-NL"/>
          </a:p>
        </p:txBody>
      </p:sp>
      <p:sp>
        <p:nvSpPr>
          <p:cNvPr id="42" name="Shape 40"/>
          <p:cNvSpPr/>
          <p:nvPr/>
        </p:nvSpPr>
        <p:spPr>
          <a:xfrm>
            <a:off x="6759617" y="2704534"/>
            <a:ext cx="91514" cy="1417320"/>
          </a:xfrm>
          <a:prstGeom prst="rect">
            <a:avLst/>
          </a:prstGeom>
          <a:solidFill>
            <a:srgbClr val="89CDF2"/>
          </a:solidFill>
          <a:ln/>
        </p:spPr>
        <p:txBody>
          <a:bodyPr/>
          <a:lstStyle/>
          <a:p>
            <a:endParaRPr lang="nl-NL"/>
          </a:p>
        </p:txBody>
      </p:sp>
      <p:sp>
        <p:nvSpPr>
          <p:cNvPr id="43" name="Text 41"/>
          <p:cNvSpPr/>
          <p:nvPr/>
        </p:nvSpPr>
        <p:spPr>
          <a:xfrm>
            <a:off x="6915065" y="2795974"/>
            <a:ext cx="4349106" cy="411480"/>
          </a:xfrm>
          <a:prstGeom prst="rect">
            <a:avLst/>
          </a:prstGeom>
          <a:noFill/>
          <a:ln/>
        </p:spPr>
        <p:txBody>
          <a:bodyPr wrap="square" rtlCol="0" anchor="t"/>
          <a:lstStyle/>
          <a:p>
            <a:pPr marL="0" indent="0">
              <a:lnSpc>
                <a:spcPts val="1350"/>
              </a:lnSpc>
              <a:buNone/>
            </a:pPr>
            <a:r>
              <a:rPr lang="en-US" sz="1150" b="1" dirty="0">
                <a:solidFill>
                  <a:srgbClr val="003362"/>
                </a:solidFill>
                <a:latin typeface="Arial" pitchFamily="34" charset="0"/>
                <a:ea typeface="Arial" pitchFamily="34" charset="-122"/>
                <a:cs typeface="Arial" pitchFamily="34" charset="-120"/>
              </a:rPr>
              <a:t>Medewerker provincie / waterschap</a:t>
            </a:r>
            <a:endParaRPr lang="en-US" sz="1150" dirty="0"/>
          </a:p>
        </p:txBody>
      </p:sp>
      <p:sp>
        <p:nvSpPr>
          <p:cNvPr id="44" name="Text 42"/>
          <p:cNvSpPr/>
          <p:nvPr/>
        </p:nvSpPr>
        <p:spPr>
          <a:xfrm>
            <a:off x="6915065" y="3207454"/>
            <a:ext cx="4349106" cy="822960"/>
          </a:xfrm>
          <a:prstGeom prst="rect">
            <a:avLst/>
          </a:prstGeom>
          <a:noFill/>
          <a:ln/>
        </p:spPr>
        <p:txBody>
          <a:bodyPr wrap="square" rtlCol="0" anchor="t"/>
          <a:lstStyle/>
          <a:p>
            <a:pPr marL="0" indent="0">
              <a:lnSpc>
                <a:spcPts val="1200"/>
              </a:lnSpc>
              <a:buNone/>
            </a:pPr>
            <a:r>
              <a:rPr lang="en-US" sz="950" i="1" dirty="0" err="1">
                <a:solidFill>
                  <a:srgbClr val="2B3033"/>
                </a:solidFill>
                <a:latin typeface="Arial" pitchFamily="34" charset="0"/>
                <a:ea typeface="Arial" pitchFamily="34" charset="-122"/>
                <a:cs typeface="Arial" pitchFamily="34" charset="-120"/>
              </a:rPr>
              <a:t>Indienen</a:t>
            </a:r>
            <a:r>
              <a:rPr lang="en-US" sz="950" i="1" dirty="0">
                <a:solidFill>
                  <a:srgbClr val="2B3033"/>
                </a:solidFill>
                <a:latin typeface="Arial" pitchFamily="34" charset="0"/>
                <a:ea typeface="Arial" pitchFamily="34" charset="-122"/>
                <a:cs typeface="Arial" pitchFamily="34" charset="-120"/>
              </a:rPr>
              <a:t> </a:t>
            </a:r>
            <a:r>
              <a:rPr lang="en-US" sz="950" i="1" dirty="0" err="1">
                <a:solidFill>
                  <a:srgbClr val="2B3033"/>
                </a:solidFill>
                <a:latin typeface="Arial" pitchFamily="34" charset="0"/>
                <a:ea typeface="Arial" pitchFamily="34" charset="-122"/>
                <a:cs typeface="Arial" pitchFamily="34" charset="-120"/>
              </a:rPr>
              <a:t>aanvullende</a:t>
            </a:r>
            <a:r>
              <a:rPr lang="en-US" sz="950" i="1" dirty="0">
                <a:solidFill>
                  <a:srgbClr val="2B3033"/>
                </a:solidFill>
                <a:latin typeface="Arial" pitchFamily="34" charset="0"/>
                <a:ea typeface="Arial" pitchFamily="34" charset="-122"/>
                <a:cs typeface="Arial" pitchFamily="34" charset="-120"/>
              </a:rPr>
              <a:t> </a:t>
            </a:r>
            <a:r>
              <a:rPr lang="en-US" sz="950" i="1" dirty="0" err="1">
                <a:solidFill>
                  <a:srgbClr val="2B3033"/>
                </a:solidFill>
                <a:latin typeface="Arial" pitchFamily="34" charset="0"/>
                <a:ea typeface="Arial" pitchFamily="34" charset="-122"/>
                <a:cs typeface="Arial" pitchFamily="34" charset="-120"/>
              </a:rPr>
              <a:t>documenten</a:t>
            </a:r>
            <a:r>
              <a:rPr lang="en-US" sz="950" i="1" dirty="0">
                <a:solidFill>
                  <a:srgbClr val="2B3033"/>
                </a:solidFill>
                <a:latin typeface="Arial" pitchFamily="34" charset="0"/>
                <a:ea typeface="Arial" pitchFamily="34" charset="-122"/>
                <a:cs typeface="Arial" pitchFamily="34" charset="-120"/>
              </a:rPr>
              <a:t> </a:t>
            </a:r>
            <a:r>
              <a:rPr lang="en-US" sz="950" i="1" dirty="0" err="1">
                <a:solidFill>
                  <a:srgbClr val="2B3033"/>
                </a:solidFill>
                <a:latin typeface="Arial" pitchFamily="34" charset="0"/>
                <a:ea typeface="Arial" pitchFamily="34" charset="-122"/>
                <a:cs typeface="Arial" pitchFamily="34" charset="-120"/>
              </a:rPr>
              <a:t>voor</a:t>
            </a:r>
            <a:r>
              <a:rPr lang="en-US" sz="950" i="1" dirty="0">
                <a:solidFill>
                  <a:srgbClr val="2B3033"/>
                </a:solidFill>
                <a:latin typeface="Arial" pitchFamily="34" charset="0"/>
                <a:ea typeface="Arial" pitchFamily="34" charset="-122"/>
                <a:cs typeface="Arial" pitchFamily="34" charset="-120"/>
              </a:rPr>
              <a:t> </a:t>
            </a:r>
            <a:r>
              <a:rPr lang="en-US" sz="950" i="1" dirty="0" err="1">
                <a:solidFill>
                  <a:srgbClr val="2B3033"/>
                </a:solidFill>
                <a:latin typeface="Arial" pitchFamily="34" charset="0"/>
                <a:ea typeface="Arial" pitchFamily="34" charset="-122"/>
                <a:cs typeface="Arial" pitchFamily="34" charset="-120"/>
              </a:rPr>
              <a:t>zaakafhandeling</a:t>
            </a:r>
            <a:endParaRPr lang="en-US" sz="950" dirty="0"/>
          </a:p>
        </p:txBody>
      </p:sp>
      <p:sp>
        <p:nvSpPr>
          <p:cNvPr id="56" name="Shape 5">
            <a:extLst>
              <a:ext uri="{FF2B5EF4-FFF2-40B4-BE49-F238E27FC236}">
                <a16:creationId xmlns:a16="http://schemas.microsoft.com/office/drawing/2014/main" id="{229725E9-8673-27E7-4F9D-BB895ADFC5A4}"/>
              </a:ext>
            </a:extLst>
          </p:cNvPr>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58" name="Text 6">
            <a:extLst>
              <a:ext uri="{FF2B5EF4-FFF2-40B4-BE49-F238E27FC236}">
                <a16:creationId xmlns:a16="http://schemas.microsoft.com/office/drawing/2014/main" id="{4589C44E-5C31-FCE6-1D54-D91A1516BF6E}"/>
              </a:ext>
            </a:extLst>
          </p:cNvPr>
          <p:cNvSpPr/>
          <p:nvPr/>
        </p:nvSpPr>
        <p:spPr>
          <a:xfrm>
            <a:off x="9923121" y="294489"/>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Tree>
    <p:extLst>
      <p:ext uri="{BB962C8B-B14F-4D97-AF65-F5344CB8AC3E}">
        <p14:creationId xmlns:p14="http://schemas.microsoft.com/office/powerpoint/2010/main" val="31412412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CAEA0-EDB3-97A6-4C3B-B88E336B138E}"/>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E0B06B61-9CC4-86D7-3F5D-67E023F9972D}"/>
              </a:ext>
            </a:extLst>
          </p:cNvPr>
          <p:cNvSpPr>
            <a:spLocks noGrp="1"/>
          </p:cNvSpPr>
          <p:nvPr>
            <p:ph type="body" idx="102"/>
          </p:nvPr>
        </p:nvSpPr>
        <p:spPr/>
        <p:txBody>
          <a:bodyPr wrap="square" lIns="91440" tIns="45720" rIns="91440" bIns="45720" rtlCol="0" anchor="t"/>
          <a:lstStyle/>
          <a:p>
            <a:r>
              <a:rPr lang="nl-NL" dirty="0">
                <a:latin typeface="Arial"/>
                <a:cs typeface="Arial"/>
              </a:rPr>
              <a:t>HOOFDSTUK </a:t>
            </a:r>
            <a:r>
              <a:rPr lang="nl-NL">
                <a:latin typeface="Arial"/>
                <a:cs typeface="Arial"/>
              </a:rPr>
              <a:t>04</a:t>
            </a:r>
            <a:r>
              <a:rPr lang="nl-NL" dirty="0">
                <a:latin typeface="Arial"/>
                <a:cs typeface="Arial"/>
              </a:rPr>
              <a:t> VAN 05</a:t>
            </a:r>
            <a:endParaRPr lang="nl-NL" dirty="0"/>
          </a:p>
        </p:txBody>
      </p:sp>
      <p:sp>
        <p:nvSpPr>
          <p:cNvPr id="3" name="Titel 2">
            <a:extLst>
              <a:ext uri="{FF2B5EF4-FFF2-40B4-BE49-F238E27FC236}">
                <a16:creationId xmlns:a16="http://schemas.microsoft.com/office/drawing/2014/main" id="{DF3CA9DC-2752-A0C7-7DDC-91044434B791}"/>
              </a:ext>
            </a:extLst>
          </p:cNvPr>
          <p:cNvSpPr>
            <a:spLocks noGrp="1"/>
          </p:cNvSpPr>
          <p:nvPr>
            <p:ph type="title" idx="103"/>
          </p:nvPr>
        </p:nvSpPr>
        <p:spPr/>
        <p:txBody>
          <a:bodyPr wrap="square" lIns="91440" tIns="45720" rIns="91440" bIns="45720" rtlCol="0" anchor="t"/>
          <a:lstStyle/>
          <a:p>
            <a:r>
              <a:rPr lang="en-US" err="1">
                <a:latin typeface="Helvetica"/>
                <a:cs typeface="Helvetica"/>
              </a:rPr>
              <a:t>Werkwijze</a:t>
            </a:r>
            <a:endParaRPr lang="en-US" b="0" err="1">
              <a:solidFill>
                <a:srgbClr val="000000"/>
              </a:solidFill>
              <a:latin typeface="Helvetica"/>
              <a:cs typeface="Helvetica"/>
            </a:endParaRPr>
          </a:p>
          <a:p>
            <a:endParaRPr lang="en-US" dirty="0">
              <a:latin typeface="Helvetica"/>
              <a:cs typeface="Helvetica"/>
            </a:endParaRPr>
          </a:p>
          <a:p>
            <a:endParaRPr lang="en-US" dirty="0">
              <a:latin typeface="Helvetica"/>
              <a:cs typeface="Helvetica"/>
            </a:endParaRPr>
          </a:p>
          <a:p>
            <a:endParaRPr lang="en-US" dirty="0">
              <a:latin typeface="Helvetica"/>
              <a:cs typeface="Helvetica"/>
            </a:endParaRPr>
          </a:p>
          <a:p>
            <a:endParaRPr lang="nl-NL"/>
          </a:p>
        </p:txBody>
      </p:sp>
      <p:sp>
        <p:nvSpPr>
          <p:cNvPr id="4" name="Tijdelijke aanduiding voor tekst 3">
            <a:extLst>
              <a:ext uri="{FF2B5EF4-FFF2-40B4-BE49-F238E27FC236}">
                <a16:creationId xmlns:a16="http://schemas.microsoft.com/office/drawing/2014/main" id="{40B8C559-78CE-AB62-D9C0-420D71B229D2}"/>
              </a:ext>
            </a:extLst>
          </p:cNvPr>
          <p:cNvSpPr>
            <a:spLocks noGrp="1"/>
          </p:cNvSpPr>
          <p:nvPr>
            <p:ph type="body" idx="104"/>
          </p:nvPr>
        </p:nvSpPr>
        <p:spPr>
          <a:xfrm>
            <a:off x="692336" y="3520440"/>
            <a:ext cx="7070328" cy="640080"/>
          </a:xfrm>
        </p:spPr>
        <p:txBody>
          <a:bodyPr wrap="square" lIns="91440" tIns="45720" rIns="91440" bIns="45720" rtlCol="0" anchor="t"/>
          <a:lstStyle/>
          <a:p>
            <a:r>
              <a:rPr lang="en-US">
                <a:latin typeface="Arial"/>
                <a:cs typeface="Arial"/>
              </a:rPr>
              <a:t>Hoe we </a:t>
            </a:r>
            <a:r>
              <a:rPr lang="en-US" dirty="0">
                <a:latin typeface="Arial"/>
                <a:cs typeface="Arial"/>
              </a:rPr>
              <a:t>van </a:t>
            </a:r>
            <a:r>
              <a:rPr lang="en-US">
                <a:latin typeface="Arial"/>
                <a:cs typeface="Arial"/>
              </a:rPr>
              <a:t>discovery </a:t>
            </a:r>
            <a:r>
              <a:rPr lang="en-US" err="1">
                <a:latin typeface="Arial"/>
                <a:cs typeface="Arial"/>
              </a:rPr>
              <a:t>naar</a:t>
            </a:r>
            <a:r>
              <a:rPr lang="en-US">
                <a:latin typeface="Arial"/>
                <a:cs typeface="Arial"/>
              </a:rPr>
              <a:t> </a:t>
            </a:r>
            <a:r>
              <a:rPr lang="en-US" err="1">
                <a:latin typeface="Arial"/>
                <a:cs typeface="Arial"/>
              </a:rPr>
              <a:t>een</a:t>
            </a:r>
            <a:r>
              <a:rPr lang="en-US">
                <a:latin typeface="Arial"/>
                <a:cs typeface="Arial"/>
              </a:rPr>
              <a:t> </a:t>
            </a:r>
            <a:r>
              <a:rPr lang="en-US" err="1">
                <a:latin typeface="Arial"/>
                <a:cs typeface="Arial"/>
              </a:rPr>
              <a:t>werkend</a:t>
            </a:r>
            <a:r>
              <a:rPr lang="en-US">
                <a:latin typeface="Arial"/>
                <a:cs typeface="Arial"/>
              </a:rPr>
              <a:t> </a:t>
            </a:r>
            <a:r>
              <a:rPr lang="en-US" err="1">
                <a:latin typeface="Arial"/>
                <a:cs typeface="Arial"/>
              </a:rPr>
              <a:t>systeem</a:t>
            </a:r>
            <a:r>
              <a:rPr lang="en-US">
                <a:latin typeface="Arial"/>
                <a:cs typeface="Arial"/>
              </a:rPr>
              <a:t> </a:t>
            </a:r>
            <a:r>
              <a:rPr lang="en-US" err="1">
                <a:latin typeface="Arial"/>
                <a:cs typeface="Arial"/>
              </a:rPr>
              <a:t>komen</a:t>
            </a:r>
            <a:r>
              <a:rPr lang="en-US">
                <a:latin typeface="Arial"/>
                <a:cs typeface="Arial"/>
              </a:rPr>
              <a:t>.</a:t>
            </a:r>
            <a:endParaRPr lang="en-US"/>
          </a:p>
          <a:p>
            <a:endParaRPr lang="en-US" dirty="0"/>
          </a:p>
        </p:txBody>
      </p:sp>
      <p:sp>
        <p:nvSpPr>
          <p:cNvPr id="8" name="Shape 7">
            <a:extLst>
              <a:ext uri="{FF2B5EF4-FFF2-40B4-BE49-F238E27FC236}">
                <a16:creationId xmlns:a16="http://schemas.microsoft.com/office/drawing/2014/main" id="{AC7A5A36-696F-EC1D-976F-22BA4FBB7A2D}"/>
              </a:ext>
            </a:extLst>
          </p:cNvPr>
          <p:cNvSpPr/>
          <p:nvPr/>
        </p:nvSpPr>
        <p:spPr>
          <a:xfrm>
            <a:off x="8580809" y="5636476"/>
            <a:ext cx="128016" cy="128016"/>
          </a:xfrm>
          <a:prstGeom prst="ellipse">
            <a:avLst/>
          </a:prstGeom>
          <a:solidFill>
            <a:srgbClr val="E76734"/>
          </a:solidFill>
          <a:ln w="19050">
            <a:solidFill>
              <a:srgbClr val="FFFFFF"/>
            </a:solidFill>
            <a:prstDash val="solid"/>
          </a:ln>
        </p:spPr>
        <p:txBody>
          <a:bodyPr/>
          <a:lstStyle/>
          <a:p>
            <a:endParaRPr lang="nl-NL"/>
          </a:p>
        </p:txBody>
      </p:sp>
      <p:sp>
        <p:nvSpPr>
          <p:cNvPr id="12" name="Shape 4">
            <a:extLst>
              <a:ext uri="{FF2B5EF4-FFF2-40B4-BE49-F238E27FC236}">
                <a16:creationId xmlns:a16="http://schemas.microsoft.com/office/drawing/2014/main" id="{9D58D0B0-C9A2-5A18-50D1-2CC8B7B4D533}"/>
              </a:ext>
            </a:extLst>
          </p:cNvPr>
          <p:cNvSpPr/>
          <p:nvPr/>
        </p:nvSpPr>
        <p:spPr>
          <a:xfrm>
            <a:off x="693807" y="3025992"/>
            <a:ext cx="1463040" cy="41148"/>
          </a:xfrm>
          <a:prstGeom prst="rect">
            <a:avLst/>
          </a:prstGeom>
          <a:solidFill>
            <a:srgbClr val="E76734"/>
          </a:solidFill>
          <a:ln/>
        </p:spPr>
        <p:txBody>
          <a:bodyPr/>
          <a:lstStyle/>
          <a:p>
            <a:endParaRPr lang="nl-NL"/>
          </a:p>
        </p:txBody>
      </p:sp>
      <p:sp>
        <p:nvSpPr>
          <p:cNvPr id="11" name="Text 8">
            <a:extLst>
              <a:ext uri="{FF2B5EF4-FFF2-40B4-BE49-F238E27FC236}">
                <a16:creationId xmlns:a16="http://schemas.microsoft.com/office/drawing/2014/main" id="{069A1960-4D82-D840-2F23-2D65AA00DFB5}"/>
              </a:ext>
            </a:extLst>
          </p:cNvPr>
          <p:cNvSpPr/>
          <p:nvPr/>
        </p:nvSpPr>
        <p:spPr>
          <a:xfrm>
            <a:off x="470712" y="5961458"/>
            <a:ext cx="2103120" cy="320040"/>
          </a:xfrm>
          <a:prstGeom prst="rect">
            <a:avLst/>
          </a:prstGeom>
          <a:noFill/>
          <a:ln/>
        </p:spPr>
        <p:txBody>
          <a:bodyPr wrap="square" lIns="91440" tIns="45720" rIns="91440" bIns="45720" rtlCol="0" anchor="ctr"/>
          <a:lstStyle/>
          <a:p>
            <a:pPr marL="0" indent="0" algn="l">
              <a:buNone/>
            </a:pPr>
            <a:r>
              <a:rPr lang="en-US" sz="950" b="1" dirty="0">
                <a:solidFill>
                  <a:srgbClr val="5C88AC"/>
                </a:solidFill>
                <a:latin typeface="Arial"/>
                <a:ea typeface="Arial" pitchFamily="34" charset="-122"/>
                <a:cs typeface="Arial"/>
              </a:rPr>
              <a:t>Introductie</a:t>
            </a:r>
            <a:endParaRPr lang="en-US" sz="950">
              <a:solidFill>
                <a:srgbClr val="5C88AC"/>
              </a:solidFill>
              <a:latin typeface="Arial"/>
              <a:ea typeface="Calibri"/>
              <a:cs typeface="Arial"/>
            </a:endParaRPr>
          </a:p>
        </p:txBody>
      </p:sp>
      <p:sp>
        <p:nvSpPr>
          <p:cNvPr id="14" name="Text 8">
            <a:extLst>
              <a:ext uri="{FF2B5EF4-FFF2-40B4-BE49-F238E27FC236}">
                <a16:creationId xmlns:a16="http://schemas.microsoft.com/office/drawing/2014/main" id="{DF7636FE-BB67-AC0D-07E1-EB6CDF3BBD25}"/>
              </a:ext>
            </a:extLst>
          </p:cNvPr>
          <p:cNvSpPr/>
          <p:nvPr/>
        </p:nvSpPr>
        <p:spPr>
          <a:xfrm>
            <a:off x="2834805" y="5961457"/>
            <a:ext cx="2103120" cy="320040"/>
          </a:xfrm>
          <a:prstGeom prst="rect">
            <a:avLst/>
          </a:prstGeom>
          <a:noFill/>
          <a:ln/>
        </p:spPr>
        <p:txBody>
          <a:bodyPr wrap="square" lIns="91440" tIns="45720" rIns="91440" bIns="45720" rtlCol="0" anchor="ctr"/>
          <a:lstStyle/>
          <a:p>
            <a:r>
              <a:rPr lang="en-US" sz="950" b="1" dirty="0">
                <a:solidFill>
                  <a:srgbClr val="5C88AC"/>
                </a:solidFill>
                <a:latin typeface="Arial"/>
                <a:cs typeface="Arial"/>
              </a:rPr>
              <a:t>Context &amp; </a:t>
            </a:r>
            <a:r>
              <a:rPr lang="en-US" sz="950" b="1" dirty="0" err="1">
                <a:solidFill>
                  <a:srgbClr val="5C88AC"/>
                </a:solidFill>
                <a:latin typeface="Arial"/>
                <a:cs typeface="Arial"/>
              </a:rPr>
              <a:t>Doelen</a:t>
            </a:r>
            <a:endParaRPr lang="nl-NL" dirty="0" err="1"/>
          </a:p>
        </p:txBody>
      </p:sp>
      <p:sp>
        <p:nvSpPr>
          <p:cNvPr id="16" name="Text 8">
            <a:extLst>
              <a:ext uri="{FF2B5EF4-FFF2-40B4-BE49-F238E27FC236}">
                <a16:creationId xmlns:a16="http://schemas.microsoft.com/office/drawing/2014/main" id="{7D1B1F9D-BB20-2BBF-509D-42CD6AE475EE}"/>
              </a:ext>
            </a:extLst>
          </p:cNvPr>
          <p:cNvSpPr/>
          <p:nvPr/>
        </p:nvSpPr>
        <p:spPr>
          <a:xfrm>
            <a:off x="5524966" y="6032577"/>
            <a:ext cx="2103120" cy="320040"/>
          </a:xfrm>
          <a:prstGeom prst="rect">
            <a:avLst/>
          </a:prstGeom>
          <a:noFill/>
          <a:ln/>
        </p:spPr>
        <p:txBody>
          <a:bodyPr wrap="square" lIns="91440" tIns="45720" rIns="91440" bIns="45720" rtlCol="0" anchor="ctr"/>
          <a:lstStyle/>
          <a:p>
            <a:r>
              <a:rPr lang="en-US" sz="950" b="1" dirty="0">
                <a:solidFill>
                  <a:srgbClr val="5C88AC"/>
                </a:solidFill>
                <a:latin typeface="Arial"/>
                <a:cs typeface="Arial"/>
              </a:rPr>
              <a:t>Event Storming/</a:t>
            </a:r>
            <a:endParaRPr lang="nl-NL" dirty="0">
              <a:solidFill>
                <a:srgbClr val="000000"/>
              </a:solidFill>
              <a:latin typeface="Calibri" panose="020F0502020204030204"/>
              <a:ea typeface="Calibri" panose="020F0502020204030204"/>
              <a:cs typeface="Calibri" panose="020F0502020204030204"/>
            </a:endParaRPr>
          </a:p>
          <a:p>
            <a:r>
              <a:rPr lang="en-US" sz="950" b="1" dirty="0" err="1">
                <a:solidFill>
                  <a:srgbClr val="5C88AC"/>
                </a:solidFill>
                <a:latin typeface="Arial"/>
                <a:cs typeface="Arial"/>
              </a:rPr>
              <a:t>Functionele</a:t>
            </a:r>
            <a:r>
              <a:rPr lang="en-US" sz="950" b="1" dirty="0">
                <a:solidFill>
                  <a:srgbClr val="5C88AC"/>
                </a:solidFill>
                <a:latin typeface="Arial"/>
                <a:cs typeface="Arial"/>
              </a:rPr>
              <a:t> </a:t>
            </a:r>
            <a:r>
              <a:rPr lang="en-US" sz="950" b="1" dirty="0" err="1">
                <a:solidFill>
                  <a:srgbClr val="5C88AC"/>
                </a:solidFill>
                <a:latin typeface="Arial"/>
                <a:cs typeface="Arial"/>
              </a:rPr>
              <a:t>invulling</a:t>
            </a:r>
            <a:endParaRPr lang="nl-NL" dirty="0" err="1">
              <a:ea typeface="Calibri"/>
              <a:cs typeface="Calibri"/>
            </a:endParaRPr>
          </a:p>
        </p:txBody>
      </p:sp>
      <p:sp>
        <p:nvSpPr>
          <p:cNvPr id="18" name="Text 8">
            <a:extLst>
              <a:ext uri="{FF2B5EF4-FFF2-40B4-BE49-F238E27FC236}">
                <a16:creationId xmlns:a16="http://schemas.microsoft.com/office/drawing/2014/main" id="{74DF71D2-E6A1-0505-0C84-097B1E2B4F79}"/>
              </a:ext>
            </a:extLst>
          </p:cNvPr>
          <p:cNvSpPr/>
          <p:nvPr/>
        </p:nvSpPr>
        <p:spPr>
          <a:xfrm>
            <a:off x="8288486" y="5961457"/>
            <a:ext cx="2103120" cy="320040"/>
          </a:xfrm>
          <a:prstGeom prst="rect">
            <a:avLst/>
          </a:prstGeom>
          <a:noFill/>
          <a:ln/>
        </p:spPr>
        <p:txBody>
          <a:bodyPr wrap="square" lIns="91440" tIns="45720" rIns="91440" bIns="45720" rtlCol="0" anchor="ctr"/>
          <a:lstStyle/>
          <a:p>
            <a:r>
              <a:rPr lang="en-US" sz="950" b="1" dirty="0" err="1">
                <a:solidFill>
                  <a:srgbClr val="5C88AC"/>
                </a:solidFill>
                <a:latin typeface="Arial"/>
                <a:cs typeface="Arial"/>
              </a:rPr>
              <a:t>Werkwijze</a:t>
            </a:r>
            <a:endParaRPr lang="nl-NL" dirty="0" err="1"/>
          </a:p>
        </p:txBody>
      </p:sp>
      <p:sp>
        <p:nvSpPr>
          <p:cNvPr id="20" name="Text 8">
            <a:extLst>
              <a:ext uri="{FF2B5EF4-FFF2-40B4-BE49-F238E27FC236}">
                <a16:creationId xmlns:a16="http://schemas.microsoft.com/office/drawing/2014/main" id="{A2D14D40-3A90-FB48-AFC5-4C6A316BBC87}"/>
              </a:ext>
            </a:extLst>
          </p:cNvPr>
          <p:cNvSpPr/>
          <p:nvPr/>
        </p:nvSpPr>
        <p:spPr>
          <a:xfrm>
            <a:off x="10747206" y="5961457"/>
            <a:ext cx="2103120" cy="320040"/>
          </a:xfrm>
          <a:prstGeom prst="rect">
            <a:avLst/>
          </a:prstGeom>
          <a:noFill/>
          <a:ln/>
        </p:spPr>
        <p:txBody>
          <a:bodyPr wrap="square" lIns="91440" tIns="45720" rIns="91440" bIns="45720" rtlCol="0" anchor="ctr"/>
          <a:lstStyle/>
          <a:p>
            <a:r>
              <a:rPr lang="en-US" sz="950" b="1" dirty="0" err="1">
                <a:solidFill>
                  <a:srgbClr val="5C88AC"/>
                </a:solidFill>
                <a:latin typeface="Arial"/>
                <a:cs typeface="Arial"/>
              </a:rPr>
              <a:t>Vervolgstappen</a:t>
            </a:r>
            <a:endParaRPr lang="nl-NL" dirty="0" err="1"/>
          </a:p>
        </p:txBody>
      </p:sp>
    </p:spTree>
    <p:extLst>
      <p:ext uri="{BB962C8B-B14F-4D97-AF65-F5344CB8AC3E}">
        <p14:creationId xmlns:p14="http://schemas.microsoft.com/office/powerpoint/2010/main" val="23677110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7315200" cy="274320"/>
          </a:xfrm>
          <a:prstGeom prst="rect">
            <a:avLst/>
          </a:prstGeom>
          <a:noFill/>
          <a:ln/>
        </p:spPr>
        <p:txBody>
          <a:bodyPr wrap="square" lIns="91440" tIns="45720" rIns="91440" bIns="45720" rtlCol="0" anchor="ctr"/>
          <a:lstStyle/>
          <a:p>
            <a:r>
              <a:rPr lang="en-US" sz="1100" b="1" kern="0" spc="150" dirty="0">
                <a:solidFill>
                  <a:srgbClr val="E76734"/>
                </a:solidFill>
                <a:latin typeface="Arial"/>
                <a:ea typeface="Arial" pitchFamily="34" charset="-122"/>
                <a:cs typeface="Arial"/>
              </a:rPr>
              <a:t>WERKWIJZE — PRIVACY &amp; AVG</a:t>
            </a:r>
            <a:endParaRPr lang="en-US" sz="1100" dirty="0">
              <a:latin typeface="Arial"/>
              <a:cs typeface="Arial"/>
            </a:endParaRPr>
          </a:p>
        </p:txBody>
      </p:sp>
      <p:sp>
        <p:nvSpPr>
          <p:cNvPr id="4" name="Text 2"/>
          <p:cNvSpPr/>
          <p:nvPr/>
        </p:nvSpPr>
        <p:spPr>
          <a:xfrm>
            <a:off x="502920" y="548640"/>
            <a:ext cx="10515600" cy="548640"/>
          </a:xfrm>
          <a:prstGeom prst="rect">
            <a:avLst/>
          </a:prstGeom>
          <a:noFill/>
          <a:ln/>
        </p:spPr>
        <p:txBody>
          <a:bodyPr wrap="square" rtlCol="0" anchor="ctr"/>
          <a:lstStyle/>
          <a:p>
            <a:pPr marL="0" indent="0">
              <a:buNone/>
            </a:pPr>
            <a:r>
              <a:rPr lang="en-US" sz="2500" b="1">
                <a:solidFill>
                  <a:srgbClr val="003362"/>
                </a:solidFill>
                <a:latin typeface="Helvetica" pitchFamily="34" charset="0"/>
                <a:ea typeface="Helvetica" pitchFamily="34" charset="-122"/>
                <a:cs typeface="Helvetica" pitchFamily="34" charset="-120"/>
              </a:rPr>
              <a:t>Vragen die we vandaag kort aankaarten</a:t>
            </a:r>
            <a:endParaRPr lang="en-US" sz="2500"/>
          </a:p>
        </p:txBody>
      </p:sp>
      <p:sp>
        <p:nvSpPr>
          <p:cNvPr id="5" name="Text 3"/>
          <p:cNvSpPr/>
          <p:nvPr/>
        </p:nvSpPr>
        <p:spPr>
          <a:xfrm>
            <a:off x="502920" y="1051560"/>
            <a:ext cx="10058400" cy="320040"/>
          </a:xfrm>
          <a:prstGeom prst="rect">
            <a:avLst/>
          </a:prstGeom>
          <a:noFill/>
          <a:ln/>
        </p:spPr>
        <p:txBody>
          <a:bodyPr wrap="square" rtlCol="0" anchor="ctr"/>
          <a:lstStyle/>
          <a:p>
            <a:pPr marL="0" indent="0">
              <a:buNone/>
            </a:pPr>
            <a:r>
              <a:rPr lang="en-US" sz="1250" i="1">
                <a:solidFill>
                  <a:srgbClr val="6B7680"/>
                </a:solidFill>
                <a:latin typeface="Arial" pitchFamily="34" charset="0"/>
                <a:ea typeface="Arial" pitchFamily="34" charset="-122"/>
                <a:cs typeface="Arial" pitchFamily="34" charset="-120"/>
              </a:rPr>
              <a:t>De concrete uitwerking volgt in een aparte privacysessie met jullie FG / privacy officer</a:t>
            </a:r>
            <a:endParaRPr lang="en-US" sz="1250"/>
          </a:p>
        </p:txBody>
      </p:sp>
      <p:sp>
        <p:nvSpPr>
          <p:cNvPr id="6" name="Shape 4"/>
          <p:cNvSpPr/>
          <p:nvPr/>
        </p:nvSpPr>
        <p:spPr>
          <a:xfrm>
            <a:off x="502920" y="2067560"/>
            <a:ext cx="3429000" cy="1234440"/>
          </a:xfrm>
          <a:prstGeom prst="roundRect">
            <a:avLst>
              <a:gd name="adj" fmla="val 8889"/>
            </a:avLst>
          </a:prstGeom>
          <a:solidFill>
            <a:srgbClr val="003362"/>
          </a:solidFill>
          <a:ln/>
          <a:effectLst>
            <a:outerShdw blurRad="101600" dist="38100" dir="5400000" algn="bl" rotWithShape="0">
              <a:srgbClr val="000000">
                <a:alpha val="18000"/>
              </a:srgbClr>
            </a:outerShdw>
          </a:effectLst>
        </p:spPr>
        <p:txBody>
          <a:bodyPr/>
          <a:lstStyle/>
          <a:p>
            <a:endParaRPr lang="nl-NL"/>
          </a:p>
        </p:txBody>
      </p:sp>
      <p:sp>
        <p:nvSpPr>
          <p:cNvPr id="7" name="Shape 5"/>
          <p:cNvSpPr/>
          <p:nvPr/>
        </p:nvSpPr>
        <p:spPr>
          <a:xfrm>
            <a:off x="667512" y="2232152"/>
            <a:ext cx="365760" cy="365760"/>
          </a:xfrm>
          <a:prstGeom prst="ellipse">
            <a:avLst/>
          </a:prstGeom>
          <a:solidFill>
            <a:srgbClr val="E76734"/>
          </a:solidFill>
          <a:ln/>
        </p:spPr>
        <p:txBody>
          <a:bodyPr/>
          <a:lstStyle/>
          <a:p>
            <a:endParaRPr lang="nl-NL"/>
          </a:p>
        </p:txBody>
      </p:sp>
      <p:sp>
        <p:nvSpPr>
          <p:cNvPr id="8" name="Text 6"/>
          <p:cNvSpPr/>
          <p:nvPr/>
        </p:nvSpPr>
        <p:spPr>
          <a:xfrm>
            <a:off x="667512" y="221386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9" name="Text 7"/>
          <p:cNvSpPr/>
          <p:nvPr/>
        </p:nvSpPr>
        <p:spPr>
          <a:xfrm>
            <a:off x="1097280" y="2296160"/>
            <a:ext cx="2739658" cy="576072"/>
          </a:xfrm>
          <a:prstGeom prst="rect">
            <a:avLst/>
          </a:prstGeom>
          <a:noFill/>
          <a:ln/>
        </p:spPr>
        <p:txBody>
          <a:bodyPr wrap="square" rtlCol="0" anchor="t"/>
          <a:lstStyle/>
          <a:p>
            <a:pPr marL="0" indent="0">
              <a:lnSpc>
                <a:spcPts val="1550"/>
              </a:lnSpc>
              <a:buNone/>
            </a:pPr>
            <a:r>
              <a:rPr lang="en-US" sz="1300" b="1">
                <a:solidFill>
                  <a:srgbClr val="FFFFFF"/>
                </a:solidFill>
                <a:latin typeface="Arial" pitchFamily="34" charset="0"/>
                <a:ea typeface="Arial" pitchFamily="34" charset="-122"/>
                <a:cs typeface="Arial" pitchFamily="34" charset="-120"/>
              </a:rPr>
              <a:t>Wie is verantwoordelijk voor de persoonsgegevens — {</a:t>
            </a:r>
            <a:r>
              <a:rPr lang="en-US" sz="1300" b="1" err="1">
                <a:solidFill>
                  <a:srgbClr val="FFFFFF"/>
                </a:solidFill>
                <a:latin typeface="Arial" pitchFamily="34" charset="0"/>
                <a:ea typeface="Arial" pitchFamily="34" charset="-122"/>
                <a:cs typeface="Arial" pitchFamily="34" charset="-120"/>
              </a:rPr>
              <a:t>klantnaam</a:t>
            </a:r>
            <a:r>
              <a:rPr lang="en-US" sz="1300" b="1">
                <a:solidFill>
                  <a:srgbClr val="FFFFFF"/>
                </a:solidFill>
                <a:latin typeface="Arial" pitchFamily="34" charset="0"/>
                <a:ea typeface="Arial" pitchFamily="34" charset="-122"/>
                <a:cs typeface="Arial" pitchFamily="34" charset="-120"/>
              </a:rPr>
              <a:t>} of Ritense?</a:t>
            </a:r>
            <a:endParaRPr lang="en-US" sz="1300"/>
          </a:p>
        </p:txBody>
      </p:sp>
      <p:sp>
        <p:nvSpPr>
          <p:cNvPr id="10" name="Shape 8"/>
          <p:cNvSpPr/>
          <p:nvPr/>
        </p:nvSpPr>
        <p:spPr>
          <a:xfrm>
            <a:off x="4160520" y="1884680"/>
            <a:ext cx="3703320" cy="1417320"/>
          </a:xfrm>
          <a:prstGeom prst="roundRect">
            <a:avLst>
              <a:gd name="adj" fmla="val 7742"/>
            </a:avLst>
          </a:prstGeom>
          <a:solidFill>
            <a:srgbClr val="E76734"/>
          </a:solidFill>
          <a:ln/>
          <a:effectLst>
            <a:outerShdw blurRad="101600" dist="38100" dir="5400000" algn="bl" rotWithShape="0">
              <a:srgbClr val="000000">
                <a:alpha val="18000"/>
              </a:srgbClr>
            </a:outerShdw>
          </a:effectLst>
        </p:spPr>
        <p:txBody>
          <a:bodyPr/>
          <a:lstStyle/>
          <a:p>
            <a:endParaRPr lang="nl-NL"/>
          </a:p>
        </p:txBody>
      </p:sp>
      <p:sp>
        <p:nvSpPr>
          <p:cNvPr id="11" name="Shape 9"/>
          <p:cNvSpPr/>
          <p:nvPr/>
        </p:nvSpPr>
        <p:spPr>
          <a:xfrm>
            <a:off x="4325112" y="2049272"/>
            <a:ext cx="365760" cy="365760"/>
          </a:xfrm>
          <a:prstGeom prst="ellipse">
            <a:avLst/>
          </a:prstGeom>
          <a:solidFill>
            <a:srgbClr val="003362"/>
          </a:solidFill>
          <a:ln/>
        </p:spPr>
        <p:txBody>
          <a:bodyPr/>
          <a:lstStyle/>
          <a:p>
            <a:endParaRPr lang="nl-NL"/>
          </a:p>
        </p:txBody>
      </p:sp>
      <p:sp>
        <p:nvSpPr>
          <p:cNvPr id="12" name="Text 10"/>
          <p:cNvSpPr/>
          <p:nvPr/>
        </p:nvSpPr>
        <p:spPr>
          <a:xfrm>
            <a:off x="4325112" y="203098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13" name="Text 11"/>
          <p:cNvSpPr/>
          <p:nvPr/>
        </p:nvSpPr>
        <p:spPr>
          <a:xfrm>
            <a:off x="4782312" y="2277872"/>
            <a:ext cx="3246120" cy="758952"/>
          </a:xfrm>
          <a:prstGeom prst="rect">
            <a:avLst/>
          </a:prstGeom>
          <a:noFill/>
          <a:ln/>
        </p:spPr>
        <p:txBody>
          <a:bodyPr wrap="square" rtlCol="0" anchor="t"/>
          <a:lstStyle/>
          <a:p>
            <a:pPr marL="0" indent="0">
              <a:lnSpc>
                <a:spcPts val="1550"/>
              </a:lnSpc>
              <a:buNone/>
            </a:pPr>
            <a:r>
              <a:rPr lang="en-US" sz="1300" b="1">
                <a:solidFill>
                  <a:srgbClr val="FFFFFF"/>
                </a:solidFill>
                <a:latin typeface="Arial" pitchFamily="34" charset="0"/>
                <a:ea typeface="Arial" pitchFamily="34" charset="-122"/>
                <a:cs typeface="Arial" pitchFamily="34" charset="-120"/>
              </a:rPr>
              <a:t>Werken jullie volgens ‘Privacy by Design’?</a:t>
            </a:r>
            <a:endParaRPr lang="en-US" sz="1300"/>
          </a:p>
        </p:txBody>
      </p:sp>
      <p:sp>
        <p:nvSpPr>
          <p:cNvPr id="14" name="Shape 12"/>
          <p:cNvSpPr/>
          <p:nvPr/>
        </p:nvSpPr>
        <p:spPr>
          <a:xfrm>
            <a:off x="8092440" y="2159000"/>
            <a:ext cx="3593592" cy="1234440"/>
          </a:xfrm>
          <a:prstGeom prst="roundRect">
            <a:avLst>
              <a:gd name="adj" fmla="val 8889"/>
            </a:avLst>
          </a:prstGeom>
          <a:solidFill>
            <a:srgbClr val="89CDF2"/>
          </a:solidFill>
          <a:ln/>
          <a:effectLst>
            <a:outerShdw blurRad="101600" dist="38100" dir="5400000" algn="bl" rotWithShape="0">
              <a:srgbClr val="000000">
                <a:alpha val="18000"/>
              </a:srgbClr>
            </a:outerShdw>
          </a:effectLst>
        </p:spPr>
        <p:txBody>
          <a:bodyPr/>
          <a:lstStyle/>
          <a:p>
            <a:endParaRPr lang="nl-NL"/>
          </a:p>
        </p:txBody>
      </p:sp>
      <p:sp>
        <p:nvSpPr>
          <p:cNvPr id="15" name="Shape 13"/>
          <p:cNvSpPr/>
          <p:nvPr/>
        </p:nvSpPr>
        <p:spPr>
          <a:xfrm>
            <a:off x="8257032" y="2323592"/>
            <a:ext cx="365760" cy="365760"/>
          </a:xfrm>
          <a:prstGeom prst="ellipse">
            <a:avLst/>
          </a:prstGeom>
          <a:solidFill>
            <a:srgbClr val="003362"/>
          </a:solidFill>
          <a:ln/>
        </p:spPr>
        <p:txBody>
          <a:bodyPr/>
          <a:lstStyle/>
          <a:p>
            <a:endParaRPr lang="nl-NL"/>
          </a:p>
        </p:txBody>
      </p:sp>
      <p:sp>
        <p:nvSpPr>
          <p:cNvPr id="16" name="Text 14"/>
          <p:cNvSpPr/>
          <p:nvPr/>
        </p:nvSpPr>
        <p:spPr>
          <a:xfrm>
            <a:off x="8257032" y="230530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17" name="Text 15"/>
          <p:cNvSpPr/>
          <p:nvPr/>
        </p:nvSpPr>
        <p:spPr>
          <a:xfrm>
            <a:off x="8767953" y="2506472"/>
            <a:ext cx="2670048" cy="576072"/>
          </a:xfrm>
          <a:prstGeom prst="rect">
            <a:avLst/>
          </a:prstGeom>
          <a:noFill/>
          <a:ln/>
        </p:spPr>
        <p:txBody>
          <a:bodyPr wrap="square" rtlCol="0" anchor="t"/>
          <a:lstStyle/>
          <a:p>
            <a:pPr marL="0" indent="0">
              <a:lnSpc>
                <a:spcPts val="1550"/>
              </a:lnSpc>
              <a:buNone/>
            </a:pPr>
            <a:r>
              <a:rPr lang="en-US" sz="1300" b="1">
                <a:solidFill>
                  <a:srgbClr val="003362"/>
                </a:solidFill>
                <a:latin typeface="Arial" pitchFamily="34" charset="0"/>
                <a:ea typeface="Arial" pitchFamily="34" charset="-122"/>
                <a:cs typeface="Arial" pitchFamily="34" charset="-120"/>
              </a:rPr>
              <a:t>Waar staan de gegevens, en wie kan erbij?</a:t>
            </a:r>
            <a:endParaRPr lang="en-US" sz="1300"/>
          </a:p>
        </p:txBody>
      </p:sp>
      <p:sp>
        <p:nvSpPr>
          <p:cNvPr id="18" name="Shape 16"/>
          <p:cNvSpPr/>
          <p:nvPr/>
        </p:nvSpPr>
        <p:spPr>
          <a:xfrm>
            <a:off x="777240" y="3622040"/>
            <a:ext cx="3593592" cy="1280160"/>
          </a:xfrm>
          <a:prstGeom prst="roundRect">
            <a:avLst>
              <a:gd name="adj" fmla="val 8571"/>
            </a:avLst>
          </a:prstGeom>
          <a:solidFill>
            <a:srgbClr val="89CDF2"/>
          </a:solidFill>
          <a:ln/>
          <a:effectLst>
            <a:outerShdw blurRad="101600" dist="38100" dir="5400000" algn="bl" rotWithShape="0">
              <a:srgbClr val="000000">
                <a:alpha val="18000"/>
              </a:srgbClr>
            </a:outerShdw>
          </a:effectLst>
        </p:spPr>
        <p:txBody>
          <a:bodyPr/>
          <a:lstStyle/>
          <a:p>
            <a:endParaRPr lang="nl-NL"/>
          </a:p>
        </p:txBody>
      </p:sp>
      <p:sp>
        <p:nvSpPr>
          <p:cNvPr id="19" name="Shape 17"/>
          <p:cNvSpPr/>
          <p:nvPr/>
        </p:nvSpPr>
        <p:spPr>
          <a:xfrm>
            <a:off x="941832" y="3786632"/>
            <a:ext cx="365760" cy="365760"/>
          </a:xfrm>
          <a:prstGeom prst="ellipse">
            <a:avLst/>
          </a:prstGeom>
          <a:solidFill>
            <a:srgbClr val="E76734"/>
          </a:solidFill>
          <a:ln/>
        </p:spPr>
        <p:txBody>
          <a:bodyPr/>
          <a:lstStyle/>
          <a:p>
            <a:endParaRPr lang="nl-NL"/>
          </a:p>
        </p:txBody>
      </p:sp>
      <p:sp>
        <p:nvSpPr>
          <p:cNvPr id="20" name="Text 18"/>
          <p:cNvSpPr/>
          <p:nvPr/>
        </p:nvSpPr>
        <p:spPr>
          <a:xfrm>
            <a:off x="941832" y="376834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21" name="Text 19"/>
          <p:cNvSpPr/>
          <p:nvPr/>
        </p:nvSpPr>
        <p:spPr>
          <a:xfrm>
            <a:off x="1371600" y="3914648"/>
            <a:ext cx="3136392" cy="621792"/>
          </a:xfrm>
          <a:prstGeom prst="rect">
            <a:avLst/>
          </a:prstGeom>
          <a:noFill/>
          <a:ln/>
        </p:spPr>
        <p:txBody>
          <a:bodyPr wrap="square" rtlCol="0" anchor="t"/>
          <a:lstStyle/>
          <a:p>
            <a:pPr marL="0" indent="0">
              <a:lnSpc>
                <a:spcPts val="1550"/>
              </a:lnSpc>
              <a:buNone/>
            </a:pPr>
            <a:r>
              <a:rPr lang="en-US" sz="1300" b="1">
                <a:solidFill>
                  <a:srgbClr val="003362"/>
                </a:solidFill>
                <a:latin typeface="Arial" pitchFamily="34" charset="0"/>
                <a:ea typeface="Arial" pitchFamily="34" charset="-122"/>
                <a:cs typeface="Arial" pitchFamily="34" charset="-120"/>
              </a:rPr>
              <a:t>Hoe lang </a:t>
            </a:r>
            <a:r>
              <a:rPr lang="en-US" sz="1300" b="1" err="1">
                <a:solidFill>
                  <a:srgbClr val="003362"/>
                </a:solidFill>
                <a:latin typeface="Arial" pitchFamily="34" charset="0"/>
                <a:ea typeface="Arial" pitchFamily="34" charset="-122"/>
                <a:cs typeface="Arial" pitchFamily="34" charset="-120"/>
              </a:rPr>
              <a:t>worden</a:t>
            </a:r>
            <a:r>
              <a:rPr lang="en-US" sz="1300" b="1">
                <a:solidFill>
                  <a:srgbClr val="003362"/>
                </a:solidFill>
                <a:latin typeface="Arial" pitchFamily="34" charset="0"/>
                <a:ea typeface="Arial" pitchFamily="34" charset="-122"/>
                <a:cs typeface="Arial" pitchFamily="34" charset="-120"/>
              </a:rPr>
              <a:t> </a:t>
            </a:r>
            <a:r>
              <a:rPr lang="en-US" sz="1300" b="1" err="1">
                <a:solidFill>
                  <a:srgbClr val="003362"/>
                </a:solidFill>
                <a:latin typeface="Arial" pitchFamily="34" charset="0"/>
                <a:ea typeface="Arial" pitchFamily="34" charset="-122"/>
                <a:cs typeface="Arial" pitchFamily="34" charset="-120"/>
              </a:rPr>
              <a:t>gegevens</a:t>
            </a:r>
            <a:r>
              <a:rPr lang="en-US" sz="1300" b="1">
                <a:solidFill>
                  <a:srgbClr val="003362"/>
                </a:solidFill>
                <a:latin typeface="Arial" pitchFamily="34" charset="0"/>
                <a:ea typeface="Arial" pitchFamily="34" charset="-122"/>
                <a:cs typeface="Arial" pitchFamily="34" charset="-120"/>
              </a:rPr>
              <a:t> </a:t>
            </a:r>
            <a:r>
              <a:rPr lang="en-US" sz="1300" b="1" err="1">
                <a:solidFill>
                  <a:srgbClr val="003362"/>
                </a:solidFill>
                <a:latin typeface="Arial" pitchFamily="34" charset="0"/>
                <a:ea typeface="Arial" pitchFamily="34" charset="-122"/>
                <a:cs typeface="Arial" pitchFamily="34" charset="-120"/>
              </a:rPr>
              <a:t>bewaard</a:t>
            </a:r>
            <a:r>
              <a:rPr lang="en-US" sz="1300" b="1">
                <a:solidFill>
                  <a:srgbClr val="003362"/>
                </a:solidFill>
                <a:latin typeface="Arial" pitchFamily="34" charset="0"/>
                <a:ea typeface="Arial" pitchFamily="34" charset="-122"/>
                <a:cs typeface="Arial" pitchFamily="34" charset="-120"/>
              </a:rPr>
              <a:t>?</a:t>
            </a:r>
            <a:endParaRPr lang="en-US" sz="1300"/>
          </a:p>
        </p:txBody>
      </p:sp>
      <p:sp>
        <p:nvSpPr>
          <p:cNvPr id="22" name="Shape 20"/>
          <p:cNvSpPr/>
          <p:nvPr/>
        </p:nvSpPr>
        <p:spPr>
          <a:xfrm>
            <a:off x="4507992" y="3704336"/>
            <a:ext cx="3429000" cy="1463040"/>
          </a:xfrm>
          <a:prstGeom prst="roundRect">
            <a:avLst>
              <a:gd name="adj" fmla="val 7500"/>
            </a:avLst>
          </a:prstGeom>
          <a:solidFill>
            <a:srgbClr val="003362"/>
          </a:solidFill>
          <a:ln/>
          <a:effectLst>
            <a:outerShdw blurRad="101600" dist="38100" dir="5400000" algn="bl" rotWithShape="0">
              <a:srgbClr val="000000">
                <a:alpha val="18000"/>
              </a:srgbClr>
            </a:outerShdw>
          </a:effectLst>
        </p:spPr>
        <p:txBody>
          <a:bodyPr/>
          <a:lstStyle/>
          <a:p>
            <a:endParaRPr lang="nl-NL"/>
          </a:p>
        </p:txBody>
      </p:sp>
      <p:sp>
        <p:nvSpPr>
          <p:cNvPr id="23" name="Shape 21"/>
          <p:cNvSpPr/>
          <p:nvPr/>
        </p:nvSpPr>
        <p:spPr>
          <a:xfrm>
            <a:off x="4782312" y="3969512"/>
            <a:ext cx="365760" cy="365760"/>
          </a:xfrm>
          <a:prstGeom prst="ellipse">
            <a:avLst/>
          </a:prstGeom>
          <a:solidFill>
            <a:srgbClr val="89CDF2"/>
          </a:solidFill>
          <a:ln/>
        </p:spPr>
        <p:txBody>
          <a:bodyPr/>
          <a:lstStyle/>
          <a:p>
            <a:endParaRPr lang="nl-NL"/>
          </a:p>
        </p:txBody>
      </p:sp>
      <p:sp>
        <p:nvSpPr>
          <p:cNvPr id="24" name="Text 22"/>
          <p:cNvSpPr/>
          <p:nvPr/>
        </p:nvSpPr>
        <p:spPr>
          <a:xfrm>
            <a:off x="4782312" y="395122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25" name="Text 23"/>
          <p:cNvSpPr/>
          <p:nvPr/>
        </p:nvSpPr>
        <p:spPr>
          <a:xfrm>
            <a:off x="5120640" y="4216070"/>
            <a:ext cx="2971800" cy="804672"/>
          </a:xfrm>
          <a:prstGeom prst="rect">
            <a:avLst/>
          </a:prstGeom>
          <a:noFill/>
          <a:ln/>
        </p:spPr>
        <p:txBody>
          <a:bodyPr wrap="square" rtlCol="0" anchor="t"/>
          <a:lstStyle/>
          <a:p>
            <a:pPr marL="0" indent="0">
              <a:lnSpc>
                <a:spcPts val="1550"/>
              </a:lnSpc>
              <a:buNone/>
            </a:pPr>
            <a:r>
              <a:rPr lang="en-US" sz="1300" b="1">
                <a:solidFill>
                  <a:srgbClr val="FFFFFF"/>
                </a:solidFill>
                <a:latin typeface="Arial" pitchFamily="34" charset="0"/>
                <a:ea typeface="Arial" pitchFamily="34" charset="-122"/>
                <a:cs typeface="Arial" pitchFamily="34" charset="-120"/>
              </a:rPr>
              <a:t>Kunnen wij voldoen aan een inzage- of verwijderverzoek?</a:t>
            </a:r>
            <a:endParaRPr lang="en-US" sz="1300"/>
          </a:p>
        </p:txBody>
      </p:sp>
      <p:sp>
        <p:nvSpPr>
          <p:cNvPr id="26" name="Shape 24"/>
          <p:cNvSpPr/>
          <p:nvPr/>
        </p:nvSpPr>
        <p:spPr>
          <a:xfrm>
            <a:off x="8275320" y="3622040"/>
            <a:ext cx="3410712" cy="1463040"/>
          </a:xfrm>
          <a:prstGeom prst="roundRect">
            <a:avLst>
              <a:gd name="adj" fmla="val 7500"/>
            </a:avLst>
          </a:prstGeom>
          <a:solidFill>
            <a:srgbClr val="E76734"/>
          </a:solidFill>
          <a:ln/>
          <a:effectLst>
            <a:outerShdw blurRad="101600" dist="38100" dir="5400000" algn="bl" rotWithShape="0">
              <a:srgbClr val="000000">
                <a:alpha val="18000"/>
              </a:srgbClr>
            </a:outerShdw>
          </a:effectLst>
        </p:spPr>
        <p:txBody>
          <a:bodyPr/>
          <a:lstStyle/>
          <a:p>
            <a:endParaRPr lang="nl-NL"/>
          </a:p>
        </p:txBody>
      </p:sp>
      <p:sp>
        <p:nvSpPr>
          <p:cNvPr id="27" name="Shape 25"/>
          <p:cNvSpPr/>
          <p:nvPr/>
        </p:nvSpPr>
        <p:spPr>
          <a:xfrm>
            <a:off x="8439912" y="3786632"/>
            <a:ext cx="365760" cy="365760"/>
          </a:xfrm>
          <a:prstGeom prst="ellipse">
            <a:avLst/>
          </a:prstGeom>
          <a:solidFill>
            <a:srgbClr val="003362"/>
          </a:solidFill>
          <a:ln/>
        </p:spPr>
        <p:txBody>
          <a:bodyPr/>
          <a:lstStyle/>
          <a:p>
            <a:endParaRPr lang="nl-NL"/>
          </a:p>
        </p:txBody>
      </p:sp>
      <p:sp>
        <p:nvSpPr>
          <p:cNvPr id="28" name="Text 26"/>
          <p:cNvSpPr/>
          <p:nvPr/>
        </p:nvSpPr>
        <p:spPr>
          <a:xfrm>
            <a:off x="8439912" y="3768344"/>
            <a:ext cx="365760" cy="36576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a:t>
            </a:r>
            <a:endParaRPr lang="en-US" sz="1600"/>
          </a:p>
        </p:txBody>
      </p:sp>
      <p:sp>
        <p:nvSpPr>
          <p:cNvPr id="29" name="Text 27"/>
          <p:cNvSpPr/>
          <p:nvPr/>
        </p:nvSpPr>
        <p:spPr>
          <a:xfrm>
            <a:off x="8531352" y="4188968"/>
            <a:ext cx="2953512" cy="804672"/>
          </a:xfrm>
          <a:prstGeom prst="rect">
            <a:avLst/>
          </a:prstGeom>
          <a:noFill/>
          <a:ln/>
        </p:spPr>
        <p:txBody>
          <a:bodyPr wrap="square" rtlCol="0" anchor="t"/>
          <a:lstStyle/>
          <a:p>
            <a:pPr marL="0" indent="0">
              <a:lnSpc>
                <a:spcPts val="1550"/>
              </a:lnSpc>
              <a:buNone/>
            </a:pPr>
            <a:r>
              <a:rPr lang="en-US" sz="1300" b="1">
                <a:solidFill>
                  <a:srgbClr val="FFFFFF"/>
                </a:solidFill>
                <a:latin typeface="Arial" pitchFamily="34" charset="0"/>
                <a:ea typeface="Arial" pitchFamily="34" charset="-122"/>
                <a:cs typeface="Arial" pitchFamily="34" charset="-120"/>
              </a:rPr>
              <a:t>Wat gebeurt er bij een datalek?</a:t>
            </a:r>
            <a:endParaRPr lang="en-US" sz="1300"/>
          </a:p>
        </p:txBody>
      </p:sp>
      <p:sp>
        <p:nvSpPr>
          <p:cNvPr id="32" name="Shape 30"/>
          <p:cNvSpPr/>
          <p:nvPr/>
        </p:nvSpPr>
        <p:spPr>
          <a:xfrm>
            <a:off x="0" y="6748272"/>
            <a:ext cx="12188952" cy="109728"/>
          </a:xfrm>
          <a:prstGeom prst="rect">
            <a:avLst/>
          </a:prstGeom>
          <a:solidFill>
            <a:srgbClr val="003362"/>
          </a:solidFill>
          <a:ln/>
        </p:spPr>
        <p:txBody>
          <a:bodyPr/>
          <a:lstStyle/>
          <a:p>
            <a:endParaRPr lang="nl-NL"/>
          </a:p>
        </p:txBody>
      </p:sp>
      <p:sp>
        <p:nvSpPr>
          <p:cNvPr id="38" name="Text 36"/>
          <p:cNvSpPr/>
          <p:nvPr/>
        </p:nvSpPr>
        <p:spPr>
          <a:xfrm>
            <a:off x="457200" y="6355080"/>
            <a:ext cx="5486400" cy="320040"/>
          </a:xfrm>
          <a:prstGeom prst="rect">
            <a:avLst/>
          </a:prstGeom>
          <a:noFill/>
          <a:ln/>
        </p:spPr>
        <p:txBody>
          <a:bodyPr wrap="square" rtlCol="0" anchor="ctr"/>
          <a:lstStyle/>
          <a:p>
            <a:pPr marL="0" indent="0">
              <a:buNone/>
            </a:pPr>
            <a:r>
              <a:rPr lang="en-US" sz="950" i="1">
                <a:solidFill>
                  <a:srgbClr val="6B7680"/>
                </a:solidFill>
                <a:latin typeface="Arial" pitchFamily="34" charset="0"/>
                <a:ea typeface="Arial" pitchFamily="34" charset="-122"/>
                <a:cs typeface="Arial" pitchFamily="34" charset="-120"/>
              </a:rPr>
              <a:t>Privacy &amp; AVG</a:t>
            </a:r>
            <a:endParaRPr lang="en-US" sz="950"/>
          </a:p>
        </p:txBody>
      </p:sp>
    </p:spTree>
    <p:extLst>
      <p:ext uri="{BB962C8B-B14F-4D97-AF65-F5344CB8AC3E}">
        <p14:creationId xmlns:p14="http://schemas.microsoft.com/office/powerpoint/2010/main" val="2042209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WERKWIJZE</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Van Discovery naar doorontwikkeling</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Werkwijze</a:t>
            </a:r>
            <a:endParaRPr lang="en-US" sz="950" dirty="0"/>
          </a:p>
        </p:txBody>
      </p:sp>
      <p:sp>
        <p:nvSpPr>
          <p:cNvPr id="7" name="Shape 5"/>
          <p:cNvSpPr/>
          <p:nvPr/>
        </p:nvSpPr>
        <p:spPr>
          <a:xfrm>
            <a:off x="457200" y="3204972"/>
            <a:ext cx="128016" cy="128016"/>
          </a:xfrm>
          <a:prstGeom prst="ellipse">
            <a:avLst/>
          </a:prstGeom>
          <a:solidFill>
            <a:srgbClr val="6B7680"/>
          </a:solidFill>
          <a:ln/>
        </p:spPr>
        <p:txBody>
          <a:bodyPr/>
          <a:lstStyle/>
          <a:p>
            <a:endParaRPr lang="nl-NL"/>
          </a:p>
        </p:txBody>
      </p:sp>
      <p:sp>
        <p:nvSpPr>
          <p:cNvPr id="8" name="Text 6"/>
          <p:cNvSpPr/>
          <p:nvPr/>
        </p:nvSpPr>
        <p:spPr>
          <a:xfrm>
            <a:off x="-61713" y="2912627"/>
            <a:ext cx="1188720" cy="256032"/>
          </a:xfrm>
          <a:prstGeom prst="rect">
            <a:avLst/>
          </a:prstGeom>
          <a:noFill/>
          <a:ln/>
        </p:spPr>
        <p:txBody>
          <a:bodyPr wrap="square" lIns="91440" tIns="45720" rIns="91440" bIns="45720" rtlCol="0" anchor="ctr"/>
          <a:lstStyle/>
          <a:p>
            <a:pPr marL="0" indent="0" algn="ctr">
              <a:buNone/>
            </a:pPr>
            <a:r>
              <a:rPr lang="en-US" sz="1200" b="1" dirty="0">
                <a:solidFill>
                  <a:srgbClr val="6B7680"/>
                </a:solidFill>
                <a:latin typeface="Arial"/>
                <a:ea typeface="Arial" pitchFamily="34" charset="-122"/>
                <a:cs typeface="Arial"/>
              </a:rPr>
              <a:t>Discovery</a:t>
            </a:r>
            <a:endParaRPr lang="en-US" sz="1200" b="1">
              <a:latin typeface="Arial"/>
              <a:ea typeface="Calibri"/>
              <a:cs typeface="Arial"/>
            </a:endParaRPr>
          </a:p>
        </p:txBody>
      </p:sp>
      <p:sp>
        <p:nvSpPr>
          <p:cNvPr id="9" name="Shape 7"/>
          <p:cNvSpPr/>
          <p:nvPr/>
        </p:nvSpPr>
        <p:spPr>
          <a:xfrm>
            <a:off x="585216" y="3268980"/>
            <a:ext cx="443484" cy="0"/>
          </a:xfrm>
          <a:prstGeom prst="line">
            <a:avLst/>
          </a:prstGeom>
          <a:noFill/>
          <a:ln w="12700">
            <a:solidFill>
              <a:srgbClr val="6B7680"/>
            </a:solidFill>
            <a:prstDash val="sysDot"/>
          </a:ln>
        </p:spPr>
        <p:txBody>
          <a:bodyPr/>
          <a:lstStyle/>
          <a:p>
            <a:endParaRPr lang="nl-NL"/>
          </a:p>
        </p:txBody>
      </p:sp>
      <p:sp>
        <p:nvSpPr>
          <p:cNvPr id="10" name="Shape 8"/>
          <p:cNvSpPr/>
          <p:nvPr/>
        </p:nvSpPr>
        <p:spPr>
          <a:xfrm>
            <a:off x="8892540" y="1645920"/>
            <a:ext cx="2651760" cy="3995928"/>
          </a:xfrm>
          <a:prstGeom prst="roundRect">
            <a:avLst>
              <a:gd name="adj" fmla="val 2759"/>
            </a:avLst>
          </a:prstGeom>
          <a:solidFill>
            <a:srgbClr val="E8F4FC"/>
          </a:solidFill>
          <a:ln w="12700">
            <a:solidFill>
              <a:srgbClr val="89CDF2"/>
            </a:solidFill>
            <a:prstDash val="dash"/>
          </a:ln>
        </p:spPr>
        <p:txBody>
          <a:bodyPr/>
          <a:lstStyle/>
          <a:p>
            <a:endParaRPr lang="nl-NL"/>
          </a:p>
        </p:txBody>
      </p:sp>
      <p:sp>
        <p:nvSpPr>
          <p:cNvPr id="11" name="Text 9"/>
          <p:cNvSpPr/>
          <p:nvPr/>
        </p:nvSpPr>
        <p:spPr>
          <a:xfrm>
            <a:off x="8892540" y="1719072"/>
            <a:ext cx="2651760" cy="256032"/>
          </a:xfrm>
          <a:prstGeom prst="rect">
            <a:avLst/>
          </a:prstGeom>
          <a:noFill/>
          <a:ln/>
        </p:spPr>
        <p:txBody>
          <a:bodyPr wrap="square" rtlCol="0" anchor="ctr"/>
          <a:lstStyle/>
          <a:p>
            <a:pPr marL="0" indent="0" algn="ctr">
              <a:buNone/>
            </a:pPr>
            <a:r>
              <a:rPr lang="en-US" sz="1000" b="1" kern="0" spc="120" dirty="0">
                <a:solidFill>
                  <a:srgbClr val="003362"/>
                </a:solidFill>
                <a:latin typeface="Arial" pitchFamily="34" charset="0"/>
                <a:ea typeface="Arial" pitchFamily="34" charset="-122"/>
                <a:cs typeface="Arial" pitchFamily="34" charset="-120"/>
              </a:rPr>
              <a:t>DOORONTWIKKELING</a:t>
            </a:r>
            <a:endParaRPr lang="en-US" sz="1000" dirty="0"/>
          </a:p>
        </p:txBody>
      </p:sp>
      <p:sp>
        <p:nvSpPr>
          <p:cNvPr id="12" name="Shape 10"/>
          <p:cNvSpPr/>
          <p:nvPr/>
        </p:nvSpPr>
        <p:spPr>
          <a:xfrm>
            <a:off x="8645652" y="1965960"/>
            <a:ext cx="0" cy="3584448"/>
          </a:xfrm>
          <a:prstGeom prst="line">
            <a:avLst/>
          </a:prstGeom>
          <a:noFill/>
          <a:ln w="19050">
            <a:solidFill>
              <a:srgbClr val="003362"/>
            </a:solidFill>
            <a:prstDash val="dash"/>
          </a:ln>
        </p:spPr>
        <p:txBody>
          <a:bodyPr/>
          <a:lstStyle/>
          <a:p>
            <a:endParaRPr lang="nl-NL"/>
          </a:p>
        </p:txBody>
      </p:sp>
      <p:sp>
        <p:nvSpPr>
          <p:cNvPr id="13" name="Shape 11"/>
          <p:cNvSpPr/>
          <p:nvPr/>
        </p:nvSpPr>
        <p:spPr>
          <a:xfrm>
            <a:off x="8325612" y="1682496"/>
            <a:ext cx="640080" cy="310896"/>
          </a:xfrm>
          <a:prstGeom prst="roundRect">
            <a:avLst>
              <a:gd name="adj" fmla="val 50000"/>
            </a:avLst>
          </a:prstGeom>
          <a:solidFill>
            <a:srgbClr val="003362"/>
          </a:solidFill>
          <a:ln/>
        </p:spPr>
        <p:txBody>
          <a:bodyPr/>
          <a:lstStyle/>
          <a:p>
            <a:endParaRPr lang="nl-NL"/>
          </a:p>
        </p:txBody>
      </p:sp>
      <p:sp>
        <p:nvSpPr>
          <p:cNvPr id="14" name="Text 12"/>
          <p:cNvSpPr/>
          <p:nvPr/>
        </p:nvSpPr>
        <p:spPr>
          <a:xfrm>
            <a:off x="8325612" y="1682496"/>
            <a:ext cx="640080" cy="310896"/>
          </a:xfrm>
          <a:prstGeom prst="rect">
            <a:avLst/>
          </a:prstGeom>
          <a:noFill/>
          <a:ln/>
        </p:spPr>
        <p:txBody>
          <a:bodyPr wrap="square"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MVP</a:t>
            </a:r>
            <a:endParaRPr lang="en-US" sz="1150" dirty="0"/>
          </a:p>
        </p:txBody>
      </p:sp>
      <p:sp>
        <p:nvSpPr>
          <p:cNvPr id="15" name="Shape 13"/>
          <p:cNvSpPr/>
          <p:nvPr/>
        </p:nvSpPr>
        <p:spPr>
          <a:xfrm>
            <a:off x="1028700" y="2788920"/>
            <a:ext cx="1691640" cy="960120"/>
          </a:xfrm>
          <a:prstGeom prst="roundRect">
            <a:avLst>
              <a:gd name="adj" fmla="val 11429"/>
            </a:avLst>
          </a:prstGeom>
          <a:solidFill>
            <a:srgbClr val="003362"/>
          </a:solidFill>
          <a:ln/>
          <a:effectLst>
            <a:outerShdw blurRad="63500" dist="25400" dir="5400000" algn="bl" rotWithShape="0">
              <a:srgbClr val="000000">
                <a:alpha val="15000"/>
              </a:srgbClr>
            </a:outerShdw>
          </a:effectLst>
        </p:spPr>
        <p:txBody>
          <a:bodyPr/>
          <a:lstStyle/>
          <a:p>
            <a:endParaRPr lang="nl-NL"/>
          </a:p>
        </p:txBody>
      </p:sp>
      <p:sp>
        <p:nvSpPr>
          <p:cNvPr id="16" name="Shape 14"/>
          <p:cNvSpPr/>
          <p:nvPr/>
        </p:nvSpPr>
        <p:spPr>
          <a:xfrm>
            <a:off x="1673352" y="2916936"/>
            <a:ext cx="402336" cy="402336"/>
          </a:xfrm>
          <a:prstGeom prst="ellipse">
            <a:avLst/>
          </a:prstGeom>
          <a:ln w="31750">
            <a:solidFill>
              <a:srgbClr val="FFFFFF"/>
            </a:solidFill>
            <a:prstDash val="solid"/>
          </a:ln>
        </p:spPr>
        <p:txBody>
          <a:bodyPr/>
          <a:lstStyle/>
          <a:p>
            <a:endParaRPr lang="nl-NL"/>
          </a:p>
        </p:txBody>
      </p:sp>
      <p:sp>
        <p:nvSpPr>
          <p:cNvPr id="17" name="Shape 15"/>
          <p:cNvSpPr/>
          <p:nvPr/>
        </p:nvSpPr>
        <p:spPr>
          <a:xfrm rot="2400000">
            <a:off x="1947672" y="2898648"/>
            <a:ext cx="118872" cy="41148"/>
          </a:xfrm>
          <a:prstGeom prst="rect">
            <a:avLst/>
          </a:prstGeom>
          <a:solidFill>
            <a:srgbClr val="FFFFFF"/>
          </a:solidFill>
          <a:ln/>
        </p:spPr>
        <p:txBody>
          <a:bodyPr/>
          <a:lstStyle/>
          <a:p>
            <a:endParaRPr lang="nl-NL"/>
          </a:p>
        </p:txBody>
      </p:sp>
      <p:sp>
        <p:nvSpPr>
          <p:cNvPr id="18" name="Text 16"/>
          <p:cNvSpPr/>
          <p:nvPr/>
        </p:nvSpPr>
        <p:spPr>
          <a:xfrm>
            <a:off x="1028700" y="3355848"/>
            <a:ext cx="169164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Sprint 1</a:t>
            </a:r>
            <a:endParaRPr lang="en-US" sz="1300" dirty="0"/>
          </a:p>
        </p:txBody>
      </p:sp>
      <p:sp>
        <p:nvSpPr>
          <p:cNvPr id="19" name="Shape 17"/>
          <p:cNvSpPr/>
          <p:nvPr/>
        </p:nvSpPr>
        <p:spPr>
          <a:xfrm>
            <a:off x="1874520" y="3749040"/>
            <a:ext cx="0" cy="292608"/>
          </a:xfrm>
          <a:prstGeom prst="line">
            <a:avLst/>
          </a:prstGeom>
          <a:noFill/>
          <a:ln w="19050">
            <a:solidFill>
              <a:srgbClr val="C7D2D6"/>
            </a:solidFill>
            <a:prstDash val="solid"/>
          </a:ln>
        </p:spPr>
        <p:txBody>
          <a:bodyPr/>
          <a:lstStyle/>
          <a:p>
            <a:endParaRPr lang="nl-NL"/>
          </a:p>
        </p:txBody>
      </p:sp>
      <p:sp>
        <p:nvSpPr>
          <p:cNvPr id="20" name="Shape 18"/>
          <p:cNvSpPr/>
          <p:nvPr/>
        </p:nvSpPr>
        <p:spPr>
          <a:xfrm>
            <a:off x="937260" y="4041648"/>
            <a:ext cx="1874520" cy="384048"/>
          </a:xfrm>
          <a:prstGeom prst="roundRect">
            <a:avLst>
              <a:gd name="adj" fmla="val 50000"/>
            </a:avLst>
          </a:prstGeom>
          <a:solidFill>
            <a:srgbClr val="F5F8FA"/>
          </a:solidFill>
          <a:ln w="15875">
            <a:solidFill>
              <a:srgbClr val="E76734"/>
            </a:solidFill>
            <a:prstDash val="solid"/>
          </a:ln>
        </p:spPr>
        <p:txBody>
          <a:bodyPr/>
          <a:lstStyle/>
          <a:p>
            <a:endParaRPr lang="nl-NL"/>
          </a:p>
        </p:txBody>
      </p:sp>
      <p:sp>
        <p:nvSpPr>
          <p:cNvPr id="21" name="Shape 19"/>
          <p:cNvSpPr/>
          <p:nvPr/>
        </p:nvSpPr>
        <p:spPr>
          <a:xfrm>
            <a:off x="992124" y="4096512"/>
            <a:ext cx="274320" cy="274320"/>
          </a:xfrm>
          <a:prstGeom prst="ellipse">
            <a:avLst/>
          </a:prstGeom>
          <a:solidFill>
            <a:srgbClr val="E76734"/>
          </a:solidFill>
          <a:ln/>
        </p:spPr>
        <p:txBody>
          <a:bodyPr/>
          <a:lstStyle/>
          <a:p>
            <a:endParaRPr lang="nl-NL"/>
          </a:p>
        </p:txBody>
      </p:sp>
      <p:sp>
        <p:nvSpPr>
          <p:cNvPr id="22" name="Text 20"/>
          <p:cNvSpPr/>
          <p:nvPr/>
        </p:nvSpPr>
        <p:spPr>
          <a:xfrm>
            <a:off x="992124" y="4078224"/>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3" name="Text 21"/>
          <p:cNvSpPr/>
          <p:nvPr/>
        </p:nvSpPr>
        <p:spPr>
          <a:xfrm>
            <a:off x="1303020" y="4041648"/>
            <a:ext cx="1417320" cy="384048"/>
          </a:xfrm>
          <a:prstGeom prst="rect">
            <a:avLst/>
          </a:prstGeom>
          <a:noFill/>
          <a:ln/>
        </p:spPr>
        <p:txBody>
          <a:bodyPr wrap="square" rtlCol="0" anchor="ctr"/>
          <a:lstStyle/>
          <a:p>
            <a:pPr marL="0" indent="0" algn="l">
              <a:buNone/>
            </a:pPr>
            <a:r>
              <a:rPr lang="en-US" sz="900" b="1" dirty="0">
                <a:solidFill>
                  <a:srgbClr val="003362"/>
                </a:solidFill>
                <a:latin typeface="Arial" pitchFamily="34" charset="0"/>
                <a:ea typeface="Arial" pitchFamily="34" charset="-122"/>
                <a:cs typeface="Arial" pitchFamily="34" charset="-120"/>
              </a:rPr>
              <a:t>Functionaliteit opgeleverd</a:t>
            </a:r>
            <a:endParaRPr lang="en-US" sz="900" dirty="0"/>
          </a:p>
        </p:txBody>
      </p:sp>
      <p:sp>
        <p:nvSpPr>
          <p:cNvPr id="24" name="Shape 22"/>
          <p:cNvSpPr/>
          <p:nvPr/>
        </p:nvSpPr>
        <p:spPr>
          <a:xfrm flipV="1">
            <a:off x="1829269" y="1962386"/>
            <a:ext cx="3103880" cy="795302"/>
          </a:xfrm>
          <a:prstGeom prst="curvedUpArrow">
            <a:avLst/>
          </a:prstGeom>
          <a:solidFill>
            <a:srgbClr val="E76734"/>
          </a:solidFill>
          <a:ln/>
        </p:spPr>
        <p:txBody>
          <a:bodyPr/>
          <a:lstStyle/>
          <a:p>
            <a:endParaRPr lang="nl-NL"/>
          </a:p>
        </p:txBody>
      </p:sp>
      <p:sp>
        <p:nvSpPr>
          <p:cNvPr id="25" name="Text 23"/>
          <p:cNvSpPr/>
          <p:nvPr/>
        </p:nvSpPr>
        <p:spPr>
          <a:xfrm>
            <a:off x="2446020" y="1993392"/>
            <a:ext cx="1691640" cy="237744"/>
          </a:xfrm>
          <a:prstGeom prst="rect">
            <a:avLst/>
          </a:prstGeom>
          <a:noFill/>
          <a:ln/>
        </p:spPr>
        <p:txBody>
          <a:bodyPr wrap="square" lIns="91440" tIns="45720" rIns="91440" bIns="45720" rtlCol="0" anchor="ctr"/>
          <a:lstStyle/>
          <a:p>
            <a:pPr marL="0" indent="0" algn="ctr">
              <a:buNone/>
            </a:pPr>
            <a:r>
              <a:rPr lang="en-US" sz="1200" b="1" i="1" dirty="0">
                <a:solidFill>
                  <a:srgbClr val="E76734"/>
                </a:solidFill>
                <a:latin typeface="Arial"/>
                <a:ea typeface="Calibri"/>
                <a:cs typeface="Arial"/>
              </a:rPr>
              <a:t>Refinement</a:t>
            </a:r>
            <a:endParaRPr lang="en-US" sz="1200" dirty="0">
              <a:latin typeface="Arial"/>
              <a:ea typeface="Calibri"/>
              <a:cs typeface="Calibri"/>
            </a:endParaRPr>
          </a:p>
        </p:txBody>
      </p:sp>
      <p:sp>
        <p:nvSpPr>
          <p:cNvPr id="26" name="Shape 24"/>
          <p:cNvSpPr/>
          <p:nvPr/>
        </p:nvSpPr>
        <p:spPr>
          <a:xfrm>
            <a:off x="3863340" y="2788920"/>
            <a:ext cx="1691640" cy="960120"/>
          </a:xfrm>
          <a:prstGeom prst="roundRect">
            <a:avLst>
              <a:gd name="adj" fmla="val 11429"/>
            </a:avLst>
          </a:prstGeom>
          <a:solidFill>
            <a:srgbClr val="003362"/>
          </a:solidFill>
          <a:ln/>
          <a:effectLst>
            <a:outerShdw blurRad="63500" dist="25400" dir="5400000" algn="bl" rotWithShape="0">
              <a:srgbClr val="000000">
                <a:alpha val="15000"/>
              </a:srgbClr>
            </a:outerShdw>
          </a:effectLst>
        </p:spPr>
        <p:txBody>
          <a:bodyPr/>
          <a:lstStyle/>
          <a:p>
            <a:endParaRPr lang="nl-NL"/>
          </a:p>
        </p:txBody>
      </p:sp>
      <p:sp>
        <p:nvSpPr>
          <p:cNvPr id="27" name="Shape 25"/>
          <p:cNvSpPr/>
          <p:nvPr/>
        </p:nvSpPr>
        <p:spPr>
          <a:xfrm>
            <a:off x="4507992" y="2916936"/>
            <a:ext cx="402336" cy="402336"/>
          </a:xfrm>
          <a:prstGeom prst="ellipse">
            <a:avLst/>
          </a:prstGeom>
          <a:ln w="31750">
            <a:solidFill>
              <a:srgbClr val="FFFFFF"/>
            </a:solidFill>
            <a:prstDash val="solid"/>
          </a:ln>
        </p:spPr>
        <p:txBody>
          <a:bodyPr/>
          <a:lstStyle/>
          <a:p>
            <a:endParaRPr lang="nl-NL"/>
          </a:p>
        </p:txBody>
      </p:sp>
      <p:sp>
        <p:nvSpPr>
          <p:cNvPr id="28" name="Shape 26"/>
          <p:cNvSpPr/>
          <p:nvPr/>
        </p:nvSpPr>
        <p:spPr>
          <a:xfrm rot="2400000">
            <a:off x="4782312" y="2898648"/>
            <a:ext cx="118872" cy="41148"/>
          </a:xfrm>
          <a:prstGeom prst="rect">
            <a:avLst/>
          </a:prstGeom>
          <a:solidFill>
            <a:srgbClr val="FFFFFF"/>
          </a:solidFill>
          <a:ln/>
        </p:spPr>
        <p:txBody>
          <a:bodyPr/>
          <a:lstStyle/>
          <a:p>
            <a:endParaRPr lang="nl-NL"/>
          </a:p>
        </p:txBody>
      </p:sp>
      <p:sp>
        <p:nvSpPr>
          <p:cNvPr id="29" name="Text 27"/>
          <p:cNvSpPr/>
          <p:nvPr/>
        </p:nvSpPr>
        <p:spPr>
          <a:xfrm>
            <a:off x="3863340" y="3355848"/>
            <a:ext cx="169164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Sprint 2</a:t>
            </a:r>
            <a:endParaRPr lang="en-US" sz="1300" dirty="0"/>
          </a:p>
        </p:txBody>
      </p:sp>
      <p:sp>
        <p:nvSpPr>
          <p:cNvPr id="30" name="Shape 28"/>
          <p:cNvSpPr/>
          <p:nvPr/>
        </p:nvSpPr>
        <p:spPr>
          <a:xfrm>
            <a:off x="4709160" y="3749040"/>
            <a:ext cx="0" cy="292608"/>
          </a:xfrm>
          <a:prstGeom prst="line">
            <a:avLst/>
          </a:prstGeom>
          <a:noFill/>
          <a:ln w="19050">
            <a:solidFill>
              <a:srgbClr val="C7D2D6"/>
            </a:solidFill>
            <a:prstDash val="solid"/>
          </a:ln>
        </p:spPr>
        <p:txBody>
          <a:bodyPr/>
          <a:lstStyle/>
          <a:p>
            <a:endParaRPr lang="nl-NL"/>
          </a:p>
        </p:txBody>
      </p:sp>
      <p:sp>
        <p:nvSpPr>
          <p:cNvPr id="31" name="Shape 29"/>
          <p:cNvSpPr/>
          <p:nvPr/>
        </p:nvSpPr>
        <p:spPr>
          <a:xfrm>
            <a:off x="3771900" y="4041648"/>
            <a:ext cx="1874520" cy="384048"/>
          </a:xfrm>
          <a:prstGeom prst="roundRect">
            <a:avLst>
              <a:gd name="adj" fmla="val 50000"/>
            </a:avLst>
          </a:prstGeom>
          <a:solidFill>
            <a:srgbClr val="F5F8FA"/>
          </a:solidFill>
          <a:ln w="15875">
            <a:solidFill>
              <a:srgbClr val="E76734"/>
            </a:solidFill>
            <a:prstDash val="solid"/>
          </a:ln>
        </p:spPr>
        <p:txBody>
          <a:bodyPr/>
          <a:lstStyle/>
          <a:p>
            <a:endParaRPr lang="nl-NL"/>
          </a:p>
        </p:txBody>
      </p:sp>
      <p:sp>
        <p:nvSpPr>
          <p:cNvPr id="32" name="Shape 30"/>
          <p:cNvSpPr/>
          <p:nvPr/>
        </p:nvSpPr>
        <p:spPr>
          <a:xfrm>
            <a:off x="3826764" y="4096512"/>
            <a:ext cx="274320" cy="274320"/>
          </a:xfrm>
          <a:prstGeom prst="ellipse">
            <a:avLst/>
          </a:prstGeom>
          <a:solidFill>
            <a:srgbClr val="E76734"/>
          </a:solidFill>
          <a:ln/>
        </p:spPr>
        <p:txBody>
          <a:bodyPr/>
          <a:lstStyle/>
          <a:p>
            <a:endParaRPr lang="nl-NL"/>
          </a:p>
        </p:txBody>
      </p:sp>
      <p:sp>
        <p:nvSpPr>
          <p:cNvPr id="33" name="Text 31"/>
          <p:cNvSpPr/>
          <p:nvPr/>
        </p:nvSpPr>
        <p:spPr>
          <a:xfrm>
            <a:off x="3826764" y="4078224"/>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34" name="Text 32"/>
          <p:cNvSpPr/>
          <p:nvPr/>
        </p:nvSpPr>
        <p:spPr>
          <a:xfrm>
            <a:off x="4137660" y="4041648"/>
            <a:ext cx="1417320" cy="384048"/>
          </a:xfrm>
          <a:prstGeom prst="rect">
            <a:avLst/>
          </a:prstGeom>
          <a:noFill/>
          <a:ln/>
        </p:spPr>
        <p:txBody>
          <a:bodyPr wrap="square" rtlCol="0" anchor="ctr"/>
          <a:lstStyle/>
          <a:p>
            <a:pPr marL="0" indent="0" algn="l">
              <a:buNone/>
            </a:pPr>
            <a:r>
              <a:rPr lang="en-US" sz="900" b="1" dirty="0">
                <a:solidFill>
                  <a:srgbClr val="003362"/>
                </a:solidFill>
                <a:latin typeface="Arial" pitchFamily="34" charset="0"/>
                <a:ea typeface="Arial" pitchFamily="34" charset="-122"/>
                <a:cs typeface="Arial" pitchFamily="34" charset="-120"/>
              </a:rPr>
              <a:t>Functionaliteit opgeleverd</a:t>
            </a:r>
            <a:endParaRPr lang="en-US" sz="900" dirty="0"/>
          </a:p>
        </p:txBody>
      </p:sp>
      <p:sp>
        <p:nvSpPr>
          <p:cNvPr id="35" name="Shape 33"/>
          <p:cNvSpPr/>
          <p:nvPr/>
        </p:nvSpPr>
        <p:spPr>
          <a:xfrm>
            <a:off x="4709160" y="4425696"/>
            <a:ext cx="0" cy="256032"/>
          </a:xfrm>
          <a:prstGeom prst="line">
            <a:avLst/>
          </a:prstGeom>
          <a:noFill/>
          <a:ln w="12700">
            <a:solidFill>
              <a:srgbClr val="6B7680"/>
            </a:solidFill>
            <a:prstDash val="dash"/>
          </a:ln>
        </p:spPr>
        <p:txBody>
          <a:bodyPr/>
          <a:lstStyle/>
          <a:p>
            <a:endParaRPr lang="nl-NL"/>
          </a:p>
        </p:txBody>
      </p:sp>
      <p:sp>
        <p:nvSpPr>
          <p:cNvPr id="36" name="Shape 34"/>
          <p:cNvSpPr/>
          <p:nvPr/>
        </p:nvSpPr>
        <p:spPr>
          <a:xfrm>
            <a:off x="4535424" y="4507992"/>
            <a:ext cx="347472" cy="347472"/>
          </a:xfrm>
          <a:prstGeom prst="ellipse">
            <a:avLst/>
          </a:prstGeom>
          <a:solidFill>
            <a:srgbClr val="FFFFFF"/>
          </a:solidFill>
          <a:ln w="15875">
            <a:solidFill>
              <a:srgbClr val="E76734"/>
            </a:solidFill>
            <a:prstDash val="solid"/>
          </a:ln>
        </p:spPr>
        <p:txBody>
          <a:bodyPr/>
          <a:lstStyle/>
          <a:p>
            <a:endParaRPr lang="nl-NL"/>
          </a:p>
        </p:txBody>
      </p:sp>
      <p:sp>
        <p:nvSpPr>
          <p:cNvPr id="37" name="Shape 35"/>
          <p:cNvSpPr/>
          <p:nvPr/>
        </p:nvSpPr>
        <p:spPr>
          <a:xfrm>
            <a:off x="4599432" y="4572000"/>
            <a:ext cx="219456" cy="219456"/>
          </a:xfrm>
          <a:prstGeom prst="ellipse">
            <a:avLst/>
          </a:prstGeom>
          <a:solidFill>
            <a:srgbClr val="E76734"/>
          </a:solidFill>
          <a:ln w="15875">
            <a:solidFill>
              <a:srgbClr val="E76734"/>
            </a:solidFill>
            <a:prstDash val="solid"/>
          </a:ln>
        </p:spPr>
        <p:txBody>
          <a:bodyPr/>
          <a:lstStyle/>
          <a:p>
            <a:endParaRPr lang="nl-NL"/>
          </a:p>
        </p:txBody>
      </p:sp>
      <p:sp>
        <p:nvSpPr>
          <p:cNvPr id="38" name="Shape 36"/>
          <p:cNvSpPr/>
          <p:nvPr/>
        </p:nvSpPr>
        <p:spPr>
          <a:xfrm>
            <a:off x="4654296" y="4626864"/>
            <a:ext cx="109728" cy="109728"/>
          </a:xfrm>
          <a:prstGeom prst="ellipse">
            <a:avLst/>
          </a:prstGeom>
          <a:solidFill>
            <a:srgbClr val="FFFFFF"/>
          </a:solidFill>
          <a:ln w="15875">
            <a:solidFill>
              <a:srgbClr val="E76734"/>
            </a:solidFill>
            <a:prstDash val="solid"/>
          </a:ln>
        </p:spPr>
        <p:txBody>
          <a:bodyPr/>
          <a:lstStyle/>
          <a:p>
            <a:endParaRPr lang="nl-NL"/>
          </a:p>
        </p:txBody>
      </p:sp>
      <p:sp>
        <p:nvSpPr>
          <p:cNvPr id="39" name="Text 37"/>
          <p:cNvSpPr/>
          <p:nvPr/>
        </p:nvSpPr>
        <p:spPr>
          <a:xfrm>
            <a:off x="3794760" y="4901184"/>
            <a:ext cx="1828800" cy="502920"/>
          </a:xfrm>
          <a:prstGeom prst="rect">
            <a:avLst/>
          </a:prstGeom>
          <a:noFill/>
          <a:ln/>
        </p:spPr>
        <p:txBody>
          <a:bodyPr wrap="square" rtlCol="0" anchor="ctr"/>
          <a:lstStyle/>
          <a:p>
            <a:pPr marL="0" indent="0" algn="ctr">
              <a:lnSpc>
                <a:spcPts val="1200"/>
              </a:lnSpc>
              <a:buNone/>
            </a:pPr>
            <a:r>
              <a:rPr lang="en-US" sz="1050" b="1" i="1" dirty="0">
                <a:solidFill>
                  <a:srgbClr val="E76734"/>
                </a:solidFill>
                <a:latin typeface="Arial" pitchFamily="34" charset="0"/>
                <a:ea typeface="Arial" pitchFamily="34" charset="-122"/>
                <a:cs typeface="Arial" pitchFamily="34" charset="-120"/>
              </a:rPr>
              <a:t>Tussendoel</a:t>
            </a:r>
            <a:endParaRPr lang="en-US" sz="1050" dirty="0"/>
          </a:p>
          <a:p>
            <a:pPr marL="0" indent="0" algn="ctr">
              <a:lnSpc>
                <a:spcPts val="1200"/>
              </a:lnSpc>
              <a:buNone/>
            </a:pPr>
            <a:r>
              <a:rPr lang="en-US" sz="1050" b="1" i="1" dirty="0">
                <a:solidFill>
                  <a:srgbClr val="E76734"/>
                </a:solidFill>
                <a:latin typeface="Arial" pitchFamily="34" charset="0"/>
                <a:ea typeface="Arial" pitchFamily="34" charset="-122"/>
                <a:cs typeface="Arial" pitchFamily="34" charset="-120"/>
              </a:rPr>
              <a:t>behaald!</a:t>
            </a:r>
            <a:endParaRPr lang="en-US" sz="1050" dirty="0"/>
          </a:p>
        </p:txBody>
      </p:sp>
      <p:sp>
        <p:nvSpPr>
          <p:cNvPr id="42" name="Shape 40"/>
          <p:cNvSpPr/>
          <p:nvPr/>
        </p:nvSpPr>
        <p:spPr>
          <a:xfrm>
            <a:off x="6697980" y="2788920"/>
            <a:ext cx="1691640" cy="960120"/>
          </a:xfrm>
          <a:prstGeom prst="roundRect">
            <a:avLst>
              <a:gd name="adj" fmla="val 11429"/>
            </a:avLst>
          </a:prstGeom>
          <a:solidFill>
            <a:srgbClr val="003362"/>
          </a:solidFill>
          <a:ln/>
          <a:effectLst>
            <a:outerShdw blurRad="63500" dist="25400" dir="5400000" algn="bl" rotWithShape="0">
              <a:srgbClr val="000000">
                <a:alpha val="15000"/>
              </a:srgbClr>
            </a:outerShdw>
          </a:effectLst>
        </p:spPr>
        <p:txBody>
          <a:bodyPr/>
          <a:lstStyle/>
          <a:p>
            <a:endParaRPr lang="nl-NL"/>
          </a:p>
        </p:txBody>
      </p:sp>
      <p:sp>
        <p:nvSpPr>
          <p:cNvPr id="43" name="Shape 41"/>
          <p:cNvSpPr/>
          <p:nvPr/>
        </p:nvSpPr>
        <p:spPr>
          <a:xfrm>
            <a:off x="7342632" y="2916936"/>
            <a:ext cx="402336" cy="402336"/>
          </a:xfrm>
          <a:prstGeom prst="ellipse">
            <a:avLst/>
          </a:prstGeom>
          <a:ln w="31750">
            <a:solidFill>
              <a:srgbClr val="FFFFFF"/>
            </a:solidFill>
            <a:prstDash val="solid"/>
          </a:ln>
        </p:spPr>
        <p:txBody>
          <a:bodyPr/>
          <a:lstStyle/>
          <a:p>
            <a:endParaRPr lang="nl-NL"/>
          </a:p>
        </p:txBody>
      </p:sp>
      <p:sp>
        <p:nvSpPr>
          <p:cNvPr id="44" name="Shape 42"/>
          <p:cNvSpPr/>
          <p:nvPr/>
        </p:nvSpPr>
        <p:spPr>
          <a:xfrm rot="2400000">
            <a:off x="7616952" y="2898648"/>
            <a:ext cx="118872" cy="41148"/>
          </a:xfrm>
          <a:prstGeom prst="rect">
            <a:avLst/>
          </a:prstGeom>
          <a:solidFill>
            <a:srgbClr val="FFFFFF"/>
          </a:solidFill>
          <a:ln/>
        </p:spPr>
        <p:txBody>
          <a:bodyPr/>
          <a:lstStyle/>
          <a:p>
            <a:endParaRPr lang="nl-NL"/>
          </a:p>
        </p:txBody>
      </p:sp>
      <p:sp>
        <p:nvSpPr>
          <p:cNvPr id="45" name="Text 43"/>
          <p:cNvSpPr/>
          <p:nvPr/>
        </p:nvSpPr>
        <p:spPr>
          <a:xfrm>
            <a:off x="6697980" y="3355848"/>
            <a:ext cx="169164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Sprint 3</a:t>
            </a:r>
            <a:endParaRPr lang="en-US" sz="1300" dirty="0"/>
          </a:p>
        </p:txBody>
      </p:sp>
      <p:sp>
        <p:nvSpPr>
          <p:cNvPr id="46" name="Shape 44"/>
          <p:cNvSpPr/>
          <p:nvPr/>
        </p:nvSpPr>
        <p:spPr>
          <a:xfrm>
            <a:off x="7543800" y="3749040"/>
            <a:ext cx="0" cy="292608"/>
          </a:xfrm>
          <a:prstGeom prst="line">
            <a:avLst/>
          </a:prstGeom>
          <a:noFill/>
          <a:ln w="19050">
            <a:solidFill>
              <a:srgbClr val="C7D2D6"/>
            </a:solidFill>
            <a:prstDash val="solid"/>
          </a:ln>
        </p:spPr>
        <p:txBody>
          <a:bodyPr/>
          <a:lstStyle/>
          <a:p>
            <a:endParaRPr lang="nl-NL"/>
          </a:p>
        </p:txBody>
      </p:sp>
      <p:sp>
        <p:nvSpPr>
          <p:cNvPr id="47" name="Shape 45"/>
          <p:cNvSpPr/>
          <p:nvPr/>
        </p:nvSpPr>
        <p:spPr>
          <a:xfrm>
            <a:off x="6606540" y="4041648"/>
            <a:ext cx="1874520" cy="384048"/>
          </a:xfrm>
          <a:prstGeom prst="roundRect">
            <a:avLst>
              <a:gd name="adj" fmla="val 50000"/>
            </a:avLst>
          </a:prstGeom>
          <a:solidFill>
            <a:srgbClr val="F5F8FA"/>
          </a:solidFill>
          <a:ln w="15875">
            <a:solidFill>
              <a:srgbClr val="E76734"/>
            </a:solidFill>
            <a:prstDash val="solid"/>
          </a:ln>
        </p:spPr>
        <p:txBody>
          <a:bodyPr/>
          <a:lstStyle/>
          <a:p>
            <a:endParaRPr lang="nl-NL"/>
          </a:p>
        </p:txBody>
      </p:sp>
      <p:sp>
        <p:nvSpPr>
          <p:cNvPr id="48" name="Shape 46"/>
          <p:cNvSpPr/>
          <p:nvPr/>
        </p:nvSpPr>
        <p:spPr>
          <a:xfrm>
            <a:off x="6661404" y="4096512"/>
            <a:ext cx="274320" cy="274320"/>
          </a:xfrm>
          <a:prstGeom prst="ellipse">
            <a:avLst/>
          </a:prstGeom>
          <a:solidFill>
            <a:srgbClr val="E76734"/>
          </a:solidFill>
          <a:ln/>
        </p:spPr>
        <p:txBody>
          <a:bodyPr/>
          <a:lstStyle/>
          <a:p>
            <a:endParaRPr lang="nl-NL"/>
          </a:p>
        </p:txBody>
      </p:sp>
      <p:sp>
        <p:nvSpPr>
          <p:cNvPr id="49" name="Text 47"/>
          <p:cNvSpPr/>
          <p:nvPr/>
        </p:nvSpPr>
        <p:spPr>
          <a:xfrm>
            <a:off x="6661404" y="4078224"/>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50" name="Text 48"/>
          <p:cNvSpPr/>
          <p:nvPr/>
        </p:nvSpPr>
        <p:spPr>
          <a:xfrm>
            <a:off x="6972300" y="4041648"/>
            <a:ext cx="1417320" cy="384048"/>
          </a:xfrm>
          <a:prstGeom prst="rect">
            <a:avLst/>
          </a:prstGeom>
          <a:noFill/>
          <a:ln/>
        </p:spPr>
        <p:txBody>
          <a:bodyPr wrap="square" rtlCol="0" anchor="ctr"/>
          <a:lstStyle/>
          <a:p>
            <a:pPr marL="0" indent="0" algn="l">
              <a:buNone/>
            </a:pPr>
            <a:r>
              <a:rPr lang="en-US" sz="900" b="1" dirty="0">
                <a:solidFill>
                  <a:srgbClr val="003362"/>
                </a:solidFill>
                <a:latin typeface="Arial" pitchFamily="34" charset="0"/>
                <a:ea typeface="Arial" pitchFamily="34" charset="-122"/>
                <a:cs typeface="Arial" pitchFamily="34" charset="-120"/>
              </a:rPr>
              <a:t>Functionaliteit opgeleverd</a:t>
            </a:r>
            <a:endParaRPr lang="en-US" sz="900" dirty="0"/>
          </a:p>
        </p:txBody>
      </p:sp>
      <p:sp>
        <p:nvSpPr>
          <p:cNvPr id="51" name="Shape 49"/>
          <p:cNvSpPr/>
          <p:nvPr/>
        </p:nvSpPr>
        <p:spPr>
          <a:xfrm>
            <a:off x="7543800" y="4425696"/>
            <a:ext cx="0" cy="256032"/>
          </a:xfrm>
          <a:prstGeom prst="line">
            <a:avLst/>
          </a:prstGeom>
          <a:noFill/>
          <a:ln w="12700">
            <a:solidFill>
              <a:srgbClr val="6B7680"/>
            </a:solidFill>
            <a:prstDash val="dash"/>
          </a:ln>
        </p:spPr>
        <p:txBody>
          <a:bodyPr/>
          <a:lstStyle/>
          <a:p>
            <a:endParaRPr lang="nl-NL"/>
          </a:p>
        </p:txBody>
      </p:sp>
      <p:sp>
        <p:nvSpPr>
          <p:cNvPr id="52" name="Shape 50"/>
          <p:cNvSpPr/>
          <p:nvPr/>
        </p:nvSpPr>
        <p:spPr>
          <a:xfrm>
            <a:off x="7306056" y="4443984"/>
            <a:ext cx="475488" cy="475488"/>
          </a:xfrm>
          <a:prstGeom prst="ellipse">
            <a:avLst/>
          </a:prstGeom>
          <a:solidFill>
            <a:srgbClr val="FFFFFF"/>
          </a:solidFill>
          <a:ln w="15875">
            <a:solidFill>
              <a:srgbClr val="E76734"/>
            </a:solidFill>
            <a:prstDash val="solid"/>
          </a:ln>
        </p:spPr>
        <p:txBody>
          <a:bodyPr/>
          <a:lstStyle/>
          <a:p>
            <a:endParaRPr lang="nl-NL"/>
          </a:p>
        </p:txBody>
      </p:sp>
      <p:sp>
        <p:nvSpPr>
          <p:cNvPr id="53" name="Shape 51"/>
          <p:cNvSpPr/>
          <p:nvPr/>
        </p:nvSpPr>
        <p:spPr>
          <a:xfrm>
            <a:off x="7388352" y="4526280"/>
            <a:ext cx="310896" cy="310896"/>
          </a:xfrm>
          <a:prstGeom prst="ellipse">
            <a:avLst/>
          </a:prstGeom>
          <a:solidFill>
            <a:srgbClr val="E76734"/>
          </a:solidFill>
          <a:ln w="15875">
            <a:solidFill>
              <a:srgbClr val="E76734"/>
            </a:solidFill>
            <a:prstDash val="solid"/>
          </a:ln>
        </p:spPr>
        <p:txBody>
          <a:bodyPr/>
          <a:lstStyle/>
          <a:p>
            <a:endParaRPr lang="nl-NL"/>
          </a:p>
        </p:txBody>
      </p:sp>
      <p:sp>
        <p:nvSpPr>
          <p:cNvPr id="54" name="Shape 52"/>
          <p:cNvSpPr/>
          <p:nvPr/>
        </p:nvSpPr>
        <p:spPr>
          <a:xfrm>
            <a:off x="7470648" y="4608576"/>
            <a:ext cx="146304" cy="146304"/>
          </a:xfrm>
          <a:prstGeom prst="ellipse">
            <a:avLst/>
          </a:prstGeom>
          <a:solidFill>
            <a:srgbClr val="FFFFFF"/>
          </a:solidFill>
          <a:ln w="15875">
            <a:solidFill>
              <a:srgbClr val="E76734"/>
            </a:solidFill>
            <a:prstDash val="solid"/>
          </a:ln>
        </p:spPr>
        <p:txBody>
          <a:bodyPr/>
          <a:lstStyle/>
          <a:p>
            <a:endParaRPr lang="nl-NL"/>
          </a:p>
        </p:txBody>
      </p:sp>
      <p:sp>
        <p:nvSpPr>
          <p:cNvPr id="55" name="Text 53"/>
          <p:cNvSpPr/>
          <p:nvPr/>
        </p:nvSpPr>
        <p:spPr>
          <a:xfrm>
            <a:off x="6629400" y="4974336"/>
            <a:ext cx="1828800" cy="502920"/>
          </a:xfrm>
          <a:prstGeom prst="rect">
            <a:avLst/>
          </a:prstGeom>
          <a:noFill/>
          <a:ln/>
        </p:spPr>
        <p:txBody>
          <a:bodyPr wrap="square" rtlCol="0" anchor="ctr"/>
          <a:lstStyle/>
          <a:p>
            <a:pPr marL="0" indent="0" algn="ctr">
              <a:lnSpc>
                <a:spcPts val="1500"/>
              </a:lnSpc>
              <a:buNone/>
            </a:pPr>
            <a:r>
              <a:rPr lang="en-US" sz="1300" b="1" i="1" dirty="0">
                <a:solidFill>
                  <a:srgbClr val="E76734"/>
                </a:solidFill>
                <a:latin typeface="Arial" pitchFamily="34" charset="0"/>
                <a:ea typeface="Arial" pitchFamily="34" charset="-122"/>
                <a:cs typeface="Arial" pitchFamily="34" charset="-120"/>
              </a:rPr>
              <a:t>Doel</a:t>
            </a:r>
            <a:endParaRPr lang="en-US" sz="1300" dirty="0"/>
          </a:p>
          <a:p>
            <a:pPr marL="0" indent="0" algn="ctr">
              <a:lnSpc>
                <a:spcPts val="1500"/>
              </a:lnSpc>
              <a:buNone/>
            </a:pPr>
            <a:r>
              <a:rPr lang="en-US" sz="1300" b="1" i="1" dirty="0">
                <a:solidFill>
                  <a:srgbClr val="E76734"/>
                </a:solidFill>
                <a:latin typeface="Arial" pitchFamily="34" charset="0"/>
                <a:ea typeface="Arial" pitchFamily="34" charset="-122"/>
                <a:cs typeface="Arial" pitchFamily="34" charset="-120"/>
              </a:rPr>
              <a:t>behaald!</a:t>
            </a:r>
            <a:endParaRPr lang="en-US" sz="1300" dirty="0"/>
          </a:p>
        </p:txBody>
      </p:sp>
      <p:sp>
        <p:nvSpPr>
          <p:cNvPr id="57" name="Shape 55"/>
          <p:cNvSpPr/>
          <p:nvPr/>
        </p:nvSpPr>
        <p:spPr>
          <a:xfrm>
            <a:off x="9532620" y="2788920"/>
            <a:ext cx="1691640" cy="960120"/>
          </a:xfrm>
          <a:prstGeom prst="roundRect">
            <a:avLst>
              <a:gd name="adj" fmla="val 11429"/>
            </a:avLst>
          </a:prstGeom>
          <a:solidFill>
            <a:srgbClr val="003362"/>
          </a:solidFill>
          <a:ln/>
          <a:effectLst>
            <a:outerShdw blurRad="63500" dist="25400" dir="5400000" algn="bl" rotWithShape="0">
              <a:srgbClr val="000000">
                <a:alpha val="15000"/>
              </a:srgbClr>
            </a:outerShdw>
          </a:effectLst>
        </p:spPr>
        <p:txBody>
          <a:bodyPr/>
          <a:lstStyle/>
          <a:p>
            <a:endParaRPr lang="nl-NL"/>
          </a:p>
        </p:txBody>
      </p:sp>
      <p:sp>
        <p:nvSpPr>
          <p:cNvPr id="58" name="Shape 56"/>
          <p:cNvSpPr/>
          <p:nvPr/>
        </p:nvSpPr>
        <p:spPr>
          <a:xfrm>
            <a:off x="10177272" y="2916936"/>
            <a:ext cx="402336" cy="402336"/>
          </a:xfrm>
          <a:prstGeom prst="ellipse">
            <a:avLst/>
          </a:prstGeom>
          <a:ln w="31750">
            <a:solidFill>
              <a:srgbClr val="FFFFFF"/>
            </a:solidFill>
            <a:prstDash val="solid"/>
          </a:ln>
        </p:spPr>
        <p:txBody>
          <a:bodyPr/>
          <a:lstStyle/>
          <a:p>
            <a:endParaRPr lang="nl-NL"/>
          </a:p>
        </p:txBody>
      </p:sp>
      <p:sp>
        <p:nvSpPr>
          <p:cNvPr id="59" name="Shape 57"/>
          <p:cNvSpPr/>
          <p:nvPr/>
        </p:nvSpPr>
        <p:spPr>
          <a:xfrm rot="2400000">
            <a:off x="10451592" y="2898648"/>
            <a:ext cx="118872" cy="41148"/>
          </a:xfrm>
          <a:prstGeom prst="rect">
            <a:avLst/>
          </a:prstGeom>
          <a:solidFill>
            <a:srgbClr val="FFFFFF"/>
          </a:solidFill>
          <a:ln/>
        </p:spPr>
        <p:txBody>
          <a:bodyPr/>
          <a:lstStyle/>
          <a:p>
            <a:endParaRPr lang="nl-NL"/>
          </a:p>
        </p:txBody>
      </p:sp>
      <p:sp>
        <p:nvSpPr>
          <p:cNvPr id="60" name="Text 58"/>
          <p:cNvSpPr/>
          <p:nvPr/>
        </p:nvSpPr>
        <p:spPr>
          <a:xfrm>
            <a:off x="9532620" y="3355848"/>
            <a:ext cx="1691640" cy="32004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Sprint 4</a:t>
            </a:r>
            <a:endParaRPr lang="en-US" sz="1300" dirty="0"/>
          </a:p>
        </p:txBody>
      </p:sp>
      <p:sp>
        <p:nvSpPr>
          <p:cNvPr id="61" name="Shape 59"/>
          <p:cNvSpPr/>
          <p:nvPr/>
        </p:nvSpPr>
        <p:spPr>
          <a:xfrm>
            <a:off x="10378440" y="3749040"/>
            <a:ext cx="0" cy="292608"/>
          </a:xfrm>
          <a:prstGeom prst="line">
            <a:avLst/>
          </a:prstGeom>
          <a:noFill/>
          <a:ln w="19050">
            <a:solidFill>
              <a:srgbClr val="C7D2D6"/>
            </a:solidFill>
            <a:prstDash val="solid"/>
          </a:ln>
        </p:spPr>
        <p:txBody>
          <a:bodyPr/>
          <a:lstStyle/>
          <a:p>
            <a:endParaRPr lang="nl-NL"/>
          </a:p>
        </p:txBody>
      </p:sp>
      <p:sp>
        <p:nvSpPr>
          <p:cNvPr id="62" name="Shape 60"/>
          <p:cNvSpPr/>
          <p:nvPr/>
        </p:nvSpPr>
        <p:spPr>
          <a:xfrm>
            <a:off x="9441180" y="4041648"/>
            <a:ext cx="1874520" cy="384048"/>
          </a:xfrm>
          <a:prstGeom prst="roundRect">
            <a:avLst>
              <a:gd name="adj" fmla="val 50000"/>
            </a:avLst>
          </a:prstGeom>
          <a:solidFill>
            <a:srgbClr val="F5F8FA"/>
          </a:solidFill>
          <a:ln w="15875">
            <a:solidFill>
              <a:srgbClr val="E76734"/>
            </a:solidFill>
            <a:prstDash val="solid"/>
          </a:ln>
        </p:spPr>
        <p:txBody>
          <a:bodyPr/>
          <a:lstStyle/>
          <a:p>
            <a:endParaRPr lang="nl-NL"/>
          </a:p>
        </p:txBody>
      </p:sp>
      <p:sp>
        <p:nvSpPr>
          <p:cNvPr id="63" name="Shape 61"/>
          <p:cNvSpPr/>
          <p:nvPr/>
        </p:nvSpPr>
        <p:spPr>
          <a:xfrm>
            <a:off x="9496044" y="4096512"/>
            <a:ext cx="274320" cy="274320"/>
          </a:xfrm>
          <a:prstGeom prst="ellipse">
            <a:avLst/>
          </a:prstGeom>
          <a:solidFill>
            <a:srgbClr val="E76734"/>
          </a:solidFill>
          <a:ln/>
        </p:spPr>
        <p:txBody>
          <a:bodyPr/>
          <a:lstStyle/>
          <a:p>
            <a:endParaRPr lang="nl-NL"/>
          </a:p>
        </p:txBody>
      </p:sp>
      <p:sp>
        <p:nvSpPr>
          <p:cNvPr id="64" name="Text 62"/>
          <p:cNvSpPr/>
          <p:nvPr/>
        </p:nvSpPr>
        <p:spPr>
          <a:xfrm>
            <a:off x="9496044" y="4078224"/>
            <a:ext cx="274320" cy="27432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5" name="Text 63"/>
          <p:cNvSpPr/>
          <p:nvPr/>
        </p:nvSpPr>
        <p:spPr>
          <a:xfrm>
            <a:off x="9806940" y="4041648"/>
            <a:ext cx="1417320" cy="384048"/>
          </a:xfrm>
          <a:prstGeom prst="rect">
            <a:avLst/>
          </a:prstGeom>
          <a:noFill/>
          <a:ln/>
        </p:spPr>
        <p:txBody>
          <a:bodyPr wrap="square" rtlCol="0" anchor="ctr"/>
          <a:lstStyle/>
          <a:p>
            <a:pPr marL="0" indent="0" algn="l">
              <a:buNone/>
            </a:pPr>
            <a:r>
              <a:rPr lang="en-US" sz="900" b="1" dirty="0">
                <a:solidFill>
                  <a:srgbClr val="003362"/>
                </a:solidFill>
                <a:latin typeface="Arial" pitchFamily="34" charset="0"/>
                <a:ea typeface="Arial" pitchFamily="34" charset="-122"/>
                <a:cs typeface="Arial" pitchFamily="34" charset="-120"/>
              </a:rPr>
              <a:t>Functionaliteit opgeleverd</a:t>
            </a:r>
            <a:endParaRPr lang="en-US" sz="900" dirty="0"/>
          </a:p>
        </p:txBody>
      </p:sp>
      <p:sp>
        <p:nvSpPr>
          <p:cNvPr id="66" name="Shape 64"/>
          <p:cNvSpPr/>
          <p:nvPr/>
        </p:nvSpPr>
        <p:spPr>
          <a:xfrm>
            <a:off x="10378440" y="4425696"/>
            <a:ext cx="0" cy="256032"/>
          </a:xfrm>
          <a:prstGeom prst="line">
            <a:avLst/>
          </a:prstGeom>
          <a:noFill/>
          <a:ln w="12700">
            <a:solidFill>
              <a:srgbClr val="6B7680"/>
            </a:solidFill>
            <a:prstDash val="dash"/>
          </a:ln>
        </p:spPr>
        <p:txBody>
          <a:bodyPr/>
          <a:lstStyle/>
          <a:p>
            <a:endParaRPr lang="nl-NL"/>
          </a:p>
        </p:txBody>
      </p:sp>
      <p:sp>
        <p:nvSpPr>
          <p:cNvPr id="67" name="Shape 65"/>
          <p:cNvSpPr/>
          <p:nvPr/>
        </p:nvSpPr>
        <p:spPr>
          <a:xfrm>
            <a:off x="10140696" y="4443984"/>
            <a:ext cx="475488" cy="475488"/>
          </a:xfrm>
          <a:prstGeom prst="ellipse">
            <a:avLst/>
          </a:prstGeom>
          <a:solidFill>
            <a:srgbClr val="FFFFFF"/>
          </a:solidFill>
          <a:ln w="15875">
            <a:solidFill>
              <a:srgbClr val="E76734"/>
            </a:solidFill>
            <a:prstDash val="solid"/>
          </a:ln>
        </p:spPr>
        <p:txBody>
          <a:bodyPr/>
          <a:lstStyle/>
          <a:p>
            <a:endParaRPr lang="nl-NL"/>
          </a:p>
        </p:txBody>
      </p:sp>
      <p:sp>
        <p:nvSpPr>
          <p:cNvPr id="68" name="Shape 66"/>
          <p:cNvSpPr/>
          <p:nvPr/>
        </p:nvSpPr>
        <p:spPr>
          <a:xfrm>
            <a:off x="10222992" y="4526280"/>
            <a:ext cx="310896" cy="310896"/>
          </a:xfrm>
          <a:prstGeom prst="ellipse">
            <a:avLst/>
          </a:prstGeom>
          <a:solidFill>
            <a:srgbClr val="E76734"/>
          </a:solidFill>
          <a:ln w="15875">
            <a:solidFill>
              <a:srgbClr val="E76734"/>
            </a:solidFill>
            <a:prstDash val="solid"/>
          </a:ln>
        </p:spPr>
        <p:txBody>
          <a:bodyPr/>
          <a:lstStyle/>
          <a:p>
            <a:endParaRPr lang="nl-NL"/>
          </a:p>
        </p:txBody>
      </p:sp>
      <p:sp>
        <p:nvSpPr>
          <p:cNvPr id="69" name="Shape 67"/>
          <p:cNvSpPr/>
          <p:nvPr/>
        </p:nvSpPr>
        <p:spPr>
          <a:xfrm>
            <a:off x="10305288" y="4608576"/>
            <a:ext cx="146304" cy="146304"/>
          </a:xfrm>
          <a:prstGeom prst="ellipse">
            <a:avLst/>
          </a:prstGeom>
          <a:solidFill>
            <a:srgbClr val="FFFFFF"/>
          </a:solidFill>
          <a:ln w="15875">
            <a:solidFill>
              <a:srgbClr val="E76734"/>
            </a:solidFill>
            <a:prstDash val="solid"/>
          </a:ln>
        </p:spPr>
        <p:txBody>
          <a:bodyPr/>
          <a:lstStyle/>
          <a:p>
            <a:endParaRPr lang="nl-NL"/>
          </a:p>
        </p:txBody>
      </p:sp>
      <p:sp>
        <p:nvSpPr>
          <p:cNvPr id="70" name="Text 68"/>
          <p:cNvSpPr/>
          <p:nvPr/>
        </p:nvSpPr>
        <p:spPr>
          <a:xfrm>
            <a:off x="9464040" y="4974336"/>
            <a:ext cx="1828800" cy="502920"/>
          </a:xfrm>
          <a:prstGeom prst="rect">
            <a:avLst/>
          </a:prstGeom>
          <a:noFill/>
          <a:ln/>
        </p:spPr>
        <p:txBody>
          <a:bodyPr wrap="square" rtlCol="0" anchor="ctr"/>
          <a:lstStyle/>
          <a:p>
            <a:pPr marL="0" indent="0" algn="ctr">
              <a:lnSpc>
                <a:spcPts val="1500"/>
              </a:lnSpc>
              <a:buNone/>
            </a:pPr>
            <a:r>
              <a:rPr lang="en-US" sz="1300" b="1" i="1" dirty="0">
                <a:solidFill>
                  <a:srgbClr val="E76734"/>
                </a:solidFill>
                <a:latin typeface="Arial" pitchFamily="34" charset="0"/>
                <a:ea typeface="Arial" pitchFamily="34" charset="-122"/>
                <a:cs typeface="Arial" pitchFamily="34" charset="-120"/>
              </a:rPr>
              <a:t>Visie</a:t>
            </a:r>
            <a:endParaRPr lang="en-US" sz="1300" dirty="0"/>
          </a:p>
          <a:p>
            <a:pPr marL="0" indent="0" algn="ctr">
              <a:lnSpc>
                <a:spcPts val="1500"/>
              </a:lnSpc>
              <a:buNone/>
            </a:pPr>
            <a:r>
              <a:rPr lang="en-US" sz="1300" b="1" i="1" dirty="0">
                <a:solidFill>
                  <a:srgbClr val="E76734"/>
                </a:solidFill>
                <a:latin typeface="Arial" pitchFamily="34" charset="0"/>
                <a:ea typeface="Arial" pitchFamily="34" charset="-122"/>
                <a:cs typeface="Arial" pitchFamily="34" charset="-120"/>
              </a:rPr>
              <a:t>behaald!</a:t>
            </a:r>
            <a:endParaRPr lang="en-US" sz="1300" dirty="0"/>
          </a:p>
        </p:txBody>
      </p:sp>
      <p:sp>
        <p:nvSpPr>
          <p:cNvPr id="71" name="Shape 22">
            <a:extLst>
              <a:ext uri="{FF2B5EF4-FFF2-40B4-BE49-F238E27FC236}">
                <a16:creationId xmlns:a16="http://schemas.microsoft.com/office/drawing/2014/main" id="{2D5B13D8-AE44-030A-861C-A97B070C708F}"/>
              </a:ext>
            </a:extLst>
          </p:cNvPr>
          <p:cNvSpPr/>
          <p:nvPr/>
        </p:nvSpPr>
        <p:spPr>
          <a:xfrm flipV="1">
            <a:off x="4886676" y="1962386"/>
            <a:ext cx="3103880" cy="795302"/>
          </a:xfrm>
          <a:prstGeom prst="curvedUpArrow">
            <a:avLst/>
          </a:prstGeom>
          <a:solidFill>
            <a:srgbClr val="E76734"/>
          </a:solidFill>
          <a:ln/>
        </p:spPr>
        <p:txBody>
          <a:bodyPr/>
          <a:lstStyle/>
          <a:p>
            <a:endParaRPr lang="nl-NL"/>
          </a:p>
        </p:txBody>
      </p:sp>
      <p:sp>
        <p:nvSpPr>
          <p:cNvPr id="72" name="Text 23">
            <a:extLst>
              <a:ext uri="{FF2B5EF4-FFF2-40B4-BE49-F238E27FC236}">
                <a16:creationId xmlns:a16="http://schemas.microsoft.com/office/drawing/2014/main" id="{D5B74F18-9177-C7D5-6B8C-18C4F50B99A0}"/>
              </a:ext>
            </a:extLst>
          </p:cNvPr>
          <p:cNvSpPr/>
          <p:nvPr/>
        </p:nvSpPr>
        <p:spPr>
          <a:xfrm>
            <a:off x="5550464" y="1993392"/>
            <a:ext cx="1691640" cy="237744"/>
          </a:xfrm>
          <a:prstGeom prst="rect">
            <a:avLst/>
          </a:prstGeom>
          <a:noFill/>
          <a:ln/>
        </p:spPr>
        <p:txBody>
          <a:bodyPr wrap="square" lIns="91440" tIns="45720" rIns="91440" bIns="45720" rtlCol="0" anchor="ctr"/>
          <a:lstStyle/>
          <a:p>
            <a:pPr marL="0" indent="0" algn="ctr">
              <a:buNone/>
            </a:pPr>
            <a:r>
              <a:rPr lang="en-US" sz="1200" b="1" i="1" dirty="0">
                <a:solidFill>
                  <a:srgbClr val="E76734"/>
                </a:solidFill>
                <a:latin typeface="Arial"/>
                <a:ea typeface="Calibri"/>
                <a:cs typeface="Arial"/>
              </a:rPr>
              <a:t>Refinement</a:t>
            </a:r>
            <a:endParaRPr lang="en-US" sz="1200" dirty="0">
              <a:latin typeface="Arial"/>
              <a:ea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a:solidFill>
                  <a:srgbClr val="E76734"/>
                </a:solidFill>
                <a:latin typeface="Arial" pitchFamily="34" charset="0"/>
                <a:ea typeface="Arial" pitchFamily="34" charset="-122"/>
                <a:cs typeface="Arial" pitchFamily="34" charset="-120"/>
              </a:rPr>
              <a:t>WERKWIJZE</a:t>
            </a:r>
            <a:endParaRPr lang="en-US" sz="110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a:solidFill>
                  <a:srgbClr val="003362"/>
                </a:solidFill>
                <a:latin typeface="Helvetica" pitchFamily="34" charset="0"/>
                <a:ea typeface="Helvetica" pitchFamily="34" charset="-122"/>
                <a:cs typeface="Helvetica" pitchFamily="34" charset="-120"/>
              </a:rPr>
              <a:t>Verloop van een sprint</a:t>
            </a:r>
            <a:endParaRPr lang="en-US" sz="260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Werkwijze</a:t>
            </a:r>
            <a:endParaRPr lang="en-US" sz="950" i="1" dirty="0" err="1">
              <a:solidFill>
                <a:srgbClr val="6B7680"/>
              </a:solidFill>
              <a:latin typeface="Arial"/>
              <a:cs typeface="Arial"/>
            </a:endParaRPr>
          </a:p>
        </p:txBody>
      </p:sp>
      <p:sp>
        <p:nvSpPr>
          <p:cNvPr id="12" name="Text 10"/>
          <p:cNvSpPr/>
          <p:nvPr/>
        </p:nvSpPr>
        <p:spPr>
          <a:xfrm>
            <a:off x="502920" y="1298448"/>
            <a:ext cx="11155680" cy="320040"/>
          </a:xfrm>
          <a:prstGeom prst="rect">
            <a:avLst/>
          </a:prstGeom>
          <a:noFill/>
          <a:ln/>
        </p:spPr>
        <p:txBody>
          <a:bodyPr wrap="square" lIns="91440" tIns="45720" rIns="91440" bIns="45720" rtlCol="0" anchor="ctr"/>
          <a:lstStyle/>
          <a:p>
            <a:pPr marL="0" indent="0">
              <a:buNone/>
            </a:pPr>
            <a:r>
              <a:rPr lang="en-US" sz="1200" i="1" dirty="0">
                <a:solidFill>
                  <a:srgbClr val="6B7680"/>
                </a:solidFill>
                <a:latin typeface="Arial"/>
                <a:ea typeface="Arial" pitchFamily="34" charset="-122"/>
                <a:cs typeface="Arial"/>
              </a:rPr>
              <a:t>Een sprint </a:t>
            </a:r>
            <a:r>
              <a:rPr lang="en-US" sz="1200" i="1" dirty="0" err="1">
                <a:solidFill>
                  <a:srgbClr val="6B7680"/>
                </a:solidFill>
                <a:latin typeface="Arial"/>
                <a:ea typeface="Arial" pitchFamily="34" charset="-122"/>
                <a:cs typeface="Arial"/>
              </a:rPr>
              <a:t>duurt</a:t>
            </a:r>
            <a:r>
              <a:rPr lang="en-US" sz="1200" i="1" dirty="0">
                <a:solidFill>
                  <a:srgbClr val="6B7680"/>
                </a:solidFill>
                <a:latin typeface="Arial"/>
                <a:ea typeface="Arial" pitchFamily="34" charset="-122"/>
                <a:cs typeface="Arial"/>
              </a:rPr>
              <a:t> 3 </a:t>
            </a:r>
            <a:r>
              <a:rPr lang="en-US" sz="1200" i="1" dirty="0" err="1">
                <a:solidFill>
                  <a:srgbClr val="6B7680"/>
                </a:solidFill>
                <a:latin typeface="Arial"/>
                <a:ea typeface="Arial" pitchFamily="34" charset="-122"/>
                <a:cs typeface="Arial"/>
              </a:rPr>
              <a:t>weken</a:t>
            </a:r>
            <a:r>
              <a:rPr lang="en-US" sz="1200" i="1" dirty="0">
                <a:solidFill>
                  <a:srgbClr val="6B7680"/>
                </a:solidFill>
                <a:latin typeface="Arial"/>
                <a:ea typeface="Arial" pitchFamily="34" charset="-122"/>
                <a:cs typeface="Arial"/>
              </a:rPr>
              <a:t>.</a:t>
            </a:r>
            <a:endParaRPr lang="en-US" sz="1200" i="1" dirty="0">
              <a:solidFill>
                <a:srgbClr val="6B7680"/>
              </a:solidFill>
              <a:latin typeface="Arial"/>
              <a:cs typeface="Arial"/>
            </a:endParaRPr>
          </a:p>
        </p:txBody>
      </p:sp>
      <p:sp>
        <p:nvSpPr>
          <p:cNvPr id="13" name="Shape 11"/>
          <p:cNvSpPr/>
          <p:nvPr/>
        </p:nvSpPr>
        <p:spPr>
          <a:xfrm>
            <a:off x="502920" y="1737360"/>
            <a:ext cx="2031797" cy="365760"/>
          </a:xfrm>
          <a:prstGeom prst="roundRect">
            <a:avLst>
              <a:gd name="adj" fmla="val 15000"/>
            </a:avLst>
          </a:prstGeom>
          <a:solidFill>
            <a:srgbClr val="F5F8FA"/>
          </a:solidFill>
          <a:ln w="12700">
            <a:solidFill>
              <a:srgbClr val="003362"/>
            </a:solidFill>
            <a:prstDash val="dash"/>
          </a:ln>
        </p:spPr>
        <p:txBody>
          <a:bodyPr/>
          <a:lstStyle/>
          <a:p>
            <a:endParaRPr lang="nl-NL"/>
          </a:p>
        </p:txBody>
      </p:sp>
      <p:sp>
        <p:nvSpPr>
          <p:cNvPr id="14" name="Text 12"/>
          <p:cNvSpPr/>
          <p:nvPr/>
        </p:nvSpPr>
        <p:spPr>
          <a:xfrm>
            <a:off x="548640" y="1737360"/>
            <a:ext cx="1940357" cy="365760"/>
          </a:xfrm>
          <a:prstGeom prst="rect">
            <a:avLst/>
          </a:prstGeom>
          <a:noFill/>
          <a:ln/>
        </p:spPr>
        <p:txBody>
          <a:bodyPr wrap="square" rtlCol="0" anchor="ctr"/>
          <a:lstStyle/>
          <a:p>
            <a:pPr marL="0" indent="0" algn="ctr">
              <a:buNone/>
            </a:pPr>
            <a:r>
              <a:rPr lang="en-US" sz="800" i="1">
                <a:solidFill>
                  <a:srgbClr val="6B7680"/>
                </a:solidFill>
                <a:latin typeface="Arial" pitchFamily="34" charset="0"/>
                <a:ea typeface="Arial" pitchFamily="34" charset="-122"/>
                <a:cs typeface="Arial" pitchFamily="34" charset="-120"/>
              </a:rPr>
              <a:t>loopt parallel, voor volgende sprint</a:t>
            </a:r>
            <a:endParaRPr lang="en-US" sz="800"/>
          </a:p>
        </p:txBody>
      </p:sp>
      <p:sp>
        <p:nvSpPr>
          <p:cNvPr id="15" name="Shape 13"/>
          <p:cNvSpPr/>
          <p:nvPr/>
        </p:nvSpPr>
        <p:spPr>
          <a:xfrm>
            <a:off x="1290218" y="2011680"/>
            <a:ext cx="457200" cy="457200"/>
          </a:xfrm>
          <a:prstGeom prst="ellipse">
            <a:avLst/>
          </a:prstGeom>
          <a:solidFill>
            <a:srgbClr val="003362"/>
          </a:solidFill>
          <a:ln w="25400">
            <a:solidFill>
              <a:srgbClr val="FFFFFF"/>
            </a:solidFill>
            <a:prstDash val="solid"/>
          </a:ln>
        </p:spPr>
        <p:txBody>
          <a:bodyPr/>
          <a:lstStyle/>
          <a:p>
            <a:endParaRPr lang="nl-NL"/>
          </a:p>
        </p:txBody>
      </p:sp>
      <p:sp>
        <p:nvSpPr>
          <p:cNvPr id="16" name="Text 14"/>
          <p:cNvSpPr/>
          <p:nvPr/>
        </p:nvSpPr>
        <p:spPr>
          <a:xfrm>
            <a:off x="1290218" y="2011680"/>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1</a:t>
            </a:r>
            <a:endParaRPr lang="en-US" sz="1600"/>
          </a:p>
        </p:txBody>
      </p:sp>
      <p:sp>
        <p:nvSpPr>
          <p:cNvPr id="17" name="Shape 15"/>
          <p:cNvSpPr/>
          <p:nvPr/>
        </p:nvSpPr>
        <p:spPr>
          <a:xfrm>
            <a:off x="502920" y="2560320"/>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18" name="Shape 16"/>
          <p:cNvSpPr/>
          <p:nvPr/>
        </p:nvSpPr>
        <p:spPr>
          <a:xfrm>
            <a:off x="502920" y="2560320"/>
            <a:ext cx="2031797" cy="64008"/>
          </a:xfrm>
          <a:prstGeom prst="rect">
            <a:avLst/>
          </a:prstGeom>
          <a:solidFill>
            <a:srgbClr val="003362"/>
          </a:solidFill>
          <a:ln/>
        </p:spPr>
        <p:txBody>
          <a:bodyPr/>
          <a:lstStyle/>
          <a:p>
            <a:endParaRPr lang="nl-NL"/>
          </a:p>
        </p:txBody>
      </p:sp>
      <p:sp>
        <p:nvSpPr>
          <p:cNvPr id="19" name="Text 17"/>
          <p:cNvSpPr/>
          <p:nvPr/>
        </p:nvSpPr>
        <p:spPr>
          <a:xfrm>
            <a:off x="630936" y="2706624"/>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Refinement</a:t>
            </a:r>
            <a:endParaRPr lang="en-US" sz="1300"/>
          </a:p>
        </p:txBody>
      </p:sp>
      <p:sp>
        <p:nvSpPr>
          <p:cNvPr id="20" name="Text 18"/>
          <p:cNvSpPr/>
          <p:nvPr/>
        </p:nvSpPr>
        <p:spPr>
          <a:xfrm>
            <a:off x="630936" y="3182112"/>
            <a:ext cx="1775765" cy="914400"/>
          </a:xfrm>
          <a:prstGeom prst="rect">
            <a:avLst/>
          </a:prstGeom>
          <a:noFill/>
          <a:ln/>
        </p:spPr>
        <p:txBody>
          <a:bodyPr wrap="square" lIns="91440" tIns="45720" rIns="91440" bIns="45720" rtlCol="0" anchor="t"/>
          <a:lstStyle/>
          <a:p>
            <a:pPr>
              <a:lnSpc>
                <a:spcPts val="1200"/>
              </a:lnSpc>
            </a:pPr>
            <a:r>
              <a:rPr lang="en-US" sz="950" dirty="0" err="1">
                <a:solidFill>
                  <a:srgbClr val="2B3033"/>
                </a:solidFill>
                <a:latin typeface="Arial"/>
                <a:ea typeface="Arial" pitchFamily="34" charset="-122"/>
                <a:cs typeface="Arial"/>
              </a:rPr>
              <a:t>Individuele</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functionaliteiten</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worden</a:t>
            </a:r>
            <a:r>
              <a:rPr lang="en-US" sz="950" dirty="0">
                <a:solidFill>
                  <a:srgbClr val="2B3033"/>
                </a:solidFill>
                <a:latin typeface="Arial"/>
                <a:ea typeface="Arial" pitchFamily="34" charset="-122"/>
                <a:cs typeface="Arial"/>
              </a:rPr>
              <a:t> in detail </a:t>
            </a:r>
            <a:r>
              <a:rPr lang="en-US" sz="950" dirty="0" err="1">
                <a:solidFill>
                  <a:srgbClr val="2B3033"/>
                </a:solidFill>
                <a:latin typeface="Arial"/>
                <a:ea typeface="Arial" pitchFamily="34" charset="-122"/>
                <a:cs typeface="Arial"/>
              </a:rPr>
              <a:t>uitgewerkt</a:t>
            </a:r>
            <a:r>
              <a:rPr lang="en-US" sz="950" dirty="0">
                <a:solidFill>
                  <a:srgbClr val="2B3033"/>
                </a:solidFill>
                <a:latin typeface="Arial"/>
                <a:ea typeface="Arial" pitchFamily="34" charset="-122"/>
                <a:cs typeface="Arial"/>
              </a:rPr>
              <a:t> </a:t>
            </a:r>
            <a:endParaRPr lang="en-US" sz="950" dirty="0">
              <a:solidFill>
                <a:srgbClr val="000000"/>
              </a:solidFill>
              <a:latin typeface="Arial"/>
              <a:ea typeface="Calibri" panose="020F0502020204030204"/>
              <a:cs typeface="Arial"/>
            </a:endParaRPr>
          </a:p>
          <a:p>
            <a:pPr marL="0" indent="0">
              <a:lnSpc>
                <a:spcPts val="1200"/>
              </a:lnSpc>
              <a:buNone/>
            </a:pPr>
            <a:r>
              <a:rPr lang="en-US" sz="950" dirty="0" err="1">
                <a:solidFill>
                  <a:srgbClr val="2B3033"/>
                </a:solidFill>
                <a:latin typeface="Arial"/>
                <a:ea typeface="Arial" pitchFamily="34" charset="-122"/>
                <a:cs typeface="Arial"/>
              </a:rPr>
              <a:t>en</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gereed</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gemaakt</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voor</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een</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volgende</a:t>
            </a:r>
            <a:r>
              <a:rPr lang="en-US" sz="950" dirty="0">
                <a:solidFill>
                  <a:srgbClr val="2B3033"/>
                </a:solidFill>
                <a:latin typeface="Arial"/>
                <a:ea typeface="Arial" pitchFamily="34" charset="-122"/>
                <a:cs typeface="Arial"/>
              </a:rPr>
              <a:t> sprint.</a:t>
            </a:r>
            <a:endParaRPr lang="en-US" sz="950" dirty="0">
              <a:latin typeface="Arial"/>
              <a:ea typeface="Calibri"/>
              <a:cs typeface="Arial"/>
            </a:endParaRPr>
          </a:p>
        </p:txBody>
      </p:sp>
      <p:sp>
        <p:nvSpPr>
          <p:cNvPr id="21" name="Text 19"/>
          <p:cNvSpPr/>
          <p:nvPr/>
        </p:nvSpPr>
        <p:spPr>
          <a:xfrm>
            <a:off x="502920" y="4370832"/>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22" name="Text 20"/>
          <p:cNvSpPr/>
          <p:nvPr/>
        </p:nvSpPr>
        <p:spPr>
          <a:xfrm>
            <a:off x="548640" y="4553712"/>
            <a:ext cx="1940357" cy="502920"/>
          </a:xfrm>
          <a:prstGeom prst="rect">
            <a:avLst/>
          </a:prstGeom>
          <a:noFill/>
          <a:ln/>
        </p:spPr>
        <p:txBody>
          <a:bodyPr wrap="square" rtlCol="0" anchor="t"/>
          <a:lstStyle/>
          <a:p>
            <a:pPr marL="0" indent="0" algn="ctr">
              <a:lnSpc>
                <a:spcPts val="1100"/>
              </a:lnSpc>
              <a:buNone/>
            </a:pPr>
            <a:r>
              <a:rPr lang="en-US" sz="900" i="1">
                <a:solidFill>
                  <a:srgbClr val="003362"/>
                </a:solidFill>
                <a:latin typeface="Arial" pitchFamily="34" charset="0"/>
                <a:ea typeface="Arial" pitchFamily="34" charset="-122"/>
                <a:cs typeface="Arial" pitchFamily="34" charset="-120"/>
              </a:rPr>
              <a:t>Ritense + Subject Matter Experts</a:t>
            </a:r>
            <a:endParaRPr lang="en-US" sz="900"/>
          </a:p>
        </p:txBody>
      </p:sp>
      <p:sp>
        <p:nvSpPr>
          <p:cNvPr id="23" name="Shape 21"/>
          <p:cNvSpPr/>
          <p:nvPr/>
        </p:nvSpPr>
        <p:spPr>
          <a:xfrm>
            <a:off x="2534717" y="3140964"/>
            <a:ext cx="256032" cy="164592"/>
          </a:xfrm>
          <a:prstGeom prst="rightArrow">
            <a:avLst/>
          </a:prstGeom>
          <a:solidFill>
            <a:srgbClr val="C7D2D6"/>
          </a:solidFill>
          <a:ln/>
        </p:spPr>
        <p:txBody>
          <a:bodyPr/>
          <a:lstStyle/>
          <a:p>
            <a:endParaRPr lang="nl-NL"/>
          </a:p>
        </p:txBody>
      </p:sp>
      <p:sp>
        <p:nvSpPr>
          <p:cNvPr id="24" name="Shape 22"/>
          <p:cNvSpPr/>
          <p:nvPr/>
        </p:nvSpPr>
        <p:spPr>
          <a:xfrm>
            <a:off x="3578047" y="2011680"/>
            <a:ext cx="457200" cy="457200"/>
          </a:xfrm>
          <a:prstGeom prst="ellipse">
            <a:avLst/>
          </a:prstGeom>
          <a:solidFill>
            <a:srgbClr val="E76734"/>
          </a:solidFill>
          <a:ln w="25400">
            <a:solidFill>
              <a:srgbClr val="FFFFFF"/>
            </a:solidFill>
            <a:prstDash val="solid"/>
          </a:ln>
        </p:spPr>
        <p:txBody>
          <a:bodyPr/>
          <a:lstStyle/>
          <a:p>
            <a:endParaRPr lang="nl-NL"/>
          </a:p>
        </p:txBody>
      </p:sp>
      <p:sp>
        <p:nvSpPr>
          <p:cNvPr id="25" name="Text 23"/>
          <p:cNvSpPr/>
          <p:nvPr/>
        </p:nvSpPr>
        <p:spPr>
          <a:xfrm>
            <a:off x="3578047" y="2011680"/>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2</a:t>
            </a:r>
            <a:endParaRPr lang="en-US" sz="1600"/>
          </a:p>
        </p:txBody>
      </p:sp>
      <p:sp>
        <p:nvSpPr>
          <p:cNvPr id="26" name="Shape 24"/>
          <p:cNvSpPr/>
          <p:nvPr/>
        </p:nvSpPr>
        <p:spPr>
          <a:xfrm>
            <a:off x="2790749" y="2560320"/>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27" name="Shape 25"/>
          <p:cNvSpPr/>
          <p:nvPr/>
        </p:nvSpPr>
        <p:spPr>
          <a:xfrm>
            <a:off x="2790749" y="2560320"/>
            <a:ext cx="2031797" cy="64008"/>
          </a:xfrm>
          <a:prstGeom prst="rect">
            <a:avLst/>
          </a:prstGeom>
          <a:solidFill>
            <a:srgbClr val="E76734"/>
          </a:solidFill>
          <a:ln/>
        </p:spPr>
        <p:txBody>
          <a:bodyPr/>
          <a:lstStyle/>
          <a:p>
            <a:endParaRPr lang="nl-NL"/>
          </a:p>
        </p:txBody>
      </p:sp>
      <p:sp>
        <p:nvSpPr>
          <p:cNvPr id="28" name="Text 26"/>
          <p:cNvSpPr/>
          <p:nvPr/>
        </p:nvSpPr>
        <p:spPr>
          <a:xfrm>
            <a:off x="2918765" y="2706624"/>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Uitvoering</a:t>
            </a:r>
            <a:endParaRPr lang="en-US" sz="1300"/>
          </a:p>
        </p:txBody>
      </p:sp>
      <p:sp>
        <p:nvSpPr>
          <p:cNvPr id="29" name="Text 27"/>
          <p:cNvSpPr/>
          <p:nvPr/>
        </p:nvSpPr>
        <p:spPr>
          <a:xfrm>
            <a:off x="2918765" y="3182112"/>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Het ontwikkelteam bouwt de stories uit de sprintbacklog.</a:t>
            </a:r>
            <a:endParaRPr lang="en-US" sz="950"/>
          </a:p>
        </p:txBody>
      </p:sp>
      <p:sp>
        <p:nvSpPr>
          <p:cNvPr id="30" name="Text 28"/>
          <p:cNvSpPr/>
          <p:nvPr/>
        </p:nvSpPr>
        <p:spPr>
          <a:xfrm>
            <a:off x="2790749" y="4370832"/>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31" name="Text 29"/>
          <p:cNvSpPr/>
          <p:nvPr/>
        </p:nvSpPr>
        <p:spPr>
          <a:xfrm>
            <a:off x="2836469" y="4553712"/>
            <a:ext cx="1940357" cy="502920"/>
          </a:xfrm>
          <a:prstGeom prst="rect">
            <a:avLst/>
          </a:prstGeom>
          <a:noFill/>
          <a:ln/>
        </p:spPr>
        <p:txBody>
          <a:bodyPr wrap="square" rtlCol="0" anchor="t"/>
          <a:lstStyle/>
          <a:p>
            <a:pPr marL="0" indent="0" algn="ctr">
              <a:lnSpc>
                <a:spcPts val="1100"/>
              </a:lnSpc>
              <a:buNone/>
            </a:pPr>
            <a:r>
              <a:rPr lang="en-US" sz="900" i="1">
                <a:solidFill>
                  <a:srgbClr val="E76734"/>
                </a:solidFill>
                <a:latin typeface="Arial" pitchFamily="34" charset="0"/>
                <a:ea typeface="Arial" pitchFamily="34" charset="-122"/>
                <a:cs typeface="Arial" pitchFamily="34" charset="-120"/>
              </a:rPr>
              <a:t>Ritense ontwikkelteam</a:t>
            </a:r>
            <a:endParaRPr lang="en-US" sz="900"/>
          </a:p>
        </p:txBody>
      </p:sp>
      <p:sp>
        <p:nvSpPr>
          <p:cNvPr id="32" name="Shape 30"/>
          <p:cNvSpPr/>
          <p:nvPr/>
        </p:nvSpPr>
        <p:spPr>
          <a:xfrm>
            <a:off x="4822546" y="3140964"/>
            <a:ext cx="256032" cy="164592"/>
          </a:xfrm>
          <a:prstGeom prst="rightArrow">
            <a:avLst/>
          </a:prstGeom>
          <a:solidFill>
            <a:srgbClr val="C7D2D6"/>
          </a:solidFill>
          <a:ln/>
        </p:spPr>
        <p:txBody>
          <a:bodyPr/>
          <a:lstStyle/>
          <a:p>
            <a:endParaRPr lang="nl-NL"/>
          </a:p>
        </p:txBody>
      </p:sp>
      <p:sp>
        <p:nvSpPr>
          <p:cNvPr id="33" name="Shape 31"/>
          <p:cNvSpPr/>
          <p:nvPr/>
        </p:nvSpPr>
        <p:spPr>
          <a:xfrm>
            <a:off x="5865876" y="2011680"/>
            <a:ext cx="457200" cy="457200"/>
          </a:xfrm>
          <a:prstGeom prst="ellipse">
            <a:avLst/>
          </a:prstGeom>
          <a:solidFill>
            <a:srgbClr val="89CDF2"/>
          </a:solidFill>
          <a:ln w="25400">
            <a:solidFill>
              <a:srgbClr val="FFFFFF"/>
            </a:solidFill>
            <a:prstDash val="solid"/>
          </a:ln>
        </p:spPr>
        <p:txBody>
          <a:bodyPr/>
          <a:lstStyle/>
          <a:p>
            <a:endParaRPr lang="nl-NL"/>
          </a:p>
        </p:txBody>
      </p:sp>
      <p:sp>
        <p:nvSpPr>
          <p:cNvPr id="34" name="Text 32"/>
          <p:cNvSpPr/>
          <p:nvPr/>
        </p:nvSpPr>
        <p:spPr>
          <a:xfrm>
            <a:off x="5865876" y="2011680"/>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3</a:t>
            </a:r>
            <a:endParaRPr lang="en-US" sz="1600"/>
          </a:p>
        </p:txBody>
      </p:sp>
      <p:sp>
        <p:nvSpPr>
          <p:cNvPr id="35" name="Shape 33"/>
          <p:cNvSpPr/>
          <p:nvPr/>
        </p:nvSpPr>
        <p:spPr>
          <a:xfrm>
            <a:off x="5078578" y="2560320"/>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36" name="Shape 34"/>
          <p:cNvSpPr/>
          <p:nvPr/>
        </p:nvSpPr>
        <p:spPr>
          <a:xfrm>
            <a:off x="5078578" y="2560320"/>
            <a:ext cx="2031797" cy="64008"/>
          </a:xfrm>
          <a:prstGeom prst="rect">
            <a:avLst/>
          </a:prstGeom>
          <a:solidFill>
            <a:srgbClr val="89CDF2"/>
          </a:solidFill>
          <a:ln/>
        </p:spPr>
        <p:txBody>
          <a:bodyPr/>
          <a:lstStyle/>
          <a:p>
            <a:endParaRPr lang="nl-NL"/>
          </a:p>
        </p:txBody>
      </p:sp>
      <p:sp>
        <p:nvSpPr>
          <p:cNvPr id="37" name="Text 35"/>
          <p:cNvSpPr/>
          <p:nvPr/>
        </p:nvSpPr>
        <p:spPr>
          <a:xfrm>
            <a:off x="5206594" y="2706624"/>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Wekelijkse check-ins</a:t>
            </a:r>
            <a:endParaRPr lang="en-US" sz="1300"/>
          </a:p>
        </p:txBody>
      </p:sp>
      <p:sp>
        <p:nvSpPr>
          <p:cNvPr id="38" name="Text 36"/>
          <p:cNvSpPr/>
          <p:nvPr/>
        </p:nvSpPr>
        <p:spPr>
          <a:xfrm>
            <a:off x="5206594" y="3182112"/>
            <a:ext cx="1775765" cy="914400"/>
          </a:xfrm>
          <a:prstGeom prst="rect">
            <a:avLst/>
          </a:prstGeom>
          <a:noFill/>
          <a:ln/>
        </p:spPr>
        <p:txBody>
          <a:bodyPr wrap="square" lIns="91440" tIns="45720" rIns="91440" bIns="45720" rtlCol="0" anchor="t"/>
          <a:lstStyle/>
          <a:p>
            <a:pPr marL="0" indent="0">
              <a:lnSpc>
                <a:spcPts val="1200"/>
              </a:lnSpc>
              <a:buNone/>
            </a:pPr>
            <a:r>
              <a:rPr lang="en-US" sz="950" dirty="0">
                <a:solidFill>
                  <a:srgbClr val="2B3033"/>
                </a:solidFill>
                <a:latin typeface="Arial"/>
                <a:ea typeface="Arial" pitchFamily="34" charset="-122"/>
                <a:cs typeface="Arial"/>
              </a:rPr>
              <a:t>Korte </a:t>
            </a:r>
            <a:r>
              <a:rPr lang="en-US" sz="950" dirty="0" err="1">
                <a:solidFill>
                  <a:srgbClr val="2B3033"/>
                </a:solidFill>
                <a:latin typeface="Arial"/>
                <a:ea typeface="Arial" pitchFamily="34" charset="-122"/>
                <a:cs typeface="Arial"/>
              </a:rPr>
              <a:t>afstemming</a:t>
            </a:r>
            <a:r>
              <a:rPr lang="en-US" sz="950" dirty="0">
                <a:solidFill>
                  <a:srgbClr val="2B3033"/>
                </a:solidFill>
                <a:latin typeface="Arial"/>
                <a:ea typeface="Arial" pitchFamily="34" charset="-122"/>
                <a:cs typeface="Arial"/>
              </a:rPr>
              <a:t> over </a:t>
            </a:r>
            <a:r>
              <a:rPr lang="en-US" sz="950" dirty="0" err="1">
                <a:solidFill>
                  <a:srgbClr val="2B3033"/>
                </a:solidFill>
                <a:latin typeface="Arial"/>
                <a:ea typeface="Arial" pitchFamily="34" charset="-122"/>
                <a:cs typeface="Arial"/>
              </a:rPr>
              <a:t>voortgang</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blokkades</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en</a:t>
            </a:r>
            <a:r>
              <a:rPr lang="en-US" sz="950" dirty="0">
                <a:solidFill>
                  <a:srgbClr val="2B3033"/>
                </a:solidFill>
                <a:latin typeface="Arial"/>
                <a:ea typeface="Arial" pitchFamily="34" charset="-122"/>
                <a:cs typeface="Arial"/>
              </a:rPr>
              <a:t> scope twee </a:t>
            </a:r>
            <a:r>
              <a:rPr lang="en-US" sz="950" dirty="0" err="1">
                <a:solidFill>
                  <a:srgbClr val="2B3033"/>
                </a:solidFill>
                <a:latin typeface="Arial"/>
                <a:ea typeface="Arial" pitchFamily="34" charset="-122"/>
                <a:cs typeface="Arial"/>
              </a:rPr>
              <a:t>keer</a:t>
            </a:r>
            <a:r>
              <a:rPr lang="en-US" sz="950" dirty="0">
                <a:solidFill>
                  <a:srgbClr val="2B3033"/>
                </a:solidFill>
                <a:latin typeface="Arial"/>
                <a:ea typeface="Arial" pitchFamily="34" charset="-122"/>
                <a:cs typeface="Arial"/>
              </a:rPr>
              <a:t> per sprint.</a:t>
            </a:r>
            <a:endParaRPr lang="en-US" sz="950" dirty="0">
              <a:latin typeface="Arial"/>
              <a:cs typeface="Arial"/>
            </a:endParaRPr>
          </a:p>
        </p:txBody>
      </p:sp>
      <p:sp>
        <p:nvSpPr>
          <p:cNvPr id="39" name="Text 37"/>
          <p:cNvSpPr/>
          <p:nvPr/>
        </p:nvSpPr>
        <p:spPr>
          <a:xfrm>
            <a:off x="5078578" y="4370832"/>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40" name="Text 38"/>
          <p:cNvSpPr/>
          <p:nvPr/>
        </p:nvSpPr>
        <p:spPr>
          <a:xfrm>
            <a:off x="5124298" y="4553712"/>
            <a:ext cx="1940357" cy="502920"/>
          </a:xfrm>
          <a:prstGeom prst="rect">
            <a:avLst/>
          </a:prstGeom>
          <a:noFill/>
          <a:ln/>
        </p:spPr>
        <p:txBody>
          <a:bodyPr wrap="square" rtlCol="0" anchor="t"/>
          <a:lstStyle/>
          <a:p>
            <a:pPr marL="0" indent="0" algn="ctr">
              <a:lnSpc>
                <a:spcPts val="1100"/>
              </a:lnSpc>
              <a:buNone/>
            </a:pPr>
            <a:r>
              <a:rPr lang="en-US" sz="900" i="1">
                <a:solidFill>
                  <a:srgbClr val="89CDF2"/>
                </a:solidFill>
                <a:latin typeface="Arial" pitchFamily="34" charset="0"/>
                <a:ea typeface="Arial" pitchFamily="34" charset="-122"/>
                <a:cs typeface="Arial" pitchFamily="34" charset="-120"/>
              </a:rPr>
              <a:t>Project owner + Ritense</a:t>
            </a:r>
            <a:endParaRPr lang="en-US" sz="900"/>
          </a:p>
        </p:txBody>
      </p:sp>
      <p:sp>
        <p:nvSpPr>
          <p:cNvPr id="41" name="Shape 39"/>
          <p:cNvSpPr/>
          <p:nvPr/>
        </p:nvSpPr>
        <p:spPr>
          <a:xfrm>
            <a:off x="7110374" y="3140964"/>
            <a:ext cx="256032" cy="164592"/>
          </a:xfrm>
          <a:prstGeom prst="rightArrow">
            <a:avLst/>
          </a:prstGeom>
          <a:solidFill>
            <a:srgbClr val="C7D2D6"/>
          </a:solidFill>
          <a:ln/>
        </p:spPr>
        <p:txBody>
          <a:bodyPr/>
          <a:lstStyle/>
          <a:p>
            <a:endParaRPr lang="nl-NL"/>
          </a:p>
        </p:txBody>
      </p:sp>
      <p:sp>
        <p:nvSpPr>
          <p:cNvPr id="42" name="Shape 40"/>
          <p:cNvSpPr/>
          <p:nvPr/>
        </p:nvSpPr>
        <p:spPr>
          <a:xfrm>
            <a:off x="8153705" y="2011680"/>
            <a:ext cx="457200" cy="457200"/>
          </a:xfrm>
          <a:prstGeom prst="ellipse">
            <a:avLst/>
          </a:prstGeom>
          <a:solidFill>
            <a:srgbClr val="003362"/>
          </a:solidFill>
          <a:ln w="25400">
            <a:solidFill>
              <a:srgbClr val="FFFFFF"/>
            </a:solidFill>
            <a:prstDash val="solid"/>
          </a:ln>
        </p:spPr>
        <p:txBody>
          <a:bodyPr/>
          <a:lstStyle/>
          <a:p>
            <a:endParaRPr lang="nl-NL"/>
          </a:p>
        </p:txBody>
      </p:sp>
      <p:sp>
        <p:nvSpPr>
          <p:cNvPr id="43" name="Text 41"/>
          <p:cNvSpPr/>
          <p:nvPr/>
        </p:nvSpPr>
        <p:spPr>
          <a:xfrm>
            <a:off x="8153705" y="2011680"/>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4</a:t>
            </a:r>
            <a:endParaRPr lang="en-US" sz="1600"/>
          </a:p>
        </p:txBody>
      </p:sp>
      <p:sp>
        <p:nvSpPr>
          <p:cNvPr id="44" name="Shape 42"/>
          <p:cNvSpPr/>
          <p:nvPr/>
        </p:nvSpPr>
        <p:spPr>
          <a:xfrm>
            <a:off x="7366406" y="2560320"/>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45" name="Shape 43"/>
          <p:cNvSpPr/>
          <p:nvPr/>
        </p:nvSpPr>
        <p:spPr>
          <a:xfrm>
            <a:off x="7366406" y="2560320"/>
            <a:ext cx="2031797" cy="64008"/>
          </a:xfrm>
          <a:prstGeom prst="rect">
            <a:avLst/>
          </a:prstGeom>
          <a:solidFill>
            <a:srgbClr val="003362"/>
          </a:solidFill>
          <a:ln/>
        </p:spPr>
        <p:txBody>
          <a:bodyPr/>
          <a:lstStyle/>
          <a:p>
            <a:endParaRPr lang="nl-NL"/>
          </a:p>
        </p:txBody>
      </p:sp>
      <p:sp>
        <p:nvSpPr>
          <p:cNvPr id="46" name="Text 44"/>
          <p:cNvSpPr/>
          <p:nvPr/>
        </p:nvSpPr>
        <p:spPr>
          <a:xfrm>
            <a:off x="7494422" y="2706624"/>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Sprint review</a:t>
            </a:r>
            <a:endParaRPr lang="en-US" sz="1300"/>
          </a:p>
        </p:txBody>
      </p:sp>
      <p:sp>
        <p:nvSpPr>
          <p:cNvPr id="47" name="Text 45"/>
          <p:cNvSpPr/>
          <p:nvPr/>
        </p:nvSpPr>
        <p:spPr>
          <a:xfrm>
            <a:off x="7494422" y="3182112"/>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Opgeleverde functionaliteit wordt gedemonstreerd aan project owner en stakeholders.</a:t>
            </a:r>
            <a:endParaRPr lang="en-US" sz="950"/>
          </a:p>
        </p:txBody>
      </p:sp>
      <p:sp>
        <p:nvSpPr>
          <p:cNvPr id="48" name="Text 46"/>
          <p:cNvSpPr/>
          <p:nvPr/>
        </p:nvSpPr>
        <p:spPr>
          <a:xfrm>
            <a:off x="7366406" y="4370832"/>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49" name="Text 47"/>
          <p:cNvSpPr/>
          <p:nvPr/>
        </p:nvSpPr>
        <p:spPr>
          <a:xfrm>
            <a:off x="7412126" y="4553712"/>
            <a:ext cx="1940357" cy="502920"/>
          </a:xfrm>
          <a:prstGeom prst="rect">
            <a:avLst/>
          </a:prstGeom>
          <a:noFill/>
          <a:ln/>
        </p:spPr>
        <p:txBody>
          <a:bodyPr wrap="square" rtlCol="0" anchor="t"/>
          <a:lstStyle/>
          <a:p>
            <a:pPr marL="0" indent="0" algn="ctr">
              <a:lnSpc>
                <a:spcPts val="1100"/>
              </a:lnSpc>
              <a:buNone/>
            </a:pPr>
            <a:r>
              <a:rPr lang="en-US" sz="900" i="1">
                <a:solidFill>
                  <a:srgbClr val="003362"/>
                </a:solidFill>
                <a:latin typeface="Arial" pitchFamily="34" charset="0"/>
                <a:ea typeface="Arial" pitchFamily="34" charset="-122"/>
                <a:cs typeface="Arial" pitchFamily="34" charset="-120"/>
              </a:rPr>
              <a:t>Project owner, SME’s, Ritense</a:t>
            </a:r>
            <a:endParaRPr lang="en-US" sz="900"/>
          </a:p>
        </p:txBody>
      </p:sp>
      <p:sp>
        <p:nvSpPr>
          <p:cNvPr id="50" name="Shape 48"/>
          <p:cNvSpPr/>
          <p:nvPr/>
        </p:nvSpPr>
        <p:spPr>
          <a:xfrm>
            <a:off x="9398203" y="3140964"/>
            <a:ext cx="256032" cy="164592"/>
          </a:xfrm>
          <a:prstGeom prst="rightArrow">
            <a:avLst/>
          </a:prstGeom>
          <a:solidFill>
            <a:srgbClr val="C7D2D6"/>
          </a:solidFill>
          <a:ln/>
        </p:spPr>
        <p:txBody>
          <a:bodyPr/>
          <a:lstStyle/>
          <a:p>
            <a:endParaRPr lang="nl-NL"/>
          </a:p>
        </p:txBody>
      </p:sp>
      <p:sp>
        <p:nvSpPr>
          <p:cNvPr id="51" name="Shape 49"/>
          <p:cNvSpPr/>
          <p:nvPr/>
        </p:nvSpPr>
        <p:spPr>
          <a:xfrm>
            <a:off x="10441534" y="2011680"/>
            <a:ext cx="457200" cy="457200"/>
          </a:xfrm>
          <a:prstGeom prst="ellipse">
            <a:avLst/>
          </a:prstGeom>
          <a:solidFill>
            <a:srgbClr val="E76734"/>
          </a:solidFill>
          <a:ln w="25400">
            <a:solidFill>
              <a:srgbClr val="FFFFFF"/>
            </a:solidFill>
            <a:prstDash val="solid"/>
          </a:ln>
        </p:spPr>
        <p:txBody>
          <a:bodyPr/>
          <a:lstStyle/>
          <a:p>
            <a:endParaRPr lang="nl-NL"/>
          </a:p>
        </p:txBody>
      </p:sp>
      <p:sp>
        <p:nvSpPr>
          <p:cNvPr id="52" name="Text 50"/>
          <p:cNvSpPr/>
          <p:nvPr/>
        </p:nvSpPr>
        <p:spPr>
          <a:xfrm>
            <a:off x="10441534" y="2011680"/>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5</a:t>
            </a:r>
            <a:endParaRPr lang="en-US" sz="1600"/>
          </a:p>
        </p:txBody>
      </p:sp>
      <p:sp>
        <p:nvSpPr>
          <p:cNvPr id="53" name="Shape 51"/>
          <p:cNvSpPr/>
          <p:nvPr/>
        </p:nvSpPr>
        <p:spPr>
          <a:xfrm>
            <a:off x="9654235" y="2560320"/>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54" name="Shape 52"/>
          <p:cNvSpPr/>
          <p:nvPr/>
        </p:nvSpPr>
        <p:spPr>
          <a:xfrm>
            <a:off x="9654235" y="2560320"/>
            <a:ext cx="2031797" cy="64008"/>
          </a:xfrm>
          <a:prstGeom prst="rect">
            <a:avLst/>
          </a:prstGeom>
          <a:solidFill>
            <a:srgbClr val="E76734"/>
          </a:solidFill>
          <a:ln/>
        </p:spPr>
        <p:txBody>
          <a:bodyPr/>
          <a:lstStyle/>
          <a:p>
            <a:endParaRPr lang="nl-NL"/>
          </a:p>
        </p:txBody>
      </p:sp>
      <p:sp>
        <p:nvSpPr>
          <p:cNvPr id="55" name="Text 53"/>
          <p:cNvSpPr/>
          <p:nvPr/>
        </p:nvSpPr>
        <p:spPr>
          <a:xfrm>
            <a:off x="9782251" y="2706624"/>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Testen na sprint</a:t>
            </a:r>
            <a:endParaRPr lang="en-US" sz="1300"/>
          </a:p>
        </p:txBody>
      </p:sp>
      <p:sp>
        <p:nvSpPr>
          <p:cNvPr id="56" name="Text 54"/>
          <p:cNvSpPr/>
          <p:nvPr/>
        </p:nvSpPr>
        <p:spPr>
          <a:xfrm>
            <a:off x="9782251" y="3182112"/>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Acceptatietest in twee stappen: eerst door een Ritense tester, dan door de business.</a:t>
            </a:r>
            <a:endParaRPr lang="en-US" sz="950"/>
          </a:p>
        </p:txBody>
      </p:sp>
      <p:sp>
        <p:nvSpPr>
          <p:cNvPr id="57" name="Text 55"/>
          <p:cNvSpPr/>
          <p:nvPr/>
        </p:nvSpPr>
        <p:spPr>
          <a:xfrm>
            <a:off x="9654235" y="4370832"/>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58" name="Text 56"/>
          <p:cNvSpPr/>
          <p:nvPr/>
        </p:nvSpPr>
        <p:spPr>
          <a:xfrm>
            <a:off x="9699955" y="4553712"/>
            <a:ext cx="1940357" cy="502920"/>
          </a:xfrm>
          <a:prstGeom prst="rect">
            <a:avLst/>
          </a:prstGeom>
          <a:noFill/>
          <a:ln/>
        </p:spPr>
        <p:txBody>
          <a:bodyPr wrap="square" rtlCol="0" anchor="t"/>
          <a:lstStyle/>
          <a:p>
            <a:pPr marL="0" indent="0" algn="ctr">
              <a:lnSpc>
                <a:spcPts val="1100"/>
              </a:lnSpc>
              <a:buNone/>
            </a:pPr>
            <a:r>
              <a:rPr lang="en-US" sz="900" i="1">
                <a:solidFill>
                  <a:srgbClr val="E76734"/>
                </a:solidFill>
                <a:latin typeface="Arial" pitchFamily="34" charset="0"/>
                <a:ea typeface="Arial" pitchFamily="34" charset="-122"/>
                <a:cs typeface="Arial" pitchFamily="34" charset="-120"/>
              </a:rPr>
              <a:t>Ritense → Business (PO/SME/eindgebruikers)</a:t>
            </a:r>
            <a:endParaRPr lang="en-US" sz="900"/>
          </a:p>
        </p:txBody>
      </p:sp>
      <p:sp>
        <p:nvSpPr>
          <p:cNvPr id="59" name="Shape 57"/>
          <p:cNvSpPr/>
          <p:nvPr/>
        </p:nvSpPr>
        <p:spPr>
          <a:xfrm>
            <a:off x="502920" y="5166360"/>
            <a:ext cx="11183112" cy="438912"/>
          </a:xfrm>
          <a:prstGeom prst="roundRect">
            <a:avLst>
              <a:gd name="adj" fmla="val 12500"/>
            </a:avLst>
          </a:prstGeom>
          <a:solidFill>
            <a:srgbClr val="003362"/>
          </a:solidFill>
          <a:ln/>
        </p:spPr>
        <p:txBody>
          <a:bodyPr/>
          <a:lstStyle/>
          <a:p>
            <a:endParaRPr lang="nl-NL"/>
          </a:p>
        </p:txBody>
      </p:sp>
      <p:sp>
        <p:nvSpPr>
          <p:cNvPr id="60" name="Text 58"/>
          <p:cNvSpPr/>
          <p:nvPr/>
        </p:nvSpPr>
        <p:spPr>
          <a:xfrm>
            <a:off x="713232" y="5166360"/>
            <a:ext cx="10789920" cy="438912"/>
          </a:xfrm>
          <a:prstGeom prst="rect">
            <a:avLst/>
          </a:prstGeom>
          <a:noFill/>
          <a:ln/>
        </p:spPr>
        <p:txBody>
          <a:bodyPr wrap="square" rtlCol="0" anchor="ctr"/>
          <a:lstStyle/>
          <a:p>
            <a:pPr marL="0" indent="0">
              <a:buNone/>
            </a:pPr>
            <a:r>
              <a:rPr lang="en-US" sz="1050" i="1">
                <a:solidFill>
                  <a:srgbClr val="CFE3EF"/>
                </a:solidFill>
                <a:latin typeface="Arial" pitchFamily="34" charset="0"/>
                <a:ea typeface="Arial" pitchFamily="34" charset="-122"/>
                <a:cs typeface="Arial" pitchFamily="34" charset="-120"/>
              </a:rPr>
              <a:t>Dit ritme herhaalt zich elke sprint, van start implementatie tot en met de doorontwikkeling na de MVP.</a:t>
            </a:r>
            <a:endParaRPr lang="en-US" sz="1050"/>
          </a:p>
        </p:txBody>
      </p:sp>
      <p:sp>
        <p:nvSpPr>
          <p:cNvPr id="62" name="Folded Corner 2">
            <a:extLst>
              <a:ext uri="{FF2B5EF4-FFF2-40B4-BE49-F238E27FC236}">
                <a16:creationId xmlns:a16="http://schemas.microsoft.com/office/drawing/2014/main" id="{ADD00C71-C77F-0445-8AE6-3407656B868F}"/>
              </a:ext>
            </a:extLst>
          </p:cNvPr>
          <p:cNvSpPr/>
          <p:nvPr/>
        </p:nvSpPr>
        <p:spPr>
          <a:xfrm rot="430128">
            <a:off x="10298610" y="361246"/>
            <a:ext cx="1320581" cy="1239655"/>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nl-NL">
                <a:latin typeface="Helvetica Light" panose="020B0403020202020204"/>
              </a:rPr>
              <a:t>Kies deze of volgende</a:t>
            </a:r>
            <a:endParaRPr lang="nl-NL"/>
          </a:p>
        </p:txBody>
      </p:sp>
    </p:spTree>
    <p:extLst>
      <p:ext uri="{BB962C8B-B14F-4D97-AF65-F5344CB8AC3E}">
        <p14:creationId xmlns:p14="http://schemas.microsoft.com/office/powerpoint/2010/main" val="41665082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326C45-62FA-7ADF-6B84-3AC934883CC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38F6A4F8-90BA-D3E5-5B63-20CE21B9FCC3}"/>
              </a:ext>
            </a:extLst>
          </p:cNvPr>
          <p:cNvSpPr/>
          <p:nvPr/>
        </p:nvSpPr>
        <p:spPr>
          <a:xfrm>
            <a:off x="502920" y="292608"/>
            <a:ext cx="9144000" cy="292608"/>
          </a:xfrm>
          <a:prstGeom prst="rect">
            <a:avLst/>
          </a:prstGeom>
          <a:noFill/>
          <a:ln/>
        </p:spPr>
        <p:txBody>
          <a:bodyPr wrap="square" rtlCol="0" anchor="ctr"/>
          <a:lstStyle/>
          <a:p>
            <a:pPr marL="0" indent="0">
              <a:buNone/>
            </a:pPr>
            <a:r>
              <a:rPr lang="en-US" sz="1100" b="1" kern="0" spc="150">
                <a:solidFill>
                  <a:srgbClr val="E76734"/>
                </a:solidFill>
                <a:latin typeface="Arial" pitchFamily="34" charset="0"/>
                <a:ea typeface="Arial" pitchFamily="34" charset="-122"/>
                <a:cs typeface="Arial" pitchFamily="34" charset="-120"/>
              </a:rPr>
              <a:t>WERKWIJZE</a:t>
            </a:r>
            <a:endParaRPr lang="en-US" sz="1100"/>
          </a:p>
        </p:txBody>
      </p:sp>
      <p:sp>
        <p:nvSpPr>
          <p:cNvPr id="4" name="Text 2">
            <a:extLst>
              <a:ext uri="{FF2B5EF4-FFF2-40B4-BE49-F238E27FC236}">
                <a16:creationId xmlns:a16="http://schemas.microsoft.com/office/drawing/2014/main" id="{DF90EC51-144E-3619-FAE2-00B22E507A11}"/>
              </a:ext>
            </a:extLst>
          </p:cNvPr>
          <p:cNvSpPr/>
          <p:nvPr/>
        </p:nvSpPr>
        <p:spPr>
          <a:xfrm>
            <a:off x="502920" y="566928"/>
            <a:ext cx="10515600" cy="640080"/>
          </a:xfrm>
          <a:prstGeom prst="rect">
            <a:avLst/>
          </a:prstGeom>
          <a:noFill/>
          <a:ln/>
        </p:spPr>
        <p:txBody>
          <a:bodyPr wrap="square" rtlCol="0" anchor="ctr"/>
          <a:lstStyle/>
          <a:p>
            <a:pPr marL="0" indent="0">
              <a:buNone/>
            </a:pPr>
            <a:r>
              <a:rPr lang="en-US" sz="2600" b="1">
                <a:solidFill>
                  <a:srgbClr val="003362"/>
                </a:solidFill>
                <a:latin typeface="Helvetica" pitchFamily="34" charset="0"/>
                <a:ea typeface="Helvetica" pitchFamily="34" charset="-122"/>
                <a:cs typeface="Helvetica" pitchFamily="34" charset="-120"/>
              </a:rPr>
              <a:t>Verloop van een sprint</a:t>
            </a:r>
            <a:endParaRPr lang="en-US" sz="2600"/>
          </a:p>
        </p:txBody>
      </p:sp>
      <p:sp>
        <p:nvSpPr>
          <p:cNvPr id="5" name="Shape 3">
            <a:extLst>
              <a:ext uri="{FF2B5EF4-FFF2-40B4-BE49-F238E27FC236}">
                <a16:creationId xmlns:a16="http://schemas.microsoft.com/office/drawing/2014/main" id="{6C859841-7DB8-20D4-5715-CC824DDAD555}"/>
              </a:ext>
            </a:extLst>
          </p:cNvPr>
          <p:cNvSpPr/>
          <p:nvPr/>
        </p:nvSpPr>
        <p:spPr>
          <a:xfrm>
            <a:off x="0" y="6748272"/>
            <a:ext cx="12188952" cy="109728"/>
          </a:xfrm>
          <a:prstGeom prst="rect">
            <a:avLst/>
          </a:prstGeom>
          <a:solidFill>
            <a:srgbClr val="003362"/>
          </a:solidFill>
          <a:ln/>
        </p:spPr>
        <p:txBody>
          <a:bodyPr/>
          <a:lstStyle/>
          <a:p>
            <a:endParaRPr lang="nl-NL"/>
          </a:p>
        </p:txBody>
      </p:sp>
      <p:sp>
        <p:nvSpPr>
          <p:cNvPr id="11" name="Text 9">
            <a:extLst>
              <a:ext uri="{FF2B5EF4-FFF2-40B4-BE49-F238E27FC236}">
                <a16:creationId xmlns:a16="http://schemas.microsoft.com/office/drawing/2014/main" id="{B87B93C5-4049-FDE1-F7D3-2C1D32BDAF58}"/>
              </a:ext>
            </a:extLst>
          </p:cNvPr>
          <p:cNvSpPr/>
          <p:nvPr/>
        </p:nvSpPr>
        <p:spPr>
          <a:xfrm>
            <a:off x="457200" y="6355080"/>
            <a:ext cx="5486400" cy="320040"/>
          </a:xfrm>
          <a:prstGeom prst="rect">
            <a:avLst/>
          </a:prstGeom>
          <a:noFill/>
          <a:ln/>
        </p:spPr>
        <p:txBody>
          <a:bodyPr wrap="square" lIns="91440" tIns="45720" rIns="91440" bIns="45720" rtlCol="0" anchor="ctr"/>
          <a:lstStyle/>
          <a:p>
            <a:pPr marL="0" indent="0">
              <a:buNone/>
            </a:pPr>
            <a:r>
              <a:rPr lang="en-US" sz="950" i="1" dirty="0" err="1">
                <a:solidFill>
                  <a:srgbClr val="6B7680"/>
                </a:solidFill>
                <a:latin typeface="Arial"/>
                <a:ea typeface="Arial" pitchFamily="34" charset="-122"/>
                <a:cs typeface="Arial"/>
              </a:rPr>
              <a:t>Werkwijze</a:t>
            </a:r>
            <a:endParaRPr lang="en-US" sz="950" i="1" dirty="0" err="1">
              <a:solidFill>
                <a:srgbClr val="6B7680"/>
              </a:solidFill>
              <a:latin typeface="Arial"/>
              <a:cs typeface="Arial"/>
            </a:endParaRPr>
          </a:p>
        </p:txBody>
      </p:sp>
      <p:sp>
        <p:nvSpPr>
          <p:cNvPr id="12" name="Text 10">
            <a:extLst>
              <a:ext uri="{FF2B5EF4-FFF2-40B4-BE49-F238E27FC236}">
                <a16:creationId xmlns:a16="http://schemas.microsoft.com/office/drawing/2014/main" id="{C25218B9-6B83-136B-506E-0E93B95BD119}"/>
              </a:ext>
            </a:extLst>
          </p:cNvPr>
          <p:cNvSpPr/>
          <p:nvPr/>
        </p:nvSpPr>
        <p:spPr>
          <a:xfrm>
            <a:off x="502920" y="1298448"/>
            <a:ext cx="11155680" cy="320040"/>
          </a:xfrm>
          <a:prstGeom prst="rect">
            <a:avLst/>
          </a:prstGeom>
          <a:noFill/>
          <a:ln/>
        </p:spPr>
        <p:txBody>
          <a:bodyPr wrap="square" lIns="91440" tIns="45720" rIns="91440" bIns="45720" rtlCol="0" anchor="ctr"/>
          <a:lstStyle/>
          <a:p>
            <a:pPr marL="0" indent="0">
              <a:buNone/>
            </a:pPr>
            <a:r>
              <a:rPr lang="en-US" sz="1200" i="1" dirty="0">
                <a:solidFill>
                  <a:srgbClr val="6B7680"/>
                </a:solidFill>
                <a:latin typeface="Arial"/>
                <a:ea typeface="Arial" pitchFamily="34" charset="-122"/>
                <a:cs typeface="Arial"/>
              </a:rPr>
              <a:t>Een sprint </a:t>
            </a:r>
            <a:r>
              <a:rPr lang="en-US" sz="1200" i="1" dirty="0" err="1">
                <a:solidFill>
                  <a:srgbClr val="6B7680"/>
                </a:solidFill>
                <a:latin typeface="Arial"/>
                <a:ea typeface="Arial" pitchFamily="34" charset="-122"/>
                <a:cs typeface="Arial"/>
              </a:rPr>
              <a:t>duurt</a:t>
            </a:r>
            <a:r>
              <a:rPr lang="en-US" sz="1200" i="1" dirty="0">
                <a:solidFill>
                  <a:srgbClr val="6B7680"/>
                </a:solidFill>
                <a:latin typeface="Arial"/>
                <a:ea typeface="Arial" pitchFamily="34" charset="-122"/>
                <a:cs typeface="Arial"/>
              </a:rPr>
              <a:t> 3 </a:t>
            </a:r>
            <a:r>
              <a:rPr lang="en-US" sz="1200" i="1" dirty="0" err="1">
                <a:solidFill>
                  <a:srgbClr val="6B7680"/>
                </a:solidFill>
                <a:latin typeface="Arial"/>
                <a:ea typeface="Arial" pitchFamily="34" charset="-122"/>
                <a:cs typeface="Arial"/>
              </a:rPr>
              <a:t>weken</a:t>
            </a:r>
            <a:r>
              <a:rPr lang="en-US" sz="1200" i="1" dirty="0">
                <a:solidFill>
                  <a:srgbClr val="6B7680"/>
                </a:solidFill>
                <a:latin typeface="Arial"/>
                <a:ea typeface="Arial" pitchFamily="34" charset="-122"/>
                <a:cs typeface="Arial"/>
              </a:rPr>
              <a:t>.</a:t>
            </a:r>
            <a:endParaRPr lang="en-US" sz="1200" dirty="0">
              <a:latin typeface="Arial"/>
              <a:cs typeface="Arial"/>
            </a:endParaRPr>
          </a:p>
        </p:txBody>
      </p:sp>
      <p:sp>
        <p:nvSpPr>
          <p:cNvPr id="13" name="Shape 11">
            <a:extLst>
              <a:ext uri="{FF2B5EF4-FFF2-40B4-BE49-F238E27FC236}">
                <a16:creationId xmlns:a16="http://schemas.microsoft.com/office/drawing/2014/main" id="{1D204873-CA2D-F9FB-752D-91386E4855BE}"/>
              </a:ext>
            </a:extLst>
          </p:cNvPr>
          <p:cNvSpPr/>
          <p:nvPr/>
        </p:nvSpPr>
        <p:spPr>
          <a:xfrm>
            <a:off x="1528327" y="1765582"/>
            <a:ext cx="2031797" cy="365760"/>
          </a:xfrm>
          <a:prstGeom prst="roundRect">
            <a:avLst>
              <a:gd name="adj" fmla="val 15000"/>
            </a:avLst>
          </a:prstGeom>
          <a:solidFill>
            <a:srgbClr val="F5F8FA"/>
          </a:solidFill>
          <a:ln w="12700">
            <a:solidFill>
              <a:srgbClr val="003362"/>
            </a:solidFill>
            <a:prstDash val="dash"/>
          </a:ln>
        </p:spPr>
        <p:txBody>
          <a:bodyPr/>
          <a:lstStyle/>
          <a:p>
            <a:endParaRPr lang="nl-NL"/>
          </a:p>
        </p:txBody>
      </p:sp>
      <p:sp>
        <p:nvSpPr>
          <p:cNvPr id="14" name="Text 12">
            <a:extLst>
              <a:ext uri="{FF2B5EF4-FFF2-40B4-BE49-F238E27FC236}">
                <a16:creationId xmlns:a16="http://schemas.microsoft.com/office/drawing/2014/main" id="{937F7D79-7B48-B048-D247-B5F449DA4D29}"/>
              </a:ext>
            </a:extLst>
          </p:cNvPr>
          <p:cNvSpPr/>
          <p:nvPr/>
        </p:nvSpPr>
        <p:spPr>
          <a:xfrm>
            <a:off x="1574047" y="1765582"/>
            <a:ext cx="1940357" cy="365760"/>
          </a:xfrm>
          <a:prstGeom prst="rect">
            <a:avLst/>
          </a:prstGeom>
          <a:noFill/>
          <a:ln/>
        </p:spPr>
        <p:txBody>
          <a:bodyPr wrap="square" rtlCol="0" anchor="ctr"/>
          <a:lstStyle/>
          <a:p>
            <a:pPr marL="0" indent="0" algn="ctr">
              <a:buNone/>
            </a:pPr>
            <a:r>
              <a:rPr lang="en-US" sz="800" i="1">
                <a:solidFill>
                  <a:srgbClr val="6B7680"/>
                </a:solidFill>
                <a:latin typeface="Arial" pitchFamily="34" charset="0"/>
                <a:ea typeface="Arial" pitchFamily="34" charset="-122"/>
                <a:cs typeface="Arial" pitchFamily="34" charset="-120"/>
              </a:rPr>
              <a:t>loopt parallel, voor volgende sprint</a:t>
            </a:r>
            <a:endParaRPr lang="en-US" sz="800"/>
          </a:p>
        </p:txBody>
      </p:sp>
      <p:sp>
        <p:nvSpPr>
          <p:cNvPr id="15" name="Shape 13">
            <a:extLst>
              <a:ext uri="{FF2B5EF4-FFF2-40B4-BE49-F238E27FC236}">
                <a16:creationId xmlns:a16="http://schemas.microsoft.com/office/drawing/2014/main" id="{638F9203-69F2-64DF-518D-40A29889921A}"/>
              </a:ext>
            </a:extLst>
          </p:cNvPr>
          <p:cNvSpPr/>
          <p:nvPr/>
        </p:nvSpPr>
        <p:spPr>
          <a:xfrm>
            <a:off x="2315625" y="2039902"/>
            <a:ext cx="457200" cy="457200"/>
          </a:xfrm>
          <a:prstGeom prst="ellipse">
            <a:avLst/>
          </a:prstGeom>
          <a:solidFill>
            <a:srgbClr val="003362"/>
          </a:solidFill>
          <a:ln w="25400">
            <a:solidFill>
              <a:srgbClr val="FFFFFF"/>
            </a:solidFill>
            <a:prstDash val="solid"/>
          </a:ln>
        </p:spPr>
        <p:txBody>
          <a:bodyPr/>
          <a:lstStyle/>
          <a:p>
            <a:endParaRPr lang="nl-NL"/>
          </a:p>
        </p:txBody>
      </p:sp>
      <p:sp>
        <p:nvSpPr>
          <p:cNvPr id="16" name="Text 14">
            <a:extLst>
              <a:ext uri="{FF2B5EF4-FFF2-40B4-BE49-F238E27FC236}">
                <a16:creationId xmlns:a16="http://schemas.microsoft.com/office/drawing/2014/main" id="{AC4C404B-BCF3-A2FF-7C1A-07E82E45D72A}"/>
              </a:ext>
            </a:extLst>
          </p:cNvPr>
          <p:cNvSpPr/>
          <p:nvPr/>
        </p:nvSpPr>
        <p:spPr>
          <a:xfrm>
            <a:off x="2315625" y="2039902"/>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1</a:t>
            </a:r>
            <a:endParaRPr lang="en-US" sz="1600"/>
          </a:p>
        </p:txBody>
      </p:sp>
      <p:sp>
        <p:nvSpPr>
          <p:cNvPr id="17" name="Shape 15">
            <a:extLst>
              <a:ext uri="{FF2B5EF4-FFF2-40B4-BE49-F238E27FC236}">
                <a16:creationId xmlns:a16="http://schemas.microsoft.com/office/drawing/2014/main" id="{AE7A972B-13F6-46EE-42FF-3A3AB5A5A440}"/>
              </a:ext>
            </a:extLst>
          </p:cNvPr>
          <p:cNvSpPr/>
          <p:nvPr/>
        </p:nvSpPr>
        <p:spPr>
          <a:xfrm>
            <a:off x="1528327" y="2588542"/>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18" name="Shape 16">
            <a:extLst>
              <a:ext uri="{FF2B5EF4-FFF2-40B4-BE49-F238E27FC236}">
                <a16:creationId xmlns:a16="http://schemas.microsoft.com/office/drawing/2014/main" id="{361B3E8F-4E01-89D9-07BA-3253C2ADBDCB}"/>
              </a:ext>
            </a:extLst>
          </p:cNvPr>
          <p:cNvSpPr/>
          <p:nvPr/>
        </p:nvSpPr>
        <p:spPr>
          <a:xfrm>
            <a:off x="1528327" y="2588542"/>
            <a:ext cx="2031797" cy="64008"/>
          </a:xfrm>
          <a:prstGeom prst="rect">
            <a:avLst/>
          </a:prstGeom>
          <a:solidFill>
            <a:srgbClr val="003362"/>
          </a:solidFill>
          <a:ln/>
        </p:spPr>
        <p:txBody>
          <a:bodyPr/>
          <a:lstStyle/>
          <a:p>
            <a:endParaRPr lang="nl-NL"/>
          </a:p>
        </p:txBody>
      </p:sp>
      <p:sp>
        <p:nvSpPr>
          <p:cNvPr id="19" name="Text 17">
            <a:extLst>
              <a:ext uri="{FF2B5EF4-FFF2-40B4-BE49-F238E27FC236}">
                <a16:creationId xmlns:a16="http://schemas.microsoft.com/office/drawing/2014/main" id="{3C769216-F244-8101-D7B7-54B46EB8F567}"/>
              </a:ext>
            </a:extLst>
          </p:cNvPr>
          <p:cNvSpPr/>
          <p:nvPr/>
        </p:nvSpPr>
        <p:spPr>
          <a:xfrm>
            <a:off x="1656343" y="2734846"/>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Refinement</a:t>
            </a:r>
            <a:endParaRPr lang="en-US" sz="1300"/>
          </a:p>
        </p:txBody>
      </p:sp>
      <p:sp>
        <p:nvSpPr>
          <p:cNvPr id="20" name="Text 18">
            <a:extLst>
              <a:ext uri="{FF2B5EF4-FFF2-40B4-BE49-F238E27FC236}">
                <a16:creationId xmlns:a16="http://schemas.microsoft.com/office/drawing/2014/main" id="{2E7B18F6-FC27-97C6-1D99-C314D0E8C8E3}"/>
              </a:ext>
            </a:extLst>
          </p:cNvPr>
          <p:cNvSpPr/>
          <p:nvPr/>
        </p:nvSpPr>
        <p:spPr>
          <a:xfrm>
            <a:off x="1656343" y="3210334"/>
            <a:ext cx="1775765" cy="914400"/>
          </a:xfrm>
          <a:prstGeom prst="rect">
            <a:avLst/>
          </a:prstGeom>
          <a:noFill/>
          <a:ln/>
        </p:spPr>
        <p:txBody>
          <a:bodyPr wrap="square" lIns="91440" tIns="45720" rIns="91440" bIns="45720" rtlCol="0" anchor="t"/>
          <a:lstStyle/>
          <a:p>
            <a:pPr>
              <a:lnSpc>
                <a:spcPts val="1200"/>
              </a:lnSpc>
            </a:pPr>
            <a:r>
              <a:rPr lang="en-US" sz="950" dirty="0" err="1">
                <a:solidFill>
                  <a:srgbClr val="2B3033"/>
                </a:solidFill>
                <a:latin typeface="Arial"/>
                <a:ea typeface="Arial" pitchFamily="34" charset="-122"/>
                <a:cs typeface="Arial"/>
              </a:rPr>
              <a:t>Individuele</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functionaliteiten</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worden</a:t>
            </a:r>
            <a:r>
              <a:rPr lang="en-US" sz="950" dirty="0">
                <a:solidFill>
                  <a:srgbClr val="2B3033"/>
                </a:solidFill>
                <a:latin typeface="Arial"/>
                <a:ea typeface="Arial" pitchFamily="34" charset="-122"/>
                <a:cs typeface="Arial"/>
              </a:rPr>
              <a:t> in detail </a:t>
            </a:r>
            <a:r>
              <a:rPr lang="en-US" sz="950" dirty="0" err="1">
                <a:solidFill>
                  <a:srgbClr val="2B3033"/>
                </a:solidFill>
                <a:latin typeface="Arial"/>
                <a:ea typeface="Arial" pitchFamily="34" charset="-122"/>
                <a:cs typeface="Arial"/>
              </a:rPr>
              <a:t>uitgewerkt</a:t>
            </a:r>
            <a:r>
              <a:rPr lang="en-US" sz="950" dirty="0">
                <a:solidFill>
                  <a:srgbClr val="2B3033"/>
                </a:solidFill>
                <a:latin typeface="Arial"/>
                <a:ea typeface="Arial" pitchFamily="34" charset="-122"/>
                <a:cs typeface="Arial"/>
              </a:rPr>
              <a:t> </a:t>
            </a:r>
            <a:endParaRPr lang="en-US" sz="950" dirty="0">
              <a:solidFill>
                <a:srgbClr val="000000"/>
              </a:solidFill>
              <a:latin typeface="Arial"/>
              <a:ea typeface="Calibri" panose="020F0502020204030204"/>
              <a:cs typeface="Arial"/>
            </a:endParaRPr>
          </a:p>
          <a:p>
            <a:pPr marL="0" indent="0">
              <a:lnSpc>
                <a:spcPts val="1200"/>
              </a:lnSpc>
              <a:buNone/>
            </a:pPr>
            <a:r>
              <a:rPr lang="en-US" sz="950" dirty="0" err="1">
                <a:solidFill>
                  <a:srgbClr val="2B3033"/>
                </a:solidFill>
                <a:latin typeface="Arial"/>
                <a:ea typeface="Arial" pitchFamily="34" charset="-122"/>
                <a:cs typeface="Arial"/>
              </a:rPr>
              <a:t>en</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gereed</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gemaakt</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voor</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een</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volgende</a:t>
            </a:r>
            <a:r>
              <a:rPr lang="en-US" sz="950" dirty="0">
                <a:solidFill>
                  <a:srgbClr val="2B3033"/>
                </a:solidFill>
                <a:latin typeface="Arial"/>
                <a:ea typeface="Arial" pitchFamily="34" charset="-122"/>
                <a:cs typeface="Arial"/>
              </a:rPr>
              <a:t> sprint.</a:t>
            </a:r>
            <a:endParaRPr lang="en-US" sz="950" dirty="0">
              <a:latin typeface="Arial"/>
              <a:ea typeface="Calibri"/>
              <a:cs typeface="Arial"/>
            </a:endParaRPr>
          </a:p>
        </p:txBody>
      </p:sp>
      <p:sp>
        <p:nvSpPr>
          <p:cNvPr id="21" name="Text 19">
            <a:extLst>
              <a:ext uri="{FF2B5EF4-FFF2-40B4-BE49-F238E27FC236}">
                <a16:creationId xmlns:a16="http://schemas.microsoft.com/office/drawing/2014/main" id="{D490B8B5-5771-CD27-265D-7929DA241505}"/>
              </a:ext>
            </a:extLst>
          </p:cNvPr>
          <p:cNvSpPr/>
          <p:nvPr/>
        </p:nvSpPr>
        <p:spPr>
          <a:xfrm>
            <a:off x="1528327" y="4399054"/>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22" name="Text 20">
            <a:extLst>
              <a:ext uri="{FF2B5EF4-FFF2-40B4-BE49-F238E27FC236}">
                <a16:creationId xmlns:a16="http://schemas.microsoft.com/office/drawing/2014/main" id="{E64289B5-ED3A-D2A1-A127-8E8397071B1F}"/>
              </a:ext>
            </a:extLst>
          </p:cNvPr>
          <p:cNvSpPr/>
          <p:nvPr/>
        </p:nvSpPr>
        <p:spPr>
          <a:xfrm>
            <a:off x="1574047" y="4581934"/>
            <a:ext cx="1940357" cy="502920"/>
          </a:xfrm>
          <a:prstGeom prst="rect">
            <a:avLst/>
          </a:prstGeom>
          <a:noFill/>
          <a:ln/>
        </p:spPr>
        <p:txBody>
          <a:bodyPr wrap="square" rtlCol="0" anchor="t"/>
          <a:lstStyle/>
          <a:p>
            <a:pPr marL="0" indent="0" algn="ctr">
              <a:lnSpc>
                <a:spcPts val="1100"/>
              </a:lnSpc>
              <a:buNone/>
            </a:pPr>
            <a:r>
              <a:rPr lang="en-US" sz="900" i="1">
                <a:solidFill>
                  <a:srgbClr val="003362"/>
                </a:solidFill>
                <a:latin typeface="Arial" pitchFamily="34" charset="0"/>
                <a:ea typeface="Arial" pitchFamily="34" charset="-122"/>
                <a:cs typeface="Arial" pitchFamily="34" charset="-120"/>
              </a:rPr>
              <a:t>Ritense + Subject Matter Experts</a:t>
            </a:r>
            <a:endParaRPr lang="en-US" sz="900"/>
          </a:p>
        </p:txBody>
      </p:sp>
      <p:sp>
        <p:nvSpPr>
          <p:cNvPr id="23" name="Shape 21">
            <a:extLst>
              <a:ext uri="{FF2B5EF4-FFF2-40B4-BE49-F238E27FC236}">
                <a16:creationId xmlns:a16="http://schemas.microsoft.com/office/drawing/2014/main" id="{A7935012-2310-2A63-D381-E93DC1FFA117}"/>
              </a:ext>
            </a:extLst>
          </p:cNvPr>
          <p:cNvSpPr/>
          <p:nvPr/>
        </p:nvSpPr>
        <p:spPr>
          <a:xfrm>
            <a:off x="3560124" y="3169186"/>
            <a:ext cx="256032" cy="164592"/>
          </a:xfrm>
          <a:prstGeom prst="rightArrow">
            <a:avLst/>
          </a:prstGeom>
          <a:solidFill>
            <a:srgbClr val="C7D2D6"/>
          </a:solidFill>
          <a:ln/>
        </p:spPr>
        <p:txBody>
          <a:bodyPr/>
          <a:lstStyle/>
          <a:p>
            <a:endParaRPr lang="nl-NL"/>
          </a:p>
        </p:txBody>
      </p:sp>
      <p:sp>
        <p:nvSpPr>
          <p:cNvPr id="24" name="Shape 22">
            <a:extLst>
              <a:ext uri="{FF2B5EF4-FFF2-40B4-BE49-F238E27FC236}">
                <a16:creationId xmlns:a16="http://schemas.microsoft.com/office/drawing/2014/main" id="{3741CB43-87ED-9954-9F02-E22BFB042E2C}"/>
              </a:ext>
            </a:extLst>
          </p:cNvPr>
          <p:cNvSpPr/>
          <p:nvPr/>
        </p:nvSpPr>
        <p:spPr>
          <a:xfrm>
            <a:off x="4603454" y="2039902"/>
            <a:ext cx="457200" cy="457200"/>
          </a:xfrm>
          <a:prstGeom prst="ellipse">
            <a:avLst/>
          </a:prstGeom>
          <a:solidFill>
            <a:srgbClr val="E76734"/>
          </a:solidFill>
          <a:ln w="25400">
            <a:solidFill>
              <a:srgbClr val="FFFFFF"/>
            </a:solidFill>
            <a:prstDash val="solid"/>
          </a:ln>
        </p:spPr>
        <p:txBody>
          <a:bodyPr/>
          <a:lstStyle/>
          <a:p>
            <a:endParaRPr lang="nl-NL"/>
          </a:p>
        </p:txBody>
      </p:sp>
      <p:sp>
        <p:nvSpPr>
          <p:cNvPr id="25" name="Text 23">
            <a:extLst>
              <a:ext uri="{FF2B5EF4-FFF2-40B4-BE49-F238E27FC236}">
                <a16:creationId xmlns:a16="http://schemas.microsoft.com/office/drawing/2014/main" id="{2B6D13A6-8527-C06B-6D91-FEEE6161E97A}"/>
              </a:ext>
            </a:extLst>
          </p:cNvPr>
          <p:cNvSpPr/>
          <p:nvPr/>
        </p:nvSpPr>
        <p:spPr>
          <a:xfrm>
            <a:off x="4603454" y="2039902"/>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2</a:t>
            </a:r>
            <a:endParaRPr lang="en-US" sz="1600"/>
          </a:p>
        </p:txBody>
      </p:sp>
      <p:sp>
        <p:nvSpPr>
          <p:cNvPr id="26" name="Shape 24">
            <a:extLst>
              <a:ext uri="{FF2B5EF4-FFF2-40B4-BE49-F238E27FC236}">
                <a16:creationId xmlns:a16="http://schemas.microsoft.com/office/drawing/2014/main" id="{197FFAE1-C1DD-5153-212F-F551AE47C894}"/>
              </a:ext>
            </a:extLst>
          </p:cNvPr>
          <p:cNvSpPr/>
          <p:nvPr/>
        </p:nvSpPr>
        <p:spPr>
          <a:xfrm>
            <a:off x="3816156" y="2588542"/>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27" name="Shape 25">
            <a:extLst>
              <a:ext uri="{FF2B5EF4-FFF2-40B4-BE49-F238E27FC236}">
                <a16:creationId xmlns:a16="http://schemas.microsoft.com/office/drawing/2014/main" id="{0E0C2E45-7823-B12E-F27F-6A92D6AFF87E}"/>
              </a:ext>
            </a:extLst>
          </p:cNvPr>
          <p:cNvSpPr/>
          <p:nvPr/>
        </p:nvSpPr>
        <p:spPr>
          <a:xfrm>
            <a:off x="3816156" y="2588542"/>
            <a:ext cx="2031797" cy="64008"/>
          </a:xfrm>
          <a:prstGeom prst="rect">
            <a:avLst/>
          </a:prstGeom>
          <a:solidFill>
            <a:srgbClr val="E76734"/>
          </a:solidFill>
          <a:ln/>
        </p:spPr>
        <p:txBody>
          <a:bodyPr/>
          <a:lstStyle/>
          <a:p>
            <a:endParaRPr lang="nl-NL"/>
          </a:p>
        </p:txBody>
      </p:sp>
      <p:sp>
        <p:nvSpPr>
          <p:cNvPr id="28" name="Text 26">
            <a:extLst>
              <a:ext uri="{FF2B5EF4-FFF2-40B4-BE49-F238E27FC236}">
                <a16:creationId xmlns:a16="http://schemas.microsoft.com/office/drawing/2014/main" id="{2CE24382-6631-3D4C-6177-BE512366F8B3}"/>
              </a:ext>
            </a:extLst>
          </p:cNvPr>
          <p:cNvSpPr/>
          <p:nvPr/>
        </p:nvSpPr>
        <p:spPr>
          <a:xfrm>
            <a:off x="3944172" y="2734846"/>
            <a:ext cx="1775765" cy="457200"/>
          </a:xfrm>
          <a:prstGeom prst="rect">
            <a:avLst/>
          </a:prstGeom>
          <a:noFill/>
          <a:ln/>
        </p:spPr>
        <p:txBody>
          <a:bodyPr wrap="square" lIns="91440" tIns="45720" rIns="91440" bIns="45720" rtlCol="0" anchor="t"/>
          <a:lstStyle/>
          <a:p>
            <a:pPr>
              <a:lnSpc>
                <a:spcPts val="1500"/>
              </a:lnSpc>
            </a:pPr>
            <a:r>
              <a:rPr lang="en-US" sz="1300" b="1" err="1">
                <a:solidFill>
                  <a:srgbClr val="003362"/>
                </a:solidFill>
                <a:latin typeface="Arial"/>
                <a:ea typeface="Arial" pitchFamily="34" charset="-122"/>
                <a:cs typeface="Arial"/>
              </a:rPr>
              <a:t>Uitvoering</a:t>
            </a:r>
            <a:r>
              <a:rPr lang="en-US" sz="1300" b="1">
                <a:solidFill>
                  <a:srgbClr val="003362"/>
                </a:solidFill>
                <a:latin typeface="Arial"/>
                <a:ea typeface="Arial" pitchFamily="34" charset="-122"/>
                <a:cs typeface="Arial"/>
              </a:rPr>
              <a:t> / Testen</a:t>
            </a:r>
            <a:endParaRPr lang="en-US" sz="1300"/>
          </a:p>
        </p:txBody>
      </p:sp>
      <p:sp>
        <p:nvSpPr>
          <p:cNvPr id="29" name="Text 27">
            <a:extLst>
              <a:ext uri="{FF2B5EF4-FFF2-40B4-BE49-F238E27FC236}">
                <a16:creationId xmlns:a16="http://schemas.microsoft.com/office/drawing/2014/main" id="{A1185C08-862A-0C18-03ED-C4A0A245AAF7}"/>
              </a:ext>
            </a:extLst>
          </p:cNvPr>
          <p:cNvSpPr/>
          <p:nvPr/>
        </p:nvSpPr>
        <p:spPr>
          <a:xfrm>
            <a:off x="3944172" y="3210334"/>
            <a:ext cx="1775765" cy="914400"/>
          </a:xfrm>
          <a:prstGeom prst="rect">
            <a:avLst/>
          </a:prstGeom>
          <a:noFill/>
          <a:ln/>
        </p:spPr>
        <p:txBody>
          <a:bodyPr wrap="square" lIns="91440" tIns="45720" rIns="91440" bIns="45720"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Het ontwikkelteam bouwt de stories uit de sprintbacklog.</a:t>
            </a:r>
          </a:p>
          <a:p>
            <a:pPr>
              <a:lnSpc>
                <a:spcPts val="1200"/>
              </a:lnSpc>
            </a:pPr>
            <a:r>
              <a:rPr lang="en-US" sz="950" err="1">
                <a:solidFill>
                  <a:srgbClr val="2B3033"/>
                </a:solidFill>
                <a:latin typeface="Arial"/>
                <a:cs typeface="Arial"/>
              </a:rPr>
              <a:t>Opgeleverde</a:t>
            </a:r>
            <a:r>
              <a:rPr lang="en-US" sz="950">
                <a:solidFill>
                  <a:srgbClr val="2B3033"/>
                </a:solidFill>
                <a:latin typeface="Arial"/>
                <a:cs typeface="Arial"/>
              </a:rPr>
              <a:t> stories </a:t>
            </a:r>
            <a:r>
              <a:rPr lang="en-US" sz="950" err="1">
                <a:solidFill>
                  <a:srgbClr val="2B3033"/>
                </a:solidFill>
                <a:latin typeface="Arial"/>
                <a:cs typeface="Arial"/>
              </a:rPr>
              <a:t>worden</a:t>
            </a:r>
            <a:r>
              <a:rPr lang="en-US" sz="950">
                <a:solidFill>
                  <a:srgbClr val="2B3033"/>
                </a:solidFill>
                <a:latin typeface="Arial"/>
                <a:cs typeface="Arial"/>
              </a:rPr>
              <a:t> </a:t>
            </a:r>
            <a:r>
              <a:rPr lang="en-US" sz="950" err="1">
                <a:solidFill>
                  <a:srgbClr val="2B3033"/>
                </a:solidFill>
                <a:latin typeface="Arial"/>
                <a:cs typeface="Arial"/>
              </a:rPr>
              <a:t>getest</a:t>
            </a:r>
            <a:r>
              <a:rPr lang="en-US" sz="950">
                <a:solidFill>
                  <a:srgbClr val="2B3033"/>
                </a:solidFill>
                <a:latin typeface="Arial"/>
                <a:cs typeface="Arial"/>
              </a:rPr>
              <a:t> door de business. </a:t>
            </a:r>
          </a:p>
        </p:txBody>
      </p:sp>
      <p:sp>
        <p:nvSpPr>
          <p:cNvPr id="30" name="Text 28">
            <a:extLst>
              <a:ext uri="{FF2B5EF4-FFF2-40B4-BE49-F238E27FC236}">
                <a16:creationId xmlns:a16="http://schemas.microsoft.com/office/drawing/2014/main" id="{67B28ECC-2DDA-4315-0877-1510BE603F51}"/>
              </a:ext>
            </a:extLst>
          </p:cNvPr>
          <p:cNvSpPr/>
          <p:nvPr/>
        </p:nvSpPr>
        <p:spPr>
          <a:xfrm>
            <a:off x="3816156" y="4399054"/>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31" name="Text 29">
            <a:extLst>
              <a:ext uri="{FF2B5EF4-FFF2-40B4-BE49-F238E27FC236}">
                <a16:creationId xmlns:a16="http://schemas.microsoft.com/office/drawing/2014/main" id="{4136C91E-19EF-9059-3741-35001EBF1E7D}"/>
              </a:ext>
            </a:extLst>
          </p:cNvPr>
          <p:cNvSpPr/>
          <p:nvPr/>
        </p:nvSpPr>
        <p:spPr>
          <a:xfrm>
            <a:off x="3861876" y="4581934"/>
            <a:ext cx="1940357" cy="502920"/>
          </a:xfrm>
          <a:prstGeom prst="rect">
            <a:avLst/>
          </a:prstGeom>
          <a:noFill/>
          <a:ln/>
        </p:spPr>
        <p:txBody>
          <a:bodyPr wrap="square" lIns="91440" tIns="45720" rIns="91440" bIns="45720" rtlCol="0" anchor="t"/>
          <a:lstStyle/>
          <a:p>
            <a:pPr algn="ctr"/>
            <a:r>
              <a:rPr lang="en-US" sz="900" err="1">
                <a:solidFill>
                  <a:srgbClr val="E76734"/>
                </a:solidFill>
                <a:ea typeface="+mn-lt"/>
                <a:cs typeface="+mn-lt"/>
              </a:rPr>
              <a:t>Ritense</a:t>
            </a:r>
            <a:r>
              <a:rPr lang="en-US" sz="900">
                <a:solidFill>
                  <a:srgbClr val="E76734"/>
                </a:solidFill>
                <a:ea typeface="+mn-lt"/>
                <a:cs typeface="+mn-lt"/>
              </a:rPr>
              <a:t> → Business</a:t>
            </a:r>
            <a:endParaRPr lang="nl-NL"/>
          </a:p>
          <a:p>
            <a:pPr algn="ctr">
              <a:lnSpc>
                <a:spcPts val="1100"/>
              </a:lnSpc>
            </a:pPr>
            <a:r>
              <a:rPr lang="en-US" sz="900">
                <a:solidFill>
                  <a:srgbClr val="E76734"/>
                </a:solidFill>
                <a:ea typeface="+mn-lt"/>
                <a:cs typeface="+mn-lt"/>
              </a:rPr>
              <a:t>(PO/SME/</a:t>
            </a:r>
            <a:r>
              <a:rPr lang="en-US" sz="900" err="1">
                <a:solidFill>
                  <a:srgbClr val="E76734"/>
                </a:solidFill>
                <a:ea typeface="+mn-lt"/>
                <a:cs typeface="+mn-lt"/>
              </a:rPr>
              <a:t>eindgebruikers</a:t>
            </a:r>
            <a:r>
              <a:rPr lang="en-US" sz="900">
                <a:solidFill>
                  <a:srgbClr val="E76734"/>
                </a:solidFill>
                <a:ea typeface="+mn-lt"/>
                <a:cs typeface="+mn-lt"/>
              </a:rPr>
              <a:t>) </a:t>
            </a:r>
            <a:endParaRPr lang="en-US"/>
          </a:p>
        </p:txBody>
      </p:sp>
      <p:sp>
        <p:nvSpPr>
          <p:cNvPr id="32" name="Shape 30">
            <a:extLst>
              <a:ext uri="{FF2B5EF4-FFF2-40B4-BE49-F238E27FC236}">
                <a16:creationId xmlns:a16="http://schemas.microsoft.com/office/drawing/2014/main" id="{1BD9863B-0814-91E8-0154-EEB79E239AC1}"/>
              </a:ext>
            </a:extLst>
          </p:cNvPr>
          <p:cNvSpPr/>
          <p:nvPr/>
        </p:nvSpPr>
        <p:spPr>
          <a:xfrm>
            <a:off x="5847953" y="3169186"/>
            <a:ext cx="256032" cy="164592"/>
          </a:xfrm>
          <a:prstGeom prst="rightArrow">
            <a:avLst/>
          </a:prstGeom>
          <a:solidFill>
            <a:srgbClr val="C7D2D6"/>
          </a:solidFill>
          <a:ln/>
        </p:spPr>
        <p:txBody>
          <a:bodyPr/>
          <a:lstStyle/>
          <a:p>
            <a:endParaRPr lang="nl-NL"/>
          </a:p>
        </p:txBody>
      </p:sp>
      <p:sp>
        <p:nvSpPr>
          <p:cNvPr id="33" name="Shape 31">
            <a:extLst>
              <a:ext uri="{FF2B5EF4-FFF2-40B4-BE49-F238E27FC236}">
                <a16:creationId xmlns:a16="http://schemas.microsoft.com/office/drawing/2014/main" id="{4B1CF5B3-A8B8-618F-4EA0-4A28AB82BB6C}"/>
              </a:ext>
            </a:extLst>
          </p:cNvPr>
          <p:cNvSpPr/>
          <p:nvPr/>
        </p:nvSpPr>
        <p:spPr>
          <a:xfrm>
            <a:off x="6891283" y="2039902"/>
            <a:ext cx="457200" cy="457200"/>
          </a:xfrm>
          <a:prstGeom prst="ellipse">
            <a:avLst/>
          </a:prstGeom>
          <a:solidFill>
            <a:srgbClr val="89CDF2"/>
          </a:solidFill>
          <a:ln w="25400">
            <a:solidFill>
              <a:srgbClr val="FFFFFF"/>
            </a:solidFill>
            <a:prstDash val="solid"/>
          </a:ln>
        </p:spPr>
        <p:txBody>
          <a:bodyPr/>
          <a:lstStyle/>
          <a:p>
            <a:endParaRPr lang="nl-NL"/>
          </a:p>
        </p:txBody>
      </p:sp>
      <p:sp>
        <p:nvSpPr>
          <p:cNvPr id="34" name="Text 32">
            <a:extLst>
              <a:ext uri="{FF2B5EF4-FFF2-40B4-BE49-F238E27FC236}">
                <a16:creationId xmlns:a16="http://schemas.microsoft.com/office/drawing/2014/main" id="{FC651402-F506-09CA-4758-9EBD03CFC67E}"/>
              </a:ext>
            </a:extLst>
          </p:cNvPr>
          <p:cNvSpPr/>
          <p:nvPr/>
        </p:nvSpPr>
        <p:spPr>
          <a:xfrm>
            <a:off x="6891283" y="2039902"/>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3</a:t>
            </a:r>
            <a:endParaRPr lang="en-US" sz="1600"/>
          </a:p>
        </p:txBody>
      </p:sp>
      <p:sp>
        <p:nvSpPr>
          <p:cNvPr id="35" name="Shape 33">
            <a:extLst>
              <a:ext uri="{FF2B5EF4-FFF2-40B4-BE49-F238E27FC236}">
                <a16:creationId xmlns:a16="http://schemas.microsoft.com/office/drawing/2014/main" id="{FB494288-186E-CEAC-D631-F89880FF80F2}"/>
              </a:ext>
            </a:extLst>
          </p:cNvPr>
          <p:cNvSpPr/>
          <p:nvPr/>
        </p:nvSpPr>
        <p:spPr>
          <a:xfrm>
            <a:off x="6103985" y="2588542"/>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36" name="Shape 34">
            <a:extLst>
              <a:ext uri="{FF2B5EF4-FFF2-40B4-BE49-F238E27FC236}">
                <a16:creationId xmlns:a16="http://schemas.microsoft.com/office/drawing/2014/main" id="{93664AF7-A9B4-76DF-06FB-D2F02F1DE7B2}"/>
              </a:ext>
            </a:extLst>
          </p:cNvPr>
          <p:cNvSpPr/>
          <p:nvPr/>
        </p:nvSpPr>
        <p:spPr>
          <a:xfrm>
            <a:off x="6103985" y="2588542"/>
            <a:ext cx="2031797" cy="64008"/>
          </a:xfrm>
          <a:prstGeom prst="rect">
            <a:avLst/>
          </a:prstGeom>
          <a:solidFill>
            <a:srgbClr val="89CDF2"/>
          </a:solidFill>
          <a:ln/>
        </p:spPr>
        <p:txBody>
          <a:bodyPr/>
          <a:lstStyle/>
          <a:p>
            <a:endParaRPr lang="nl-NL"/>
          </a:p>
        </p:txBody>
      </p:sp>
      <p:sp>
        <p:nvSpPr>
          <p:cNvPr id="37" name="Text 35">
            <a:extLst>
              <a:ext uri="{FF2B5EF4-FFF2-40B4-BE49-F238E27FC236}">
                <a16:creationId xmlns:a16="http://schemas.microsoft.com/office/drawing/2014/main" id="{52DCA5B9-9C22-1650-6C50-801ED155D85E}"/>
              </a:ext>
            </a:extLst>
          </p:cNvPr>
          <p:cNvSpPr/>
          <p:nvPr/>
        </p:nvSpPr>
        <p:spPr>
          <a:xfrm>
            <a:off x="6232001" y="2734846"/>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Wekelijkse check-ins</a:t>
            </a:r>
            <a:endParaRPr lang="en-US" sz="1300"/>
          </a:p>
        </p:txBody>
      </p:sp>
      <p:sp>
        <p:nvSpPr>
          <p:cNvPr id="38" name="Text 36">
            <a:extLst>
              <a:ext uri="{FF2B5EF4-FFF2-40B4-BE49-F238E27FC236}">
                <a16:creationId xmlns:a16="http://schemas.microsoft.com/office/drawing/2014/main" id="{F68A602F-C831-F39C-D393-B438CF1E8406}"/>
              </a:ext>
            </a:extLst>
          </p:cNvPr>
          <p:cNvSpPr/>
          <p:nvPr/>
        </p:nvSpPr>
        <p:spPr>
          <a:xfrm>
            <a:off x="6232001" y="3210334"/>
            <a:ext cx="1775765" cy="914400"/>
          </a:xfrm>
          <a:prstGeom prst="rect">
            <a:avLst/>
          </a:prstGeom>
          <a:noFill/>
          <a:ln/>
        </p:spPr>
        <p:txBody>
          <a:bodyPr wrap="square" lIns="91440" tIns="45720" rIns="91440" bIns="45720" rtlCol="0" anchor="t"/>
          <a:lstStyle/>
          <a:p>
            <a:pPr>
              <a:lnSpc>
                <a:spcPts val="1200"/>
              </a:lnSpc>
            </a:pPr>
            <a:r>
              <a:rPr lang="en-US" sz="950" dirty="0">
                <a:solidFill>
                  <a:srgbClr val="2B3033"/>
                </a:solidFill>
                <a:latin typeface="Arial"/>
                <a:ea typeface="Arial" pitchFamily="34" charset="-122"/>
                <a:cs typeface="Arial"/>
              </a:rPr>
              <a:t>Korte </a:t>
            </a:r>
            <a:r>
              <a:rPr lang="en-US" sz="950" dirty="0" err="1">
                <a:solidFill>
                  <a:srgbClr val="2B3033"/>
                </a:solidFill>
                <a:latin typeface="Arial"/>
                <a:ea typeface="Arial" pitchFamily="34" charset="-122"/>
                <a:cs typeface="Arial"/>
              </a:rPr>
              <a:t>afstemming</a:t>
            </a:r>
            <a:r>
              <a:rPr lang="en-US" sz="950" dirty="0">
                <a:solidFill>
                  <a:srgbClr val="2B3033"/>
                </a:solidFill>
                <a:latin typeface="Arial"/>
                <a:ea typeface="Arial" pitchFamily="34" charset="-122"/>
                <a:cs typeface="Arial"/>
              </a:rPr>
              <a:t> over </a:t>
            </a:r>
            <a:r>
              <a:rPr lang="en-US" sz="950" dirty="0" err="1">
                <a:solidFill>
                  <a:srgbClr val="2B3033"/>
                </a:solidFill>
                <a:latin typeface="Arial"/>
                <a:ea typeface="Arial" pitchFamily="34" charset="-122"/>
                <a:cs typeface="Arial"/>
              </a:rPr>
              <a:t>voortgang</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blokkades</a:t>
            </a:r>
            <a:r>
              <a:rPr lang="en-US" sz="950" dirty="0">
                <a:solidFill>
                  <a:srgbClr val="2B3033"/>
                </a:solidFill>
                <a:latin typeface="Arial"/>
                <a:ea typeface="Arial" pitchFamily="34" charset="-122"/>
                <a:cs typeface="Arial"/>
              </a:rPr>
              <a:t> </a:t>
            </a:r>
            <a:r>
              <a:rPr lang="en-US" sz="950" dirty="0" err="1">
                <a:solidFill>
                  <a:srgbClr val="2B3033"/>
                </a:solidFill>
                <a:latin typeface="Arial"/>
                <a:ea typeface="Arial" pitchFamily="34" charset="-122"/>
                <a:cs typeface="Arial"/>
              </a:rPr>
              <a:t>en</a:t>
            </a:r>
            <a:r>
              <a:rPr lang="en-US" sz="950" dirty="0">
                <a:solidFill>
                  <a:srgbClr val="2B3033"/>
                </a:solidFill>
                <a:latin typeface="Arial"/>
                <a:ea typeface="Arial" pitchFamily="34" charset="-122"/>
                <a:cs typeface="Arial"/>
              </a:rPr>
              <a:t> scope twee </a:t>
            </a:r>
            <a:r>
              <a:rPr lang="en-US" sz="950" dirty="0" err="1">
                <a:solidFill>
                  <a:srgbClr val="2B3033"/>
                </a:solidFill>
                <a:latin typeface="Arial"/>
                <a:ea typeface="Arial" pitchFamily="34" charset="-122"/>
                <a:cs typeface="Arial"/>
              </a:rPr>
              <a:t>keer</a:t>
            </a:r>
            <a:r>
              <a:rPr lang="en-US" sz="950" dirty="0">
                <a:solidFill>
                  <a:srgbClr val="2B3033"/>
                </a:solidFill>
                <a:latin typeface="Arial"/>
                <a:ea typeface="Arial" pitchFamily="34" charset="-122"/>
                <a:cs typeface="Arial"/>
              </a:rPr>
              <a:t> per sprint.</a:t>
            </a:r>
            <a:endParaRPr lang="en-US" sz="950" dirty="0">
              <a:latin typeface="Arial"/>
              <a:cs typeface="Arial"/>
            </a:endParaRPr>
          </a:p>
        </p:txBody>
      </p:sp>
      <p:sp>
        <p:nvSpPr>
          <p:cNvPr id="39" name="Text 37">
            <a:extLst>
              <a:ext uri="{FF2B5EF4-FFF2-40B4-BE49-F238E27FC236}">
                <a16:creationId xmlns:a16="http://schemas.microsoft.com/office/drawing/2014/main" id="{8283B407-302F-197E-D41E-41282BA8C76D}"/>
              </a:ext>
            </a:extLst>
          </p:cNvPr>
          <p:cNvSpPr/>
          <p:nvPr/>
        </p:nvSpPr>
        <p:spPr>
          <a:xfrm>
            <a:off x="6103985" y="4399054"/>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40" name="Text 38">
            <a:extLst>
              <a:ext uri="{FF2B5EF4-FFF2-40B4-BE49-F238E27FC236}">
                <a16:creationId xmlns:a16="http://schemas.microsoft.com/office/drawing/2014/main" id="{535E95AA-9257-465D-BB2B-EB38F55D03ED}"/>
              </a:ext>
            </a:extLst>
          </p:cNvPr>
          <p:cNvSpPr/>
          <p:nvPr/>
        </p:nvSpPr>
        <p:spPr>
          <a:xfrm>
            <a:off x="6149705" y="4581934"/>
            <a:ext cx="1940357" cy="502920"/>
          </a:xfrm>
          <a:prstGeom prst="rect">
            <a:avLst/>
          </a:prstGeom>
          <a:noFill/>
          <a:ln/>
        </p:spPr>
        <p:txBody>
          <a:bodyPr wrap="square" rtlCol="0" anchor="t"/>
          <a:lstStyle/>
          <a:p>
            <a:pPr marL="0" indent="0" algn="ctr">
              <a:lnSpc>
                <a:spcPts val="1100"/>
              </a:lnSpc>
              <a:buNone/>
            </a:pPr>
            <a:r>
              <a:rPr lang="en-US" sz="900" i="1">
                <a:solidFill>
                  <a:srgbClr val="89CDF2"/>
                </a:solidFill>
                <a:latin typeface="Arial" pitchFamily="34" charset="0"/>
                <a:ea typeface="Arial" pitchFamily="34" charset="-122"/>
                <a:cs typeface="Arial" pitchFamily="34" charset="-120"/>
              </a:rPr>
              <a:t>Project owner + Ritense</a:t>
            </a:r>
            <a:endParaRPr lang="en-US" sz="900"/>
          </a:p>
        </p:txBody>
      </p:sp>
      <p:sp>
        <p:nvSpPr>
          <p:cNvPr id="41" name="Shape 39">
            <a:extLst>
              <a:ext uri="{FF2B5EF4-FFF2-40B4-BE49-F238E27FC236}">
                <a16:creationId xmlns:a16="http://schemas.microsoft.com/office/drawing/2014/main" id="{3BAA601A-06FE-E2D0-09F2-8B724DD5B24F}"/>
              </a:ext>
            </a:extLst>
          </p:cNvPr>
          <p:cNvSpPr/>
          <p:nvPr/>
        </p:nvSpPr>
        <p:spPr>
          <a:xfrm>
            <a:off x="8135781" y="3169186"/>
            <a:ext cx="256032" cy="164592"/>
          </a:xfrm>
          <a:prstGeom prst="rightArrow">
            <a:avLst/>
          </a:prstGeom>
          <a:solidFill>
            <a:srgbClr val="C7D2D6"/>
          </a:solidFill>
          <a:ln/>
        </p:spPr>
        <p:txBody>
          <a:bodyPr/>
          <a:lstStyle/>
          <a:p>
            <a:endParaRPr lang="nl-NL"/>
          </a:p>
        </p:txBody>
      </p:sp>
      <p:sp>
        <p:nvSpPr>
          <p:cNvPr id="42" name="Shape 40">
            <a:extLst>
              <a:ext uri="{FF2B5EF4-FFF2-40B4-BE49-F238E27FC236}">
                <a16:creationId xmlns:a16="http://schemas.microsoft.com/office/drawing/2014/main" id="{49702772-8010-40BA-E907-F996DD5D08FE}"/>
              </a:ext>
            </a:extLst>
          </p:cNvPr>
          <p:cNvSpPr/>
          <p:nvPr/>
        </p:nvSpPr>
        <p:spPr>
          <a:xfrm>
            <a:off x="9179112" y="2039902"/>
            <a:ext cx="457200" cy="457200"/>
          </a:xfrm>
          <a:prstGeom prst="ellipse">
            <a:avLst/>
          </a:prstGeom>
          <a:solidFill>
            <a:srgbClr val="003362"/>
          </a:solidFill>
          <a:ln w="25400">
            <a:solidFill>
              <a:srgbClr val="FFFFFF"/>
            </a:solidFill>
            <a:prstDash val="solid"/>
          </a:ln>
        </p:spPr>
        <p:txBody>
          <a:bodyPr/>
          <a:lstStyle/>
          <a:p>
            <a:endParaRPr lang="nl-NL"/>
          </a:p>
        </p:txBody>
      </p:sp>
      <p:sp>
        <p:nvSpPr>
          <p:cNvPr id="43" name="Text 41">
            <a:extLst>
              <a:ext uri="{FF2B5EF4-FFF2-40B4-BE49-F238E27FC236}">
                <a16:creationId xmlns:a16="http://schemas.microsoft.com/office/drawing/2014/main" id="{1275929A-B346-F1FF-465C-B3C7E5CBB331}"/>
              </a:ext>
            </a:extLst>
          </p:cNvPr>
          <p:cNvSpPr/>
          <p:nvPr/>
        </p:nvSpPr>
        <p:spPr>
          <a:xfrm>
            <a:off x="9179112" y="2039902"/>
            <a:ext cx="457200" cy="457200"/>
          </a:xfrm>
          <a:prstGeom prst="rect">
            <a:avLst/>
          </a:prstGeom>
          <a:noFill/>
          <a:ln/>
        </p:spPr>
        <p:txBody>
          <a:bodyPr wrap="square" rtlCol="0" anchor="ctr"/>
          <a:lstStyle/>
          <a:p>
            <a:pPr marL="0" indent="0" algn="ctr">
              <a:buNone/>
            </a:pPr>
            <a:r>
              <a:rPr lang="en-US" sz="1600" b="1">
                <a:solidFill>
                  <a:srgbClr val="FFFFFF"/>
                </a:solidFill>
                <a:latin typeface="Helvetica" pitchFamily="34" charset="0"/>
                <a:ea typeface="Helvetica" pitchFamily="34" charset="-122"/>
                <a:cs typeface="Helvetica" pitchFamily="34" charset="-120"/>
              </a:rPr>
              <a:t>4</a:t>
            </a:r>
            <a:endParaRPr lang="en-US" sz="1600"/>
          </a:p>
        </p:txBody>
      </p:sp>
      <p:sp>
        <p:nvSpPr>
          <p:cNvPr id="44" name="Shape 42">
            <a:extLst>
              <a:ext uri="{FF2B5EF4-FFF2-40B4-BE49-F238E27FC236}">
                <a16:creationId xmlns:a16="http://schemas.microsoft.com/office/drawing/2014/main" id="{7E9657C9-8EFF-A480-4569-1E12EED5DE78}"/>
              </a:ext>
            </a:extLst>
          </p:cNvPr>
          <p:cNvSpPr/>
          <p:nvPr/>
        </p:nvSpPr>
        <p:spPr>
          <a:xfrm>
            <a:off x="8391813" y="2588542"/>
            <a:ext cx="2031797" cy="1645920"/>
          </a:xfrm>
          <a:prstGeom prst="roundRect">
            <a:avLst>
              <a:gd name="adj" fmla="val 4444"/>
            </a:avLst>
          </a:prstGeom>
          <a:solidFill>
            <a:srgbClr val="F5F8FA"/>
          </a:solidFill>
          <a:ln/>
          <a:effectLst>
            <a:outerShdw blurRad="63500" dist="25400" dir="5400000" algn="bl" rotWithShape="0">
              <a:srgbClr val="000000">
                <a:alpha val="12000"/>
              </a:srgbClr>
            </a:outerShdw>
          </a:effectLst>
        </p:spPr>
        <p:txBody>
          <a:bodyPr/>
          <a:lstStyle/>
          <a:p>
            <a:endParaRPr lang="nl-NL"/>
          </a:p>
        </p:txBody>
      </p:sp>
      <p:sp>
        <p:nvSpPr>
          <p:cNvPr id="45" name="Shape 43">
            <a:extLst>
              <a:ext uri="{FF2B5EF4-FFF2-40B4-BE49-F238E27FC236}">
                <a16:creationId xmlns:a16="http://schemas.microsoft.com/office/drawing/2014/main" id="{00267391-CEC6-37C5-EFC9-E9977251BA14}"/>
              </a:ext>
            </a:extLst>
          </p:cNvPr>
          <p:cNvSpPr/>
          <p:nvPr/>
        </p:nvSpPr>
        <p:spPr>
          <a:xfrm>
            <a:off x="8391813" y="2588542"/>
            <a:ext cx="2031797" cy="64008"/>
          </a:xfrm>
          <a:prstGeom prst="rect">
            <a:avLst/>
          </a:prstGeom>
          <a:solidFill>
            <a:srgbClr val="003362"/>
          </a:solidFill>
          <a:ln/>
        </p:spPr>
        <p:txBody>
          <a:bodyPr/>
          <a:lstStyle/>
          <a:p>
            <a:endParaRPr lang="nl-NL"/>
          </a:p>
        </p:txBody>
      </p:sp>
      <p:sp>
        <p:nvSpPr>
          <p:cNvPr id="46" name="Text 44">
            <a:extLst>
              <a:ext uri="{FF2B5EF4-FFF2-40B4-BE49-F238E27FC236}">
                <a16:creationId xmlns:a16="http://schemas.microsoft.com/office/drawing/2014/main" id="{00AE5D7E-A0B3-BB4C-7770-D1B2CB5C13BA}"/>
              </a:ext>
            </a:extLst>
          </p:cNvPr>
          <p:cNvSpPr/>
          <p:nvPr/>
        </p:nvSpPr>
        <p:spPr>
          <a:xfrm>
            <a:off x="8519829" y="2734846"/>
            <a:ext cx="1775765" cy="457200"/>
          </a:xfrm>
          <a:prstGeom prst="rect">
            <a:avLst/>
          </a:prstGeom>
          <a:noFill/>
          <a:ln/>
        </p:spPr>
        <p:txBody>
          <a:bodyPr wrap="square" rtlCol="0" anchor="t"/>
          <a:lstStyle/>
          <a:p>
            <a:pPr marL="0" indent="0">
              <a:lnSpc>
                <a:spcPts val="1500"/>
              </a:lnSpc>
              <a:buNone/>
            </a:pPr>
            <a:r>
              <a:rPr lang="en-US" sz="1300" b="1">
                <a:solidFill>
                  <a:srgbClr val="003362"/>
                </a:solidFill>
                <a:latin typeface="Arial" pitchFamily="34" charset="0"/>
                <a:ea typeface="Arial" pitchFamily="34" charset="-122"/>
                <a:cs typeface="Arial" pitchFamily="34" charset="-120"/>
              </a:rPr>
              <a:t>Sprint review</a:t>
            </a:r>
            <a:endParaRPr lang="en-US" sz="1300"/>
          </a:p>
        </p:txBody>
      </p:sp>
      <p:sp>
        <p:nvSpPr>
          <p:cNvPr id="47" name="Text 45">
            <a:extLst>
              <a:ext uri="{FF2B5EF4-FFF2-40B4-BE49-F238E27FC236}">
                <a16:creationId xmlns:a16="http://schemas.microsoft.com/office/drawing/2014/main" id="{4F25377D-F884-AFAF-36EB-F67EBB989204}"/>
              </a:ext>
            </a:extLst>
          </p:cNvPr>
          <p:cNvSpPr/>
          <p:nvPr/>
        </p:nvSpPr>
        <p:spPr>
          <a:xfrm>
            <a:off x="8519829" y="3210334"/>
            <a:ext cx="1775765" cy="914400"/>
          </a:xfrm>
          <a:prstGeom prst="rect">
            <a:avLst/>
          </a:prstGeom>
          <a:noFill/>
          <a:ln/>
        </p:spPr>
        <p:txBody>
          <a:bodyPr wrap="square" rtlCol="0" anchor="t"/>
          <a:lstStyle/>
          <a:p>
            <a:pPr marL="0" indent="0">
              <a:lnSpc>
                <a:spcPts val="1200"/>
              </a:lnSpc>
              <a:buNone/>
            </a:pPr>
            <a:r>
              <a:rPr lang="en-US" sz="950">
                <a:solidFill>
                  <a:srgbClr val="2B3033"/>
                </a:solidFill>
                <a:latin typeface="Arial" pitchFamily="34" charset="0"/>
                <a:ea typeface="Arial" pitchFamily="34" charset="-122"/>
                <a:cs typeface="Arial" pitchFamily="34" charset="-120"/>
              </a:rPr>
              <a:t>Opgeleverde functionaliteit wordt gedemonstreerd aan project owner en stakeholders.</a:t>
            </a:r>
            <a:endParaRPr lang="en-US" sz="950"/>
          </a:p>
        </p:txBody>
      </p:sp>
      <p:sp>
        <p:nvSpPr>
          <p:cNvPr id="48" name="Text 46">
            <a:extLst>
              <a:ext uri="{FF2B5EF4-FFF2-40B4-BE49-F238E27FC236}">
                <a16:creationId xmlns:a16="http://schemas.microsoft.com/office/drawing/2014/main" id="{0E79EDD8-9714-65F8-D77B-D626DFE4D3BA}"/>
              </a:ext>
            </a:extLst>
          </p:cNvPr>
          <p:cNvSpPr/>
          <p:nvPr/>
        </p:nvSpPr>
        <p:spPr>
          <a:xfrm>
            <a:off x="8391813" y="4399054"/>
            <a:ext cx="2031797" cy="182880"/>
          </a:xfrm>
          <a:prstGeom prst="rect">
            <a:avLst/>
          </a:prstGeom>
          <a:noFill/>
          <a:ln/>
        </p:spPr>
        <p:txBody>
          <a:bodyPr wrap="square" rtlCol="0" anchor="ctr"/>
          <a:lstStyle/>
          <a:p>
            <a:pPr marL="0" indent="0" algn="ctr">
              <a:buNone/>
            </a:pPr>
            <a:r>
              <a:rPr lang="en-US" sz="750" b="1" kern="0" spc="100">
                <a:solidFill>
                  <a:srgbClr val="6B7680"/>
                </a:solidFill>
                <a:latin typeface="Arial" pitchFamily="34" charset="0"/>
                <a:ea typeface="Arial" pitchFamily="34" charset="-122"/>
                <a:cs typeface="Arial" pitchFamily="34" charset="-120"/>
              </a:rPr>
              <a:t>WIE</a:t>
            </a:r>
            <a:endParaRPr lang="en-US" sz="750"/>
          </a:p>
        </p:txBody>
      </p:sp>
      <p:sp>
        <p:nvSpPr>
          <p:cNvPr id="49" name="Text 47">
            <a:extLst>
              <a:ext uri="{FF2B5EF4-FFF2-40B4-BE49-F238E27FC236}">
                <a16:creationId xmlns:a16="http://schemas.microsoft.com/office/drawing/2014/main" id="{E574916C-E1F6-C854-D8C8-E9F74AA10F0D}"/>
              </a:ext>
            </a:extLst>
          </p:cNvPr>
          <p:cNvSpPr/>
          <p:nvPr/>
        </p:nvSpPr>
        <p:spPr>
          <a:xfrm>
            <a:off x="8437533" y="4581934"/>
            <a:ext cx="1940357" cy="502920"/>
          </a:xfrm>
          <a:prstGeom prst="rect">
            <a:avLst/>
          </a:prstGeom>
          <a:noFill/>
          <a:ln/>
        </p:spPr>
        <p:txBody>
          <a:bodyPr wrap="square" rtlCol="0" anchor="t"/>
          <a:lstStyle/>
          <a:p>
            <a:pPr marL="0" indent="0" algn="ctr">
              <a:lnSpc>
                <a:spcPts val="1100"/>
              </a:lnSpc>
              <a:buNone/>
            </a:pPr>
            <a:r>
              <a:rPr lang="en-US" sz="900" i="1">
                <a:solidFill>
                  <a:srgbClr val="003362"/>
                </a:solidFill>
                <a:latin typeface="Arial" pitchFamily="34" charset="0"/>
                <a:ea typeface="Arial" pitchFamily="34" charset="-122"/>
                <a:cs typeface="Arial" pitchFamily="34" charset="-120"/>
              </a:rPr>
              <a:t>Project owner, SME’s, Ritense</a:t>
            </a:r>
            <a:endParaRPr lang="en-US" sz="900"/>
          </a:p>
        </p:txBody>
      </p:sp>
      <p:sp>
        <p:nvSpPr>
          <p:cNvPr id="59" name="Shape 57">
            <a:extLst>
              <a:ext uri="{FF2B5EF4-FFF2-40B4-BE49-F238E27FC236}">
                <a16:creationId xmlns:a16="http://schemas.microsoft.com/office/drawing/2014/main" id="{BD46D93D-6F74-C343-E2BD-C50E3262835E}"/>
              </a:ext>
            </a:extLst>
          </p:cNvPr>
          <p:cNvSpPr/>
          <p:nvPr/>
        </p:nvSpPr>
        <p:spPr>
          <a:xfrm>
            <a:off x="502920" y="5166360"/>
            <a:ext cx="11183112" cy="438912"/>
          </a:xfrm>
          <a:prstGeom prst="roundRect">
            <a:avLst>
              <a:gd name="adj" fmla="val 12500"/>
            </a:avLst>
          </a:prstGeom>
          <a:solidFill>
            <a:srgbClr val="003362"/>
          </a:solidFill>
          <a:ln/>
        </p:spPr>
        <p:txBody>
          <a:bodyPr/>
          <a:lstStyle/>
          <a:p>
            <a:endParaRPr lang="nl-NL"/>
          </a:p>
        </p:txBody>
      </p:sp>
      <p:sp>
        <p:nvSpPr>
          <p:cNvPr id="60" name="Text 58">
            <a:extLst>
              <a:ext uri="{FF2B5EF4-FFF2-40B4-BE49-F238E27FC236}">
                <a16:creationId xmlns:a16="http://schemas.microsoft.com/office/drawing/2014/main" id="{18CB928C-6E26-CCDA-B940-04D158806AE4}"/>
              </a:ext>
            </a:extLst>
          </p:cNvPr>
          <p:cNvSpPr/>
          <p:nvPr/>
        </p:nvSpPr>
        <p:spPr>
          <a:xfrm>
            <a:off x="713232" y="5166360"/>
            <a:ext cx="10789920" cy="438912"/>
          </a:xfrm>
          <a:prstGeom prst="rect">
            <a:avLst/>
          </a:prstGeom>
          <a:noFill/>
          <a:ln/>
        </p:spPr>
        <p:txBody>
          <a:bodyPr wrap="square" rtlCol="0" anchor="ctr"/>
          <a:lstStyle/>
          <a:p>
            <a:pPr marL="0" indent="0">
              <a:buNone/>
            </a:pPr>
            <a:r>
              <a:rPr lang="en-US" sz="1050" i="1">
                <a:solidFill>
                  <a:srgbClr val="CFE3EF"/>
                </a:solidFill>
                <a:latin typeface="Arial" pitchFamily="34" charset="0"/>
                <a:ea typeface="Arial" pitchFamily="34" charset="-122"/>
                <a:cs typeface="Arial" pitchFamily="34" charset="-120"/>
              </a:rPr>
              <a:t>Dit ritme herhaalt zich elke sprint, van start implementatie tot en met de doorontwikkeling na de MVP.</a:t>
            </a:r>
            <a:endParaRPr lang="en-US" sz="1050"/>
          </a:p>
        </p:txBody>
      </p:sp>
      <p:sp>
        <p:nvSpPr>
          <p:cNvPr id="51" name="Folded Corner 2">
            <a:extLst>
              <a:ext uri="{FF2B5EF4-FFF2-40B4-BE49-F238E27FC236}">
                <a16:creationId xmlns:a16="http://schemas.microsoft.com/office/drawing/2014/main" id="{153F3605-BB80-A1E3-C45E-CF21F3CC0B2D}"/>
              </a:ext>
            </a:extLst>
          </p:cNvPr>
          <p:cNvSpPr/>
          <p:nvPr/>
        </p:nvSpPr>
        <p:spPr>
          <a:xfrm rot="430128">
            <a:off x="10298610" y="361246"/>
            <a:ext cx="1320581" cy="1239655"/>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nl-NL">
                <a:latin typeface="Helvetica Light" panose="020B0403020202020204"/>
              </a:rPr>
              <a:t>Kies deze of vorige</a:t>
            </a:r>
            <a:endParaRPr lang="nl-NL"/>
          </a:p>
        </p:txBody>
      </p:sp>
    </p:spTree>
    <p:extLst>
      <p:ext uri="{BB962C8B-B14F-4D97-AF65-F5344CB8AC3E}">
        <p14:creationId xmlns:p14="http://schemas.microsoft.com/office/powerpoint/2010/main" val="17373525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a:solidFill>
                  <a:srgbClr val="E76734"/>
                </a:solidFill>
                <a:latin typeface="Arial" pitchFamily="34" charset="0"/>
                <a:ea typeface="Arial" pitchFamily="34" charset="-122"/>
                <a:cs typeface="Arial" pitchFamily="34" charset="-120"/>
              </a:rPr>
              <a:t>WERKWIJZE</a:t>
            </a:r>
            <a:endParaRPr lang="en-US" sz="1100"/>
          </a:p>
        </p:txBody>
      </p:sp>
      <p:sp>
        <p:nvSpPr>
          <p:cNvPr id="4" name="Text 2"/>
          <p:cNvSpPr/>
          <p:nvPr/>
        </p:nvSpPr>
        <p:spPr>
          <a:xfrm>
            <a:off x="502920" y="566928"/>
            <a:ext cx="10515600" cy="640080"/>
          </a:xfrm>
          <a:prstGeom prst="rect">
            <a:avLst/>
          </a:prstGeom>
          <a:noFill/>
          <a:ln/>
        </p:spPr>
        <p:txBody>
          <a:bodyPr wrap="square" lIns="91440" tIns="45720" rIns="91440" bIns="45720" rtlCol="0" anchor="ctr"/>
          <a:lstStyle/>
          <a:p>
            <a:pPr marL="0" indent="0">
              <a:buNone/>
            </a:pPr>
            <a:r>
              <a:rPr lang="en-US" sz="2600" b="1">
                <a:solidFill>
                  <a:srgbClr val="003362"/>
                </a:solidFill>
                <a:latin typeface="Helvetica"/>
                <a:ea typeface="Helvetica" pitchFamily="34" charset="-122"/>
                <a:cs typeface="Helvetica"/>
              </a:rPr>
              <a:t>Verwachte </a:t>
            </a:r>
            <a:r>
              <a:rPr lang="en-US" sz="2600" b="1" err="1">
                <a:solidFill>
                  <a:srgbClr val="003362"/>
                </a:solidFill>
                <a:latin typeface="Helvetica"/>
                <a:ea typeface="Helvetica" pitchFamily="34" charset="-122"/>
                <a:cs typeface="Helvetica"/>
              </a:rPr>
              <a:t>betrokkenheid</a:t>
            </a:r>
            <a:r>
              <a:rPr lang="en-US" sz="2600" b="1">
                <a:solidFill>
                  <a:srgbClr val="003362"/>
                </a:solidFill>
                <a:latin typeface="Helvetica"/>
                <a:ea typeface="Helvetica" pitchFamily="34" charset="-122"/>
                <a:cs typeface="Helvetica"/>
              </a:rPr>
              <a:t> van {</a:t>
            </a:r>
            <a:r>
              <a:rPr lang="en-US" sz="2600" b="1" err="1">
                <a:solidFill>
                  <a:srgbClr val="003362"/>
                </a:solidFill>
                <a:latin typeface="Helvetica"/>
                <a:ea typeface="Helvetica" pitchFamily="34" charset="-122"/>
                <a:cs typeface="Helvetica"/>
              </a:rPr>
              <a:t>klantnaam</a:t>
            </a:r>
            <a:r>
              <a:rPr lang="en-US" sz="2600" b="1">
                <a:solidFill>
                  <a:srgbClr val="003362"/>
                </a:solidFill>
                <a:latin typeface="Helvetica"/>
                <a:ea typeface="Helvetica" pitchFamily="34" charset="-122"/>
                <a:cs typeface="Helvetica"/>
              </a:rPr>
              <a:t>}</a:t>
            </a:r>
            <a:endParaRPr lang="en-US" sz="260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11" name="Text 9"/>
          <p:cNvSpPr/>
          <p:nvPr/>
        </p:nvSpPr>
        <p:spPr>
          <a:xfrm>
            <a:off x="457200" y="6355080"/>
            <a:ext cx="5486400" cy="320040"/>
          </a:xfrm>
          <a:prstGeom prst="rect">
            <a:avLst/>
          </a:prstGeom>
          <a:noFill/>
          <a:ln/>
        </p:spPr>
        <p:txBody>
          <a:bodyPr wrap="square" rtlCol="0" anchor="ctr"/>
          <a:lstStyle/>
          <a:p>
            <a:pPr marL="0" indent="0">
              <a:buNone/>
            </a:pPr>
            <a:r>
              <a:rPr lang="en-US" sz="950" i="1">
                <a:solidFill>
                  <a:srgbClr val="6B7680"/>
                </a:solidFill>
                <a:latin typeface="Arial" pitchFamily="34" charset="0"/>
                <a:ea typeface="Arial" pitchFamily="34" charset="-122"/>
                <a:cs typeface="Arial" pitchFamily="34" charset="-120"/>
              </a:rPr>
              <a:t>Werkwijze — verwachtingen</a:t>
            </a:r>
            <a:endParaRPr lang="en-US" sz="950"/>
          </a:p>
        </p:txBody>
      </p:sp>
      <p:sp>
        <p:nvSpPr>
          <p:cNvPr id="12" name="Text 10"/>
          <p:cNvSpPr/>
          <p:nvPr/>
        </p:nvSpPr>
        <p:spPr>
          <a:xfrm>
            <a:off x="502920" y="1298448"/>
            <a:ext cx="11155680" cy="365760"/>
          </a:xfrm>
          <a:prstGeom prst="rect">
            <a:avLst/>
          </a:prstGeom>
          <a:noFill/>
          <a:ln/>
        </p:spPr>
        <p:txBody>
          <a:bodyPr wrap="square" lIns="91440" tIns="45720" rIns="91440" bIns="45720" rtlCol="0" anchor="ctr"/>
          <a:lstStyle/>
          <a:p>
            <a:pPr>
              <a:lnSpc>
                <a:spcPts val="1500"/>
              </a:lnSpc>
            </a:pPr>
            <a:r>
              <a:rPr lang="en-US" sz="1200" i="1" dirty="0">
                <a:solidFill>
                  <a:srgbClr val="6B7680"/>
                </a:solidFill>
                <a:latin typeface="Arial"/>
                <a:ea typeface="Arial" pitchFamily="34" charset="-122"/>
                <a:cs typeface="Arial"/>
              </a:rPr>
              <a:t>Agile </a:t>
            </a:r>
            <a:r>
              <a:rPr lang="en-US" sz="1200" i="1" dirty="0" err="1">
                <a:solidFill>
                  <a:srgbClr val="6B7680"/>
                </a:solidFill>
                <a:latin typeface="Arial"/>
                <a:ea typeface="Arial" pitchFamily="34" charset="-122"/>
                <a:cs typeface="Arial"/>
              </a:rPr>
              <a:t>ontwikkeling</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werkt</a:t>
            </a:r>
            <a:r>
              <a:rPr lang="en-US" sz="1200" i="1" dirty="0">
                <a:solidFill>
                  <a:srgbClr val="6B7680"/>
                </a:solidFill>
                <a:latin typeface="Arial"/>
                <a:ea typeface="Arial" pitchFamily="34" charset="-122"/>
                <a:cs typeface="Arial"/>
              </a:rPr>
              <a:t> het best met </a:t>
            </a:r>
            <a:r>
              <a:rPr lang="en-US" sz="1200" i="1" dirty="0" err="1">
                <a:solidFill>
                  <a:srgbClr val="6B7680"/>
                </a:solidFill>
                <a:latin typeface="Arial"/>
                <a:ea typeface="Arial" pitchFamily="34" charset="-122"/>
                <a:cs typeface="Arial"/>
              </a:rPr>
              <a:t>korte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lijnen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naar</a:t>
            </a:r>
            <a:r>
              <a:rPr lang="en-US" sz="1200" i="1" dirty="0">
                <a:solidFill>
                  <a:srgbClr val="6B7680"/>
                </a:solidFill>
                <a:latin typeface="Arial"/>
                <a:ea typeface="Arial" pitchFamily="34" charset="-122"/>
                <a:cs typeface="Arial"/>
              </a:rPr>
              <a:t> de </a:t>
            </a:r>
            <a:r>
              <a:rPr lang="en-US" sz="1200" i="1" dirty="0" err="1">
                <a:solidFill>
                  <a:srgbClr val="6B7680"/>
                </a:solidFill>
                <a:latin typeface="Arial"/>
                <a:ea typeface="Arial" pitchFamily="34" charset="-122"/>
                <a:cs typeface="Arial"/>
              </a:rPr>
              <a:t>organisatie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Hiervoor</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verwachten</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wij</a:t>
            </a:r>
            <a:r>
              <a:rPr lang="en-US" sz="1200" i="1" dirty="0">
                <a:solidFill>
                  <a:srgbClr val="6B7680"/>
                </a:solidFill>
                <a:latin typeface="Arial"/>
                <a:ea typeface="Arial" pitchFamily="34" charset="-122"/>
                <a:cs typeface="Arial"/>
              </a:rPr>
              <a:t> de </a:t>
            </a:r>
            <a:r>
              <a:rPr lang="en-US" sz="1200" i="1" dirty="0" err="1">
                <a:solidFill>
                  <a:srgbClr val="6B7680"/>
                </a:solidFill>
                <a:latin typeface="Arial"/>
                <a:ea typeface="Arial" pitchFamily="34" charset="-122"/>
                <a:cs typeface="Arial"/>
              </a:rPr>
              <a:t>volgende</a:t>
            </a:r>
            <a:r>
              <a:rPr lang="en-US" sz="1200" i="1" dirty="0">
                <a:solidFill>
                  <a:srgbClr val="6B7680"/>
                </a:solidFill>
                <a:latin typeface="Arial"/>
                <a:ea typeface="Arial" pitchFamily="34" charset="-122"/>
                <a:cs typeface="Arial"/>
              </a:rPr>
              <a:t> </a:t>
            </a:r>
            <a:r>
              <a:rPr lang="en-US" sz="1200" i="1" dirty="0" err="1">
                <a:solidFill>
                  <a:srgbClr val="6B7680"/>
                </a:solidFill>
                <a:latin typeface="Arial"/>
                <a:ea typeface="Arial" pitchFamily="34" charset="-122"/>
                <a:cs typeface="Arial"/>
              </a:rPr>
              <a:t>inzet</a:t>
            </a:r>
            <a:r>
              <a:rPr lang="en-US" sz="1200" i="1" dirty="0">
                <a:solidFill>
                  <a:srgbClr val="6B7680"/>
                </a:solidFill>
                <a:latin typeface="Arial"/>
                <a:ea typeface="Arial" pitchFamily="34" charset="-122"/>
                <a:cs typeface="Arial"/>
              </a:rPr>
              <a:t> per sprint:</a:t>
            </a:r>
            <a:endParaRPr lang="en-US" sz="1200" dirty="0">
              <a:latin typeface="Arial"/>
              <a:cs typeface="Arial"/>
            </a:endParaRPr>
          </a:p>
        </p:txBody>
      </p:sp>
      <p:sp>
        <p:nvSpPr>
          <p:cNvPr id="13" name="Shape 11"/>
          <p:cNvSpPr/>
          <p:nvPr/>
        </p:nvSpPr>
        <p:spPr>
          <a:xfrm>
            <a:off x="502920" y="1828800"/>
            <a:ext cx="11183112" cy="868680"/>
          </a:xfrm>
          <a:prstGeom prst="roundRect">
            <a:avLst>
              <a:gd name="adj" fmla="val 7368"/>
            </a:avLst>
          </a:prstGeom>
          <a:solidFill>
            <a:srgbClr val="F5F8FA"/>
          </a:solidFill>
          <a:ln/>
        </p:spPr>
        <p:txBody>
          <a:bodyPr/>
          <a:lstStyle/>
          <a:p>
            <a:endParaRPr lang="nl-NL"/>
          </a:p>
        </p:txBody>
      </p:sp>
      <p:sp>
        <p:nvSpPr>
          <p:cNvPr id="14" name="Shape 12"/>
          <p:cNvSpPr/>
          <p:nvPr/>
        </p:nvSpPr>
        <p:spPr>
          <a:xfrm>
            <a:off x="502920" y="1828800"/>
            <a:ext cx="82296" cy="868680"/>
          </a:xfrm>
          <a:prstGeom prst="rect">
            <a:avLst/>
          </a:prstGeom>
          <a:solidFill>
            <a:srgbClr val="003362"/>
          </a:solidFill>
          <a:ln/>
        </p:spPr>
        <p:txBody>
          <a:bodyPr/>
          <a:lstStyle/>
          <a:p>
            <a:endParaRPr lang="nl-NL"/>
          </a:p>
        </p:txBody>
      </p:sp>
      <p:sp>
        <p:nvSpPr>
          <p:cNvPr id="15" name="Text 13"/>
          <p:cNvSpPr/>
          <p:nvPr/>
        </p:nvSpPr>
        <p:spPr>
          <a:xfrm>
            <a:off x="685800" y="1828800"/>
            <a:ext cx="2286000" cy="868680"/>
          </a:xfrm>
          <a:prstGeom prst="rect">
            <a:avLst/>
          </a:prstGeom>
          <a:noFill/>
          <a:ln/>
        </p:spPr>
        <p:txBody>
          <a:bodyPr wrap="square" rtlCol="0" anchor="ctr"/>
          <a:lstStyle/>
          <a:p>
            <a:pPr marL="0" indent="0">
              <a:lnSpc>
                <a:spcPts val="1700"/>
              </a:lnSpc>
              <a:buNone/>
            </a:pPr>
            <a:r>
              <a:rPr lang="en-US" sz="1450" b="1">
                <a:solidFill>
                  <a:srgbClr val="003362"/>
                </a:solidFill>
                <a:latin typeface="Arial" pitchFamily="34" charset="0"/>
                <a:ea typeface="Arial" pitchFamily="34" charset="-122"/>
                <a:cs typeface="Arial" pitchFamily="34" charset="-120"/>
              </a:rPr>
              <a:t>Interne project owner</a:t>
            </a:r>
            <a:endParaRPr lang="en-US" sz="1450"/>
          </a:p>
        </p:txBody>
      </p:sp>
      <p:sp>
        <p:nvSpPr>
          <p:cNvPr id="16" name="Text 14"/>
          <p:cNvSpPr/>
          <p:nvPr/>
        </p:nvSpPr>
        <p:spPr>
          <a:xfrm>
            <a:off x="3154680" y="1956816"/>
            <a:ext cx="5989320" cy="612648"/>
          </a:xfrm>
          <a:prstGeom prst="rect">
            <a:avLst/>
          </a:prstGeom>
          <a:noFill/>
          <a:ln/>
        </p:spPr>
        <p:txBody>
          <a:bodyPr wrap="square" rtlCol="0" anchor="ctr"/>
          <a:lstStyle/>
          <a:p>
            <a:pPr marL="0" indent="0">
              <a:lnSpc>
                <a:spcPts val="1600"/>
              </a:lnSpc>
              <a:buNone/>
            </a:pPr>
            <a:r>
              <a:rPr lang="en-US" sz="1150">
                <a:solidFill>
                  <a:srgbClr val="2B3033"/>
                </a:solidFill>
                <a:latin typeface="Arial" pitchFamily="34" charset="0"/>
                <a:ea typeface="Arial" pitchFamily="34" charset="-122"/>
                <a:cs typeface="Arial" pitchFamily="34" charset="-120"/>
              </a:rPr>
              <a:t>•  Prioriteren van de backlog</a:t>
            </a:r>
            <a:endParaRPr lang="en-US" sz="1150"/>
          </a:p>
          <a:p>
            <a:pPr marL="0" indent="0">
              <a:lnSpc>
                <a:spcPts val="1600"/>
              </a:lnSpc>
              <a:buNone/>
            </a:pPr>
            <a:r>
              <a:rPr lang="en-US" sz="1150">
                <a:solidFill>
                  <a:srgbClr val="2B3033"/>
                </a:solidFill>
                <a:latin typeface="Arial" pitchFamily="34" charset="0"/>
                <a:ea typeface="Arial" pitchFamily="34" charset="-122"/>
                <a:cs typeface="Arial" pitchFamily="34" charset="-120"/>
              </a:rPr>
              <a:t>•  Aansluiten/aansturen van betrokken interne afdelingen</a:t>
            </a:r>
            <a:endParaRPr lang="en-US" sz="1150"/>
          </a:p>
          <a:p>
            <a:pPr marL="0" indent="0">
              <a:lnSpc>
                <a:spcPts val="1600"/>
              </a:lnSpc>
              <a:buNone/>
            </a:pPr>
            <a:r>
              <a:rPr lang="en-US" sz="1150">
                <a:solidFill>
                  <a:srgbClr val="2B3033"/>
                </a:solidFill>
                <a:latin typeface="Arial" pitchFamily="34" charset="0"/>
                <a:ea typeface="Arial" pitchFamily="34" charset="-122"/>
                <a:cs typeface="Arial" pitchFamily="34" charset="-120"/>
              </a:rPr>
              <a:t>•  Organiseren en faciliteren van acceptatietesten</a:t>
            </a:r>
            <a:endParaRPr lang="en-US" sz="1150"/>
          </a:p>
        </p:txBody>
      </p:sp>
      <p:sp>
        <p:nvSpPr>
          <p:cNvPr id="17" name="Shape 15"/>
          <p:cNvSpPr/>
          <p:nvPr/>
        </p:nvSpPr>
        <p:spPr>
          <a:xfrm>
            <a:off x="9820656" y="1938528"/>
            <a:ext cx="1371600" cy="329184"/>
          </a:xfrm>
          <a:prstGeom prst="roundRect">
            <a:avLst>
              <a:gd name="adj" fmla="val 50000"/>
            </a:avLst>
          </a:prstGeom>
          <a:solidFill>
            <a:srgbClr val="D98E04"/>
          </a:solidFill>
          <a:ln/>
        </p:spPr>
        <p:txBody>
          <a:bodyPr/>
          <a:lstStyle/>
          <a:p>
            <a:endParaRPr lang="nl-NL"/>
          </a:p>
        </p:txBody>
      </p:sp>
      <p:sp>
        <p:nvSpPr>
          <p:cNvPr id="18" name="Text 16"/>
          <p:cNvSpPr/>
          <p:nvPr/>
        </p:nvSpPr>
        <p:spPr>
          <a:xfrm>
            <a:off x="9820656" y="1938528"/>
            <a:ext cx="1371600" cy="329184"/>
          </a:xfrm>
          <a:prstGeom prst="rect">
            <a:avLst/>
          </a:prstGeom>
          <a:noFill/>
          <a:ln/>
        </p:spPr>
        <p:txBody>
          <a:bodyPr wrap="square" lIns="91440" tIns="45720" rIns="91440" bIns="45720" rtlCol="0" anchor="ctr"/>
          <a:lstStyle/>
          <a:p>
            <a:pPr marL="0" indent="0" algn="ctr">
              <a:buNone/>
            </a:pPr>
            <a:r>
              <a:rPr lang="en-US" sz="1100" b="1" err="1">
                <a:solidFill>
                  <a:srgbClr val="FFFFFF"/>
                </a:solidFill>
                <a:latin typeface="Arial"/>
                <a:cs typeface="Arial"/>
              </a:rPr>
              <a:t>Gemiddeld</a:t>
            </a:r>
            <a:endParaRPr lang="en-US" sz="1100" err="1"/>
          </a:p>
        </p:txBody>
      </p:sp>
      <p:sp>
        <p:nvSpPr>
          <p:cNvPr id="19" name="Text 17"/>
          <p:cNvSpPr/>
          <p:nvPr/>
        </p:nvSpPr>
        <p:spPr>
          <a:xfrm>
            <a:off x="9326880" y="2322576"/>
            <a:ext cx="2359152" cy="292608"/>
          </a:xfrm>
          <a:prstGeom prst="rect">
            <a:avLst/>
          </a:prstGeom>
          <a:noFill/>
          <a:ln/>
        </p:spPr>
        <p:txBody>
          <a:bodyPr wrap="square" lIns="91440" tIns="45720" rIns="91440" bIns="45720" rtlCol="0" anchor="ctr"/>
          <a:lstStyle/>
          <a:p>
            <a:pPr algn="ctr"/>
            <a:r>
              <a:rPr lang="en-US" sz="1050" i="1">
                <a:solidFill>
                  <a:srgbClr val="6B7680"/>
                </a:solidFill>
                <a:latin typeface="Arial"/>
                <a:ea typeface="Arial" pitchFamily="34" charset="-122"/>
                <a:cs typeface="Arial"/>
              </a:rPr>
              <a:t>± 2–4 </a:t>
            </a:r>
            <a:r>
              <a:rPr lang="en-US" sz="1050" i="1" err="1">
                <a:solidFill>
                  <a:srgbClr val="6B7680"/>
                </a:solidFill>
                <a:latin typeface="Arial"/>
                <a:ea typeface="Arial" pitchFamily="34" charset="-122"/>
                <a:cs typeface="Arial"/>
              </a:rPr>
              <a:t>uur</a:t>
            </a:r>
            <a:r>
              <a:rPr lang="en-US" sz="1050" i="1">
                <a:solidFill>
                  <a:srgbClr val="6B7680"/>
                </a:solidFill>
                <a:latin typeface="Arial"/>
                <a:ea typeface="Arial" pitchFamily="34" charset="-122"/>
                <a:cs typeface="Arial"/>
              </a:rPr>
              <a:t> / sprint</a:t>
            </a:r>
            <a:endParaRPr lang="en-US" sz="1050">
              <a:latin typeface="Arial"/>
              <a:cs typeface="Arial"/>
            </a:endParaRPr>
          </a:p>
        </p:txBody>
      </p:sp>
      <p:sp>
        <p:nvSpPr>
          <p:cNvPr id="20" name="Shape 18"/>
          <p:cNvSpPr/>
          <p:nvPr/>
        </p:nvSpPr>
        <p:spPr>
          <a:xfrm>
            <a:off x="502920" y="2807208"/>
            <a:ext cx="11183112" cy="868680"/>
          </a:xfrm>
          <a:prstGeom prst="roundRect">
            <a:avLst>
              <a:gd name="adj" fmla="val 7368"/>
            </a:avLst>
          </a:prstGeom>
          <a:solidFill>
            <a:srgbClr val="F5F8FA"/>
          </a:solidFill>
          <a:ln/>
        </p:spPr>
        <p:txBody>
          <a:bodyPr/>
          <a:lstStyle/>
          <a:p>
            <a:endParaRPr lang="nl-NL"/>
          </a:p>
        </p:txBody>
      </p:sp>
      <p:sp>
        <p:nvSpPr>
          <p:cNvPr id="21" name="Shape 19"/>
          <p:cNvSpPr/>
          <p:nvPr/>
        </p:nvSpPr>
        <p:spPr>
          <a:xfrm>
            <a:off x="502920" y="2807208"/>
            <a:ext cx="82296" cy="868680"/>
          </a:xfrm>
          <a:prstGeom prst="rect">
            <a:avLst/>
          </a:prstGeom>
          <a:solidFill>
            <a:srgbClr val="E76734"/>
          </a:solidFill>
          <a:ln/>
        </p:spPr>
        <p:txBody>
          <a:bodyPr/>
          <a:lstStyle/>
          <a:p>
            <a:endParaRPr lang="nl-NL"/>
          </a:p>
        </p:txBody>
      </p:sp>
      <p:sp>
        <p:nvSpPr>
          <p:cNvPr id="22" name="Text 20"/>
          <p:cNvSpPr/>
          <p:nvPr/>
        </p:nvSpPr>
        <p:spPr>
          <a:xfrm>
            <a:off x="685800" y="2807208"/>
            <a:ext cx="2286000" cy="868680"/>
          </a:xfrm>
          <a:prstGeom prst="rect">
            <a:avLst/>
          </a:prstGeom>
          <a:noFill/>
          <a:ln/>
        </p:spPr>
        <p:txBody>
          <a:bodyPr wrap="square" rtlCol="0" anchor="ctr"/>
          <a:lstStyle/>
          <a:p>
            <a:pPr marL="0" indent="0">
              <a:lnSpc>
                <a:spcPts val="1700"/>
              </a:lnSpc>
              <a:buNone/>
            </a:pPr>
            <a:r>
              <a:rPr lang="en-US" sz="1450" b="1">
                <a:solidFill>
                  <a:srgbClr val="003362"/>
                </a:solidFill>
                <a:latin typeface="Arial" pitchFamily="34" charset="0"/>
                <a:ea typeface="Arial" pitchFamily="34" charset="-122"/>
                <a:cs typeface="Arial" pitchFamily="34" charset="-120"/>
              </a:rPr>
              <a:t>Subject Matter Experts</a:t>
            </a:r>
            <a:endParaRPr lang="en-US" sz="1450"/>
          </a:p>
        </p:txBody>
      </p:sp>
      <p:sp>
        <p:nvSpPr>
          <p:cNvPr id="23" name="Text 21"/>
          <p:cNvSpPr/>
          <p:nvPr/>
        </p:nvSpPr>
        <p:spPr>
          <a:xfrm>
            <a:off x="3107643" y="3085743"/>
            <a:ext cx="5989320" cy="612648"/>
          </a:xfrm>
          <a:prstGeom prst="rect">
            <a:avLst/>
          </a:prstGeom>
          <a:noFill/>
          <a:ln/>
        </p:spPr>
        <p:txBody>
          <a:bodyPr wrap="square" lIns="91440" tIns="45720" rIns="91440" bIns="45720" rtlCol="0" anchor="ctr"/>
          <a:lstStyle/>
          <a:p>
            <a:pPr marL="0" indent="0">
              <a:lnSpc>
                <a:spcPts val="1600"/>
              </a:lnSpc>
              <a:buNone/>
            </a:pPr>
            <a:r>
              <a:rPr lang="en-US" sz="1150" dirty="0">
                <a:solidFill>
                  <a:srgbClr val="2B3033"/>
                </a:solidFill>
                <a:latin typeface="Arial"/>
                <a:ea typeface="Arial" pitchFamily="34" charset="-122"/>
                <a:cs typeface="Arial"/>
              </a:rPr>
              <a:t>•  </a:t>
            </a:r>
            <a:r>
              <a:rPr lang="en-US" sz="1150" dirty="0" err="1">
                <a:solidFill>
                  <a:srgbClr val="2B3033"/>
                </a:solidFill>
                <a:latin typeface="Arial"/>
                <a:ea typeface="Arial" pitchFamily="34" charset="-122"/>
                <a:cs typeface="Arial"/>
              </a:rPr>
              <a:t>Leveren</a:t>
            </a:r>
            <a:r>
              <a:rPr lang="en-US" sz="1150" dirty="0">
                <a:solidFill>
                  <a:srgbClr val="2B3033"/>
                </a:solidFill>
                <a:latin typeface="Arial"/>
                <a:ea typeface="Arial" pitchFamily="34" charset="-122"/>
                <a:cs typeface="Arial"/>
              </a:rPr>
              <a:t> van </a:t>
            </a:r>
            <a:r>
              <a:rPr lang="en-US" sz="1150" dirty="0" err="1">
                <a:solidFill>
                  <a:srgbClr val="2B3033"/>
                </a:solidFill>
                <a:latin typeface="Arial"/>
                <a:ea typeface="Arial" pitchFamily="34" charset="-122"/>
                <a:cs typeface="Arial"/>
              </a:rPr>
              <a:t>inhoudelijke</a:t>
            </a:r>
            <a:r>
              <a:rPr lang="en-US" sz="1150" dirty="0">
                <a:solidFill>
                  <a:srgbClr val="2B3033"/>
                </a:solidFill>
                <a:latin typeface="Arial"/>
                <a:ea typeface="Arial" pitchFamily="34" charset="-122"/>
                <a:cs typeface="Arial"/>
              </a:rPr>
              <a:t> (detail)</a:t>
            </a:r>
            <a:r>
              <a:rPr lang="en-US" sz="1150" dirty="0" err="1">
                <a:solidFill>
                  <a:srgbClr val="2B3033"/>
                </a:solidFill>
                <a:latin typeface="Arial"/>
                <a:ea typeface="Arial" pitchFamily="34" charset="-122"/>
                <a:cs typeface="Arial"/>
              </a:rPr>
              <a:t>informatie</a:t>
            </a:r>
            <a:endParaRPr lang="en-US" sz="1150" dirty="0" err="1">
              <a:latin typeface="Arial"/>
              <a:cs typeface="Arial"/>
            </a:endParaRPr>
          </a:p>
          <a:p>
            <a:pPr marL="0" indent="0">
              <a:lnSpc>
                <a:spcPts val="1600"/>
              </a:lnSpc>
              <a:buNone/>
            </a:pPr>
            <a:r>
              <a:rPr lang="en-US" sz="1150" dirty="0">
                <a:solidFill>
                  <a:srgbClr val="2B3033"/>
                </a:solidFill>
                <a:latin typeface="Arial"/>
                <a:ea typeface="Arial" pitchFamily="34" charset="-122"/>
                <a:cs typeface="Arial"/>
              </a:rPr>
              <a:t>•  </a:t>
            </a:r>
            <a:r>
              <a:rPr lang="en-US" sz="1150" dirty="0" err="1">
                <a:solidFill>
                  <a:srgbClr val="2B3033"/>
                </a:solidFill>
                <a:latin typeface="Arial"/>
                <a:ea typeface="Arial" pitchFamily="34" charset="-122"/>
                <a:cs typeface="Arial"/>
              </a:rPr>
              <a:t>Uitvoeren</a:t>
            </a:r>
            <a:r>
              <a:rPr lang="en-US" sz="1150" dirty="0">
                <a:solidFill>
                  <a:srgbClr val="2B3033"/>
                </a:solidFill>
                <a:latin typeface="Arial"/>
                <a:ea typeface="Arial" pitchFamily="34" charset="-122"/>
                <a:cs typeface="Arial"/>
              </a:rPr>
              <a:t> van </a:t>
            </a:r>
            <a:r>
              <a:rPr lang="en-US" sz="1150" dirty="0" err="1">
                <a:solidFill>
                  <a:srgbClr val="2B3033"/>
                </a:solidFill>
                <a:latin typeface="Arial"/>
                <a:ea typeface="Arial" pitchFamily="34" charset="-122"/>
                <a:cs typeface="Arial"/>
              </a:rPr>
              <a:t>acceptatietesten</a:t>
            </a:r>
            <a:endParaRPr lang="en-US" sz="1150" dirty="0">
              <a:solidFill>
                <a:srgbClr val="2B3033"/>
              </a:solidFill>
              <a:latin typeface="Arial"/>
              <a:ea typeface="Arial" pitchFamily="34" charset="-122"/>
              <a:cs typeface="Arial"/>
            </a:endParaRPr>
          </a:p>
          <a:p>
            <a:r>
              <a:rPr lang="en-US" sz="1150" dirty="0">
                <a:solidFill>
                  <a:srgbClr val="2B3033"/>
                </a:solidFill>
                <a:latin typeface="Arial"/>
                <a:ea typeface="Arial" pitchFamily="34" charset="-122"/>
                <a:cs typeface="Arial"/>
              </a:rPr>
              <a:t>•  </a:t>
            </a:r>
            <a:r>
              <a:rPr lang="en-US" sz="1150" dirty="0" err="1">
                <a:solidFill>
                  <a:srgbClr val="2B3033"/>
                </a:solidFill>
                <a:latin typeface="Arial"/>
                <a:ea typeface="Arial" pitchFamily="34" charset="-122"/>
                <a:cs typeface="Arial"/>
              </a:rPr>
              <a:t>Opleiden</a:t>
            </a:r>
            <a:r>
              <a:rPr lang="en-US" sz="1150" dirty="0">
                <a:solidFill>
                  <a:srgbClr val="2B3033"/>
                </a:solidFill>
                <a:latin typeface="Arial"/>
                <a:ea typeface="Arial" pitchFamily="34" charset="-122"/>
                <a:cs typeface="Arial"/>
              </a:rPr>
              <a:t> </a:t>
            </a:r>
            <a:r>
              <a:rPr lang="en-US" sz="1150" dirty="0" err="1">
                <a:solidFill>
                  <a:srgbClr val="2B3033"/>
                </a:solidFill>
                <a:latin typeface="Arial"/>
                <a:ea typeface="Arial" pitchFamily="34" charset="-122"/>
                <a:cs typeface="Arial"/>
              </a:rPr>
              <a:t>eindgebruikers</a:t>
            </a:r>
          </a:p>
          <a:p>
            <a:pPr>
              <a:lnSpc>
                <a:spcPts val="1600"/>
              </a:lnSpc>
            </a:pPr>
            <a:endParaRPr lang="en-US" sz="1150" dirty="0">
              <a:solidFill>
                <a:srgbClr val="2B3033"/>
              </a:solidFill>
              <a:latin typeface="Arial"/>
              <a:ea typeface="Arial" pitchFamily="34" charset="-122"/>
              <a:cs typeface="Arial"/>
            </a:endParaRPr>
          </a:p>
        </p:txBody>
      </p:sp>
      <p:sp>
        <p:nvSpPr>
          <p:cNvPr id="24" name="Shape 22"/>
          <p:cNvSpPr/>
          <p:nvPr/>
        </p:nvSpPr>
        <p:spPr>
          <a:xfrm>
            <a:off x="9820656" y="2916936"/>
            <a:ext cx="1371600" cy="329184"/>
          </a:xfrm>
          <a:prstGeom prst="roundRect">
            <a:avLst>
              <a:gd name="adj" fmla="val 50000"/>
            </a:avLst>
          </a:prstGeom>
          <a:solidFill>
            <a:srgbClr val="EA8282"/>
          </a:solidFill>
          <a:ln/>
        </p:spPr>
        <p:txBody>
          <a:bodyPr/>
          <a:lstStyle/>
          <a:p>
            <a:endParaRPr lang="nl-NL"/>
          </a:p>
        </p:txBody>
      </p:sp>
      <p:sp>
        <p:nvSpPr>
          <p:cNvPr id="25" name="Text 23"/>
          <p:cNvSpPr/>
          <p:nvPr/>
        </p:nvSpPr>
        <p:spPr>
          <a:xfrm>
            <a:off x="9820656" y="2916936"/>
            <a:ext cx="1371600" cy="329184"/>
          </a:xfrm>
          <a:prstGeom prst="rect">
            <a:avLst/>
          </a:prstGeom>
          <a:noFill/>
          <a:ln/>
        </p:spPr>
        <p:txBody>
          <a:bodyPr wrap="square" lIns="91440" tIns="45720" rIns="91440" bIns="45720" rtlCol="0" anchor="ctr"/>
          <a:lstStyle/>
          <a:p>
            <a:pPr marL="0" indent="0" algn="ctr">
              <a:buNone/>
            </a:pPr>
            <a:r>
              <a:rPr lang="en-US" sz="1100" b="1">
                <a:solidFill>
                  <a:srgbClr val="FFFFFF"/>
                </a:solidFill>
                <a:latin typeface="Arial"/>
                <a:cs typeface="Arial"/>
              </a:rPr>
              <a:t>Hoog</a:t>
            </a:r>
            <a:endParaRPr lang="en-US" sz="1100"/>
          </a:p>
        </p:txBody>
      </p:sp>
      <p:sp>
        <p:nvSpPr>
          <p:cNvPr id="26" name="Text 24"/>
          <p:cNvSpPr/>
          <p:nvPr/>
        </p:nvSpPr>
        <p:spPr>
          <a:xfrm>
            <a:off x="9326880" y="3300984"/>
            <a:ext cx="2359152" cy="292608"/>
          </a:xfrm>
          <a:prstGeom prst="rect">
            <a:avLst/>
          </a:prstGeom>
          <a:noFill/>
          <a:ln/>
        </p:spPr>
        <p:txBody>
          <a:bodyPr wrap="square" lIns="91440" tIns="45720" rIns="91440" bIns="45720" rtlCol="0" anchor="ctr"/>
          <a:lstStyle/>
          <a:p>
            <a:pPr algn="ctr"/>
            <a:r>
              <a:rPr lang="en-US" sz="1050" i="1">
                <a:solidFill>
                  <a:srgbClr val="6B7680"/>
                </a:solidFill>
                <a:latin typeface="Arial"/>
                <a:ea typeface="Arial" pitchFamily="34" charset="-122"/>
                <a:cs typeface="Arial"/>
              </a:rPr>
              <a:t>± 4–8 </a:t>
            </a:r>
            <a:r>
              <a:rPr lang="en-US" sz="1050" i="1" err="1">
                <a:solidFill>
                  <a:srgbClr val="6B7680"/>
                </a:solidFill>
                <a:latin typeface="Arial"/>
                <a:ea typeface="Arial" pitchFamily="34" charset="-122"/>
                <a:cs typeface="Arial"/>
              </a:rPr>
              <a:t>uur</a:t>
            </a:r>
            <a:r>
              <a:rPr lang="en-US" sz="1050" i="1">
                <a:solidFill>
                  <a:srgbClr val="6B7680"/>
                </a:solidFill>
                <a:latin typeface="Arial"/>
                <a:ea typeface="Arial" pitchFamily="34" charset="-122"/>
                <a:cs typeface="Arial"/>
              </a:rPr>
              <a:t> / sprint</a:t>
            </a:r>
            <a:endParaRPr lang="en-US" sz="1050">
              <a:latin typeface="Arial"/>
              <a:cs typeface="Arial"/>
            </a:endParaRPr>
          </a:p>
        </p:txBody>
      </p:sp>
      <p:sp>
        <p:nvSpPr>
          <p:cNvPr id="27" name="Shape 25"/>
          <p:cNvSpPr/>
          <p:nvPr/>
        </p:nvSpPr>
        <p:spPr>
          <a:xfrm>
            <a:off x="502920" y="3785616"/>
            <a:ext cx="11183112" cy="868680"/>
          </a:xfrm>
          <a:prstGeom prst="roundRect">
            <a:avLst>
              <a:gd name="adj" fmla="val 7368"/>
            </a:avLst>
          </a:prstGeom>
          <a:solidFill>
            <a:srgbClr val="F5F8FA"/>
          </a:solidFill>
          <a:ln/>
        </p:spPr>
        <p:txBody>
          <a:bodyPr/>
          <a:lstStyle/>
          <a:p>
            <a:endParaRPr lang="nl-NL"/>
          </a:p>
        </p:txBody>
      </p:sp>
      <p:sp>
        <p:nvSpPr>
          <p:cNvPr id="28" name="Shape 26"/>
          <p:cNvSpPr/>
          <p:nvPr/>
        </p:nvSpPr>
        <p:spPr>
          <a:xfrm>
            <a:off x="502920" y="3785616"/>
            <a:ext cx="82296" cy="868680"/>
          </a:xfrm>
          <a:prstGeom prst="rect">
            <a:avLst/>
          </a:prstGeom>
          <a:solidFill>
            <a:srgbClr val="89CDF2"/>
          </a:solidFill>
          <a:ln/>
        </p:spPr>
        <p:txBody>
          <a:bodyPr/>
          <a:lstStyle/>
          <a:p>
            <a:endParaRPr lang="nl-NL"/>
          </a:p>
        </p:txBody>
      </p:sp>
      <p:sp>
        <p:nvSpPr>
          <p:cNvPr id="29" name="Text 27"/>
          <p:cNvSpPr/>
          <p:nvPr/>
        </p:nvSpPr>
        <p:spPr>
          <a:xfrm>
            <a:off x="685800" y="3785616"/>
            <a:ext cx="2286000" cy="868680"/>
          </a:xfrm>
          <a:prstGeom prst="rect">
            <a:avLst/>
          </a:prstGeom>
          <a:noFill/>
          <a:ln/>
        </p:spPr>
        <p:txBody>
          <a:bodyPr wrap="square" rtlCol="0" anchor="ctr"/>
          <a:lstStyle/>
          <a:p>
            <a:pPr marL="0" indent="0">
              <a:lnSpc>
                <a:spcPts val="1700"/>
              </a:lnSpc>
              <a:buNone/>
            </a:pPr>
            <a:r>
              <a:rPr lang="en-US" sz="1450" b="1">
                <a:solidFill>
                  <a:srgbClr val="003362"/>
                </a:solidFill>
                <a:latin typeface="Arial" pitchFamily="34" charset="0"/>
                <a:ea typeface="Arial" pitchFamily="34" charset="-122"/>
                <a:cs typeface="Arial" pitchFamily="34" charset="-120"/>
              </a:rPr>
              <a:t>Eindgebruikers</a:t>
            </a:r>
            <a:endParaRPr lang="en-US" sz="1450"/>
          </a:p>
        </p:txBody>
      </p:sp>
      <p:sp>
        <p:nvSpPr>
          <p:cNvPr id="30" name="Text 28"/>
          <p:cNvSpPr/>
          <p:nvPr/>
        </p:nvSpPr>
        <p:spPr>
          <a:xfrm>
            <a:off x="3154680" y="3913632"/>
            <a:ext cx="5989320" cy="612648"/>
          </a:xfrm>
          <a:prstGeom prst="rect">
            <a:avLst/>
          </a:prstGeom>
          <a:noFill/>
          <a:ln/>
        </p:spPr>
        <p:txBody>
          <a:bodyPr wrap="square" rtlCol="0" anchor="ctr"/>
          <a:lstStyle/>
          <a:p>
            <a:pPr marL="0" indent="0">
              <a:lnSpc>
                <a:spcPts val="1600"/>
              </a:lnSpc>
              <a:buNone/>
            </a:pPr>
            <a:r>
              <a:rPr lang="en-US" sz="1150">
                <a:solidFill>
                  <a:srgbClr val="2B3033"/>
                </a:solidFill>
                <a:latin typeface="Arial" pitchFamily="34" charset="0"/>
                <a:ea typeface="Arial" pitchFamily="34" charset="-122"/>
                <a:cs typeface="Arial" pitchFamily="34" charset="-120"/>
              </a:rPr>
              <a:t>•  Leveren van inhoudelijke (detail)informatie</a:t>
            </a:r>
            <a:endParaRPr lang="en-US" sz="1150"/>
          </a:p>
          <a:p>
            <a:pPr marL="0" indent="0">
              <a:lnSpc>
                <a:spcPts val="1600"/>
              </a:lnSpc>
              <a:buNone/>
            </a:pPr>
            <a:r>
              <a:rPr lang="en-US" sz="1150">
                <a:solidFill>
                  <a:srgbClr val="2B3033"/>
                </a:solidFill>
                <a:latin typeface="Arial" pitchFamily="34" charset="0"/>
                <a:ea typeface="Arial" pitchFamily="34" charset="-122"/>
                <a:cs typeface="Arial" pitchFamily="34" charset="-120"/>
              </a:rPr>
              <a:t>•  Uitvoeren van acceptatietesten</a:t>
            </a:r>
            <a:endParaRPr lang="en-US" sz="1150"/>
          </a:p>
        </p:txBody>
      </p:sp>
      <p:sp>
        <p:nvSpPr>
          <p:cNvPr id="31" name="Shape 29"/>
          <p:cNvSpPr/>
          <p:nvPr/>
        </p:nvSpPr>
        <p:spPr>
          <a:xfrm>
            <a:off x="9820656" y="3895344"/>
            <a:ext cx="1371600" cy="329184"/>
          </a:xfrm>
          <a:prstGeom prst="roundRect">
            <a:avLst>
              <a:gd name="adj" fmla="val 50000"/>
            </a:avLst>
          </a:prstGeom>
          <a:solidFill>
            <a:srgbClr val="00A876"/>
          </a:solidFill>
          <a:ln/>
        </p:spPr>
        <p:txBody>
          <a:bodyPr/>
          <a:lstStyle/>
          <a:p>
            <a:endParaRPr lang="nl-NL"/>
          </a:p>
        </p:txBody>
      </p:sp>
      <p:sp>
        <p:nvSpPr>
          <p:cNvPr id="32" name="Text 30"/>
          <p:cNvSpPr/>
          <p:nvPr/>
        </p:nvSpPr>
        <p:spPr>
          <a:xfrm>
            <a:off x="9820656" y="3895344"/>
            <a:ext cx="1371600" cy="329184"/>
          </a:xfrm>
          <a:prstGeom prst="rect">
            <a:avLst/>
          </a:prstGeom>
          <a:noFill/>
          <a:ln/>
        </p:spPr>
        <p:txBody>
          <a:bodyPr wrap="square" rtlCol="0" anchor="ctr"/>
          <a:lstStyle/>
          <a:p>
            <a:pPr marL="0" indent="0" algn="ctr">
              <a:buNone/>
            </a:pPr>
            <a:r>
              <a:rPr lang="en-US" sz="1100" b="1">
                <a:solidFill>
                  <a:srgbClr val="FFFFFF"/>
                </a:solidFill>
                <a:latin typeface="Arial" pitchFamily="34" charset="0"/>
                <a:ea typeface="Arial" pitchFamily="34" charset="-122"/>
                <a:cs typeface="Arial" pitchFamily="34" charset="-120"/>
              </a:rPr>
              <a:t>Laag–Gemiddeld</a:t>
            </a:r>
            <a:endParaRPr lang="en-US" sz="1100"/>
          </a:p>
        </p:txBody>
      </p:sp>
      <p:sp>
        <p:nvSpPr>
          <p:cNvPr id="33" name="Text 31"/>
          <p:cNvSpPr/>
          <p:nvPr/>
        </p:nvSpPr>
        <p:spPr>
          <a:xfrm>
            <a:off x="9326880" y="4279392"/>
            <a:ext cx="2359152" cy="292608"/>
          </a:xfrm>
          <a:prstGeom prst="rect">
            <a:avLst/>
          </a:prstGeom>
          <a:noFill/>
          <a:ln/>
        </p:spPr>
        <p:txBody>
          <a:bodyPr wrap="square" rtlCol="0" anchor="ctr"/>
          <a:lstStyle/>
          <a:p>
            <a:pPr marL="0" indent="0" algn="ctr">
              <a:buNone/>
            </a:pPr>
            <a:r>
              <a:rPr lang="en-US" sz="1050" i="1">
                <a:solidFill>
                  <a:srgbClr val="6B7680"/>
                </a:solidFill>
                <a:latin typeface="Arial" pitchFamily="34" charset="0"/>
                <a:ea typeface="Arial" pitchFamily="34" charset="-122"/>
                <a:cs typeface="Arial" pitchFamily="34" charset="-120"/>
              </a:rPr>
              <a:t>± 1–3 uur / sprint</a:t>
            </a:r>
            <a:endParaRPr lang="en-US" sz="1050"/>
          </a:p>
        </p:txBody>
      </p:sp>
      <p:sp>
        <p:nvSpPr>
          <p:cNvPr id="34" name="Shape 32"/>
          <p:cNvSpPr/>
          <p:nvPr/>
        </p:nvSpPr>
        <p:spPr>
          <a:xfrm>
            <a:off x="502920" y="4764024"/>
            <a:ext cx="11183112" cy="868680"/>
          </a:xfrm>
          <a:prstGeom prst="roundRect">
            <a:avLst>
              <a:gd name="adj" fmla="val 7368"/>
            </a:avLst>
          </a:prstGeom>
          <a:solidFill>
            <a:srgbClr val="F5F8FA"/>
          </a:solidFill>
          <a:ln/>
        </p:spPr>
        <p:txBody>
          <a:bodyPr/>
          <a:lstStyle/>
          <a:p>
            <a:endParaRPr lang="nl-NL"/>
          </a:p>
        </p:txBody>
      </p:sp>
      <p:sp>
        <p:nvSpPr>
          <p:cNvPr id="35" name="Shape 33"/>
          <p:cNvSpPr/>
          <p:nvPr/>
        </p:nvSpPr>
        <p:spPr>
          <a:xfrm>
            <a:off x="502920" y="4764024"/>
            <a:ext cx="82296" cy="868680"/>
          </a:xfrm>
          <a:prstGeom prst="rect">
            <a:avLst/>
          </a:prstGeom>
          <a:solidFill>
            <a:srgbClr val="4A5559"/>
          </a:solidFill>
          <a:ln/>
        </p:spPr>
        <p:txBody>
          <a:bodyPr/>
          <a:lstStyle/>
          <a:p>
            <a:endParaRPr lang="nl-NL"/>
          </a:p>
        </p:txBody>
      </p:sp>
      <p:sp>
        <p:nvSpPr>
          <p:cNvPr id="36" name="Text 34"/>
          <p:cNvSpPr/>
          <p:nvPr/>
        </p:nvSpPr>
        <p:spPr>
          <a:xfrm>
            <a:off x="685800" y="4764024"/>
            <a:ext cx="2286000" cy="868680"/>
          </a:xfrm>
          <a:prstGeom prst="rect">
            <a:avLst/>
          </a:prstGeom>
          <a:noFill/>
          <a:ln/>
        </p:spPr>
        <p:txBody>
          <a:bodyPr wrap="square" rtlCol="0" anchor="ctr"/>
          <a:lstStyle/>
          <a:p>
            <a:pPr marL="0" indent="0">
              <a:lnSpc>
                <a:spcPts val="1700"/>
              </a:lnSpc>
              <a:buNone/>
            </a:pPr>
            <a:r>
              <a:rPr lang="en-US" sz="1450" b="1">
                <a:solidFill>
                  <a:srgbClr val="003362"/>
                </a:solidFill>
                <a:latin typeface="Arial" pitchFamily="34" charset="0"/>
                <a:ea typeface="Arial" pitchFamily="34" charset="-122"/>
                <a:cs typeface="Arial" pitchFamily="34" charset="-120"/>
              </a:rPr>
              <a:t>Functioneel beheerder</a:t>
            </a:r>
            <a:endParaRPr lang="en-US" sz="1450"/>
          </a:p>
        </p:txBody>
      </p:sp>
      <p:sp>
        <p:nvSpPr>
          <p:cNvPr id="37" name="Text 35"/>
          <p:cNvSpPr/>
          <p:nvPr/>
        </p:nvSpPr>
        <p:spPr>
          <a:xfrm>
            <a:off x="3154680" y="4892040"/>
            <a:ext cx="5989320" cy="612648"/>
          </a:xfrm>
          <a:prstGeom prst="rect">
            <a:avLst/>
          </a:prstGeom>
          <a:noFill/>
          <a:ln/>
        </p:spPr>
        <p:txBody>
          <a:bodyPr wrap="square" rtlCol="0" anchor="ctr"/>
          <a:lstStyle/>
          <a:p>
            <a:pPr marL="0" indent="0">
              <a:lnSpc>
                <a:spcPts val="1600"/>
              </a:lnSpc>
              <a:buNone/>
            </a:pPr>
            <a:r>
              <a:rPr lang="en-US" sz="1150">
                <a:solidFill>
                  <a:srgbClr val="2B3033"/>
                </a:solidFill>
                <a:latin typeface="Arial" pitchFamily="34" charset="0"/>
                <a:ea typeface="Arial" pitchFamily="34" charset="-122"/>
                <a:cs typeface="Arial" pitchFamily="34" charset="-120"/>
              </a:rPr>
              <a:t>•  Configureren van e-mail- en documentsjablonen</a:t>
            </a:r>
            <a:endParaRPr lang="en-US" sz="1150"/>
          </a:p>
          <a:p>
            <a:pPr marL="0" indent="0">
              <a:lnSpc>
                <a:spcPts val="1600"/>
              </a:lnSpc>
              <a:buNone/>
            </a:pPr>
            <a:r>
              <a:rPr lang="en-US" sz="1150">
                <a:solidFill>
                  <a:srgbClr val="2B3033"/>
                </a:solidFill>
                <a:latin typeface="Arial" pitchFamily="34" charset="0"/>
                <a:ea typeface="Arial" pitchFamily="34" charset="-122"/>
                <a:cs typeface="Arial" pitchFamily="34" charset="-120"/>
              </a:rPr>
              <a:t>•  Uitvoeren van acceptatietesten</a:t>
            </a:r>
            <a:endParaRPr lang="en-US" sz="1150"/>
          </a:p>
        </p:txBody>
      </p:sp>
      <p:sp>
        <p:nvSpPr>
          <p:cNvPr id="38" name="Shape 36"/>
          <p:cNvSpPr/>
          <p:nvPr/>
        </p:nvSpPr>
        <p:spPr>
          <a:xfrm>
            <a:off x="9820656" y="4873752"/>
            <a:ext cx="1371600" cy="329184"/>
          </a:xfrm>
          <a:prstGeom prst="roundRect">
            <a:avLst>
              <a:gd name="adj" fmla="val 50000"/>
            </a:avLst>
          </a:prstGeom>
          <a:solidFill>
            <a:srgbClr val="D98E04"/>
          </a:solidFill>
          <a:ln/>
        </p:spPr>
        <p:txBody>
          <a:bodyPr/>
          <a:lstStyle/>
          <a:p>
            <a:endParaRPr lang="nl-NL"/>
          </a:p>
        </p:txBody>
      </p:sp>
      <p:sp>
        <p:nvSpPr>
          <p:cNvPr id="39" name="Text 37"/>
          <p:cNvSpPr/>
          <p:nvPr/>
        </p:nvSpPr>
        <p:spPr>
          <a:xfrm>
            <a:off x="9820656" y="4873752"/>
            <a:ext cx="1371600" cy="329184"/>
          </a:xfrm>
          <a:prstGeom prst="rect">
            <a:avLst/>
          </a:prstGeom>
          <a:noFill/>
          <a:ln/>
        </p:spPr>
        <p:txBody>
          <a:bodyPr wrap="square" rtlCol="0" anchor="ctr"/>
          <a:lstStyle/>
          <a:p>
            <a:pPr marL="0" indent="0" algn="ctr">
              <a:buNone/>
            </a:pPr>
            <a:r>
              <a:rPr lang="en-US" sz="1100" b="1">
                <a:solidFill>
                  <a:srgbClr val="FFFFFF"/>
                </a:solidFill>
                <a:latin typeface="Arial" pitchFamily="34" charset="0"/>
                <a:ea typeface="Arial" pitchFamily="34" charset="-122"/>
                <a:cs typeface="Arial" pitchFamily="34" charset="-120"/>
              </a:rPr>
              <a:t>Gemiddeld</a:t>
            </a:r>
            <a:endParaRPr lang="en-US" sz="1100"/>
          </a:p>
        </p:txBody>
      </p:sp>
      <p:sp>
        <p:nvSpPr>
          <p:cNvPr id="40" name="Text 38"/>
          <p:cNvSpPr/>
          <p:nvPr/>
        </p:nvSpPr>
        <p:spPr>
          <a:xfrm>
            <a:off x="9326880" y="5257800"/>
            <a:ext cx="2359152" cy="292608"/>
          </a:xfrm>
          <a:prstGeom prst="rect">
            <a:avLst/>
          </a:prstGeom>
          <a:noFill/>
          <a:ln/>
        </p:spPr>
        <p:txBody>
          <a:bodyPr wrap="square" rtlCol="0" anchor="ctr"/>
          <a:lstStyle/>
          <a:p>
            <a:pPr marL="0" indent="0" algn="ctr">
              <a:buNone/>
            </a:pPr>
            <a:r>
              <a:rPr lang="en-US" sz="1050" i="1">
                <a:solidFill>
                  <a:srgbClr val="6B7680"/>
                </a:solidFill>
                <a:latin typeface="Arial" pitchFamily="34" charset="0"/>
                <a:ea typeface="Arial" pitchFamily="34" charset="-122"/>
                <a:cs typeface="Arial" pitchFamily="34" charset="-120"/>
              </a:rPr>
              <a:t>± 2–4 uur / sprint</a:t>
            </a:r>
            <a:endParaRPr lang="en-US" sz="1050"/>
          </a:p>
        </p:txBody>
      </p:sp>
      <p:sp>
        <p:nvSpPr>
          <p:cNvPr id="44" name="Shape 5">
            <a:extLst>
              <a:ext uri="{FF2B5EF4-FFF2-40B4-BE49-F238E27FC236}">
                <a16:creationId xmlns:a16="http://schemas.microsoft.com/office/drawing/2014/main" id="{DBD2DF5C-6673-170E-57AD-08B55A2133FD}"/>
              </a:ext>
            </a:extLst>
          </p:cNvPr>
          <p:cNvSpPr/>
          <p:nvPr/>
        </p:nvSpPr>
        <p:spPr>
          <a:xfrm>
            <a:off x="9921240" y="292608"/>
            <a:ext cx="1325880" cy="329184"/>
          </a:xfrm>
          <a:prstGeom prst="roundRect">
            <a:avLst>
              <a:gd name="adj" fmla="val 50000"/>
            </a:avLst>
          </a:prstGeom>
          <a:solidFill>
            <a:srgbClr val="E76734"/>
          </a:solidFill>
          <a:ln/>
        </p:spPr>
      </p:sp>
      <p:sp>
        <p:nvSpPr>
          <p:cNvPr id="46" name="Text 6">
            <a:extLst>
              <a:ext uri="{FF2B5EF4-FFF2-40B4-BE49-F238E27FC236}">
                <a16:creationId xmlns:a16="http://schemas.microsoft.com/office/drawing/2014/main" id="{750F4A48-2813-208A-002E-A7DA579BFC39}"/>
              </a:ext>
            </a:extLst>
          </p:cNvPr>
          <p:cNvSpPr/>
          <p:nvPr/>
        </p:nvSpPr>
        <p:spPr>
          <a:xfrm>
            <a:off x="9915489" y="286857"/>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Tree>
    <p:extLst>
      <p:ext uri="{BB962C8B-B14F-4D97-AF65-F5344CB8AC3E}">
        <p14:creationId xmlns:p14="http://schemas.microsoft.com/office/powerpoint/2010/main" val="21945821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BF532-E3F6-3E5A-0AF6-275CE08922A2}"/>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4B868A7E-B5BB-A5D2-273C-40FB5EF5A565}"/>
              </a:ext>
            </a:extLst>
          </p:cNvPr>
          <p:cNvSpPr>
            <a:spLocks noGrp="1"/>
          </p:cNvSpPr>
          <p:nvPr>
            <p:ph type="body" idx="102"/>
          </p:nvPr>
        </p:nvSpPr>
        <p:spPr/>
        <p:txBody>
          <a:bodyPr wrap="square" lIns="91440" tIns="45720" rIns="91440" bIns="45720" rtlCol="0" anchor="t"/>
          <a:lstStyle/>
          <a:p>
            <a:r>
              <a:rPr lang="nl-NL" dirty="0">
                <a:latin typeface="Arial"/>
                <a:cs typeface="Arial"/>
              </a:rPr>
              <a:t>HOOFDSTUK </a:t>
            </a:r>
            <a:r>
              <a:rPr lang="nl-NL">
                <a:latin typeface="Arial"/>
                <a:cs typeface="Arial"/>
              </a:rPr>
              <a:t>04</a:t>
            </a:r>
            <a:r>
              <a:rPr lang="nl-NL" dirty="0">
                <a:latin typeface="Arial"/>
                <a:cs typeface="Arial"/>
              </a:rPr>
              <a:t> VAN 05</a:t>
            </a:r>
            <a:endParaRPr lang="nl-NL" dirty="0"/>
          </a:p>
        </p:txBody>
      </p:sp>
      <p:sp>
        <p:nvSpPr>
          <p:cNvPr id="3" name="Titel 2">
            <a:extLst>
              <a:ext uri="{FF2B5EF4-FFF2-40B4-BE49-F238E27FC236}">
                <a16:creationId xmlns:a16="http://schemas.microsoft.com/office/drawing/2014/main" id="{6007AFFB-7B48-8B9D-817C-9585CBC52123}"/>
              </a:ext>
            </a:extLst>
          </p:cNvPr>
          <p:cNvSpPr>
            <a:spLocks noGrp="1"/>
          </p:cNvSpPr>
          <p:nvPr>
            <p:ph type="title" idx="103"/>
          </p:nvPr>
        </p:nvSpPr>
        <p:spPr/>
        <p:txBody>
          <a:bodyPr wrap="square" lIns="91440" tIns="45720" rIns="91440" bIns="45720" rtlCol="0" anchor="t"/>
          <a:lstStyle/>
          <a:p>
            <a:r>
              <a:rPr lang="en-US">
                <a:latin typeface="Helvetica"/>
                <a:cs typeface="Helvetica"/>
              </a:rPr>
              <a:t>Vervolgstappen</a:t>
            </a:r>
            <a:endParaRPr lang="nl-NL"/>
          </a:p>
        </p:txBody>
      </p:sp>
      <p:sp>
        <p:nvSpPr>
          <p:cNvPr id="4" name="Tijdelijke aanduiding voor tekst 3">
            <a:extLst>
              <a:ext uri="{FF2B5EF4-FFF2-40B4-BE49-F238E27FC236}">
                <a16:creationId xmlns:a16="http://schemas.microsoft.com/office/drawing/2014/main" id="{17E1935F-7AC9-2689-3383-8D028FB8BB4B}"/>
              </a:ext>
            </a:extLst>
          </p:cNvPr>
          <p:cNvSpPr>
            <a:spLocks noGrp="1"/>
          </p:cNvSpPr>
          <p:nvPr>
            <p:ph type="body" idx="104"/>
          </p:nvPr>
        </p:nvSpPr>
        <p:spPr>
          <a:xfrm>
            <a:off x="692336" y="3520440"/>
            <a:ext cx="7070328" cy="640080"/>
          </a:xfrm>
        </p:spPr>
        <p:txBody>
          <a:bodyPr wrap="square" lIns="91440" tIns="45720" rIns="91440" bIns="45720" rtlCol="0" anchor="t"/>
          <a:lstStyle/>
          <a:p>
            <a:r>
              <a:rPr lang="en-US">
                <a:latin typeface="Arial"/>
                <a:cs typeface="Arial"/>
              </a:rPr>
              <a:t>Wat nu?</a:t>
            </a:r>
          </a:p>
          <a:p>
            <a:endParaRPr lang="en-US" dirty="0"/>
          </a:p>
        </p:txBody>
      </p:sp>
      <p:sp>
        <p:nvSpPr>
          <p:cNvPr id="8" name="Shape 7">
            <a:extLst>
              <a:ext uri="{FF2B5EF4-FFF2-40B4-BE49-F238E27FC236}">
                <a16:creationId xmlns:a16="http://schemas.microsoft.com/office/drawing/2014/main" id="{F5C67C48-5C52-26D6-1119-FFA0DF58186A}"/>
              </a:ext>
            </a:extLst>
          </p:cNvPr>
          <p:cNvSpPr/>
          <p:nvPr/>
        </p:nvSpPr>
        <p:spPr>
          <a:xfrm>
            <a:off x="11181769" y="5636476"/>
            <a:ext cx="128016" cy="128016"/>
          </a:xfrm>
          <a:prstGeom prst="ellipse">
            <a:avLst/>
          </a:prstGeom>
          <a:solidFill>
            <a:srgbClr val="E76734"/>
          </a:solidFill>
          <a:ln w="19050">
            <a:solidFill>
              <a:srgbClr val="FFFFFF"/>
            </a:solidFill>
            <a:prstDash val="solid"/>
          </a:ln>
        </p:spPr>
        <p:txBody>
          <a:bodyPr/>
          <a:lstStyle/>
          <a:p>
            <a:endParaRPr lang="nl-NL"/>
          </a:p>
        </p:txBody>
      </p:sp>
      <p:sp>
        <p:nvSpPr>
          <p:cNvPr id="10" name="Text 8">
            <a:extLst>
              <a:ext uri="{FF2B5EF4-FFF2-40B4-BE49-F238E27FC236}">
                <a16:creationId xmlns:a16="http://schemas.microsoft.com/office/drawing/2014/main" id="{0294C544-69C2-BDD2-8A06-B166F24714BC}"/>
              </a:ext>
            </a:extLst>
          </p:cNvPr>
          <p:cNvSpPr/>
          <p:nvPr/>
        </p:nvSpPr>
        <p:spPr>
          <a:xfrm>
            <a:off x="470712" y="5961458"/>
            <a:ext cx="2103120" cy="320040"/>
          </a:xfrm>
          <a:prstGeom prst="rect">
            <a:avLst/>
          </a:prstGeom>
          <a:noFill/>
          <a:ln/>
        </p:spPr>
        <p:txBody>
          <a:bodyPr wrap="square" lIns="91440" tIns="45720" rIns="91440" bIns="45720" rtlCol="0" anchor="ctr"/>
          <a:lstStyle/>
          <a:p>
            <a:pPr marL="0" indent="0" algn="l">
              <a:buNone/>
            </a:pPr>
            <a:r>
              <a:rPr lang="en-US" sz="950" b="1" dirty="0">
                <a:solidFill>
                  <a:srgbClr val="5C88AC"/>
                </a:solidFill>
                <a:latin typeface="Arial"/>
                <a:ea typeface="Arial" pitchFamily="34" charset="-122"/>
                <a:cs typeface="Arial"/>
              </a:rPr>
              <a:t>Introductie</a:t>
            </a:r>
            <a:endParaRPr lang="en-US" sz="950">
              <a:solidFill>
                <a:srgbClr val="5C88AC"/>
              </a:solidFill>
              <a:latin typeface="Arial"/>
              <a:ea typeface="Calibri"/>
              <a:cs typeface="Arial"/>
            </a:endParaRPr>
          </a:p>
        </p:txBody>
      </p:sp>
      <p:sp>
        <p:nvSpPr>
          <p:cNvPr id="12" name="Shape 4">
            <a:extLst>
              <a:ext uri="{FF2B5EF4-FFF2-40B4-BE49-F238E27FC236}">
                <a16:creationId xmlns:a16="http://schemas.microsoft.com/office/drawing/2014/main" id="{6E959E17-7250-1481-26BA-F0D890974EB7}"/>
              </a:ext>
            </a:extLst>
          </p:cNvPr>
          <p:cNvSpPr/>
          <p:nvPr/>
        </p:nvSpPr>
        <p:spPr>
          <a:xfrm>
            <a:off x="693807" y="3025992"/>
            <a:ext cx="1463040" cy="41148"/>
          </a:xfrm>
          <a:prstGeom prst="rect">
            <a:avLst/>
          </a:prstGeom>
          <a:solidFill>
            <a:srgbClr val="E76734"/>
          </a:solidFill>
          <a:ln/>
        </p:spPr>
        <p:txBody>
          <a:bodyPr/>
          <a:lstStyle/>
          <a:p>
            <a:endParaRPr lang="nl-NL"/>
          </a:p>
        </p:txBody>
      </p:sp>
      <p:sp>
        <p:nvSpPr>
          <p:cNvPr id="5" name="Text 8">
            <a:extLst>
              <a:ext uri="{FF2B5EF4-FFF2-40B4-BE49-F238E27FC236}">
                <a16:creationId xmlns:a16="http://schemas.microsoft.com/office/drawing/2014/main" id="{EF0411F0-B04D-8353-1263-068D602E4B97}"/>
              </a:ext>
            </a:extLst>
          </p:cNvPr>
          <p:cNvSpPr/>
          <p:nvPr/>
        </p:nvSpPr>
        <p:spPr>
          <a:xfrm>
            <a:off x="2834805" y="5961457"/>
            <a:ext cx="2103120" cy="320040"/>
          </a:xfrm>
          <a:prstGeom prst="rect">
            <a:avLst/>
          </a:prstGeom>
          <a:noFill/>
          <a:ln/>
        </p:spPr>
        <p:txBody>
          <a:bodyPr wrap="square" lIns="91440" tIns="45720" rIns="91440" bIns="45720" rtlCol="0" anchor="ctr"/>
          <a:lstStyle/>
          <a:p>
            <a:r>
              <a:rPr lang="en-US" sz="950" b="1" dirty="0">
                <a:solidFill>
                  <a:srgbClr val="5C88AC"/>
                </a:solidFill>
                <a:latin typeface="Arial"/>
                <a:cs typeface="Arial"/>
              </a:rPr>
              <a:t>Context &amp; </a:t>
            </a:r>
            <a:r>
              <a:rPr lang="en-US" sz="950" b="1" dirty="0" err="1">
                <a:solidFill>
                  <a:srgbClr val="5C88AC"/>
                </a:solidFill>
                <a:latin typeface="Arial"/>
                <a:cs typeface="Arial"/>
              </a:rPr>
              <a:t>Doelen</a:t>
            </a:r>
            <a:endParaRPr lang="nl-NL" dirty="0" err="1"/>
          </a:p>
        </p:txBody>
      </p:sp>
      <p:sp>
        <p:nvSpPr>
          <p:cNvPr id="6" name="Text 8">
            <a:extLst>
              <a:ext uri="{FF2B5EF4-FFF2-40B4-BE49-F238E27FC236}">
                <a16:creationId xmlns:a16="http://schemas.microsoft.com/office/drawing/2014/main" id="{6D112471-9E24-A58D-3350-076219F3222F}"/>
              </a:ext>
            </a:extLst>
          </p:cNvPr>
          <p:cNvSpPr/>
          <p:nvPr/>
        </p:nvSpPr>
        <p:spPr>
          <a:xfrm>
            <a:off x="5524966" y="6032577"/>
            <a:ext cx="2103120" cy="320040"/>
          </a:xfrm>
          <a:prstGeom prst="rect">
            <a:avLst/>
          </a:prstGeom>
          <a:noFill/>
          <a:ln/>
        </p:spPr>
        <p:txBody>
          <a:bodyPr wrap="square" lIns="91440" tIns="45720" rIns="91440" bIns="45720" rtlCol="0" anchor="ctr"/>
          <a:lstStyle/>
          <a:p>
            <a:r>
              <a:rPr lang="en-US" sz="950" b="1" dirty="0">
                <a:solidFill>
                  <a:srgbClr val="5C88AC"/>
                </a:solidFill>
                <a:latin typeface="Arial"/>
                <a:cs typeface="Arial"/>
              </a:rPr>
              <a:t>Event Storming/</a:t>
            </a:r>
            <a:endParaRPr lang="nl-NL" dirty="0">
              <a:solidFill>
                <a:srgbClr val="000000"/>
              </a:solidFill>
              <a:latin typeface="Calibri" panose="020F0502020204030204"/>
              <a:ea typeface="Calibri" panose="020F0502020204030204"/>
              <a:cs typeface="Calibri" panose="020F0502020204030204"/>
            </a:endParaRPr>
          </a:p>
          <a:p>
            <a:r>
              <a:rPr lang="en-US" sz="950" b="1" dirty="0" err="1">
                <a:solidFill>
                  <a:srgbClr val="5C88AC"/>
                </a:solidFill>
                <a:latin typeface="Arial"/>
                <a:cs typeface="Arial"/>
              </a:rPr>
              <a:t>Functionele</a:t>
            </a:r>
            <a:r>
              <a:rPr lang="en-US" sz="950" b="1" dirty="0">
                <a:solidFill>
                  <a:srgbClr val="5C88AC"/>
                </a:solidFill>
                <a:latin typeface="Arial"/>
                <a:cs typeface="Arial"/>
              </a:rPr>
              <a:t> </a:t>
            </a:r>
            <a:r>
              <a:rPr lang="en-US" sz="950" b="1" dirty="0" err="1">
                <a:solidFill>
                  <a:srgbClr val="5C88AC"/>
                </a:solidFill>
                <a:latin typeface="Arial"/>
                <a:cs typeface="Arial"/>
              </a:rPr>
              <a:t>invulling</a:t>
            </a:r>
            <a:endParaRPr lang="nl-NL" dirty="0" err="1">
              <a:ea typeface="Calibri"/>
              <a:cs typeface="Calibri"/>
            </a:endParaRPr>
          </a:p>
        </p:txBody>
      </p:sp>
      <p:sp>
        <p:nvSpPr>
          <p:cNvPr id="7" name="Text 8">
            <a:extLst>
              <a:ext uri="{FF2B5EF4-FFF2-40B4-BE49-F238E27FC236}">
                <a16:creationId xmlns:a16="http://schemas.microsoft.com/office/drawing/2014/main" id="{ADA59AB3-B2B9-B128-CEC2-93B6B0A57CD7}"/>
              </a:ext>
            </a:extLst>
          </p:cNvPr>
          <p:cNvSpPr/>
          <p:nvPr/>
        </p:nvSpPr>
        <p:spPr>
          <a:xfrm>
            <a:off x="8288486" y="5961457"/>
            <a:ext cx="2103120" cy="320040"/>
          </a:xfrm>
          <a:prstGeom prst="rect">
            <a:avLst/>
          </a:prstGeom>
          <a:noFill/>
          <a:ln/>
        </p:spPr>
        <p:txBody>
          <a:bodyPr wrap="square" lIns="91440" tIns="45720" rIns="91440" bIns="45720" rtlCol="0" anchor="ctr"/>
          <a:lstStyle/>
          <a:p>
            <a:r>
              <a:rPr lang="en-US" sz="950" b="1" dirty="0" err="1">
                <a:solidFill>
                  <a:srgbClr val="5C88AC"/>
                </a:solidFill>
                <a:latin typeface="Arial"/>
                <a:cs typeface="Arial"/>
              </a:rPr>
              <a:t>Werkwijze</a:t>
            </a:r>
            <a:endParaRPr lang="nl-NL" dirty="0" err="1"/>
          </a:p>
        </p:txBody>
      </p:sp>
      <p:sp>
        <p:nvSpPr>
          <p:cNvPr id="9" name="Text 8">
            <a:extLst>
              <a:ext uri="{FF2B5EF4-FFF2-40B4-BE49-F238E27FC236}">
                <a16:creationId xmlns:a16="http://schemas.microsoft.com/office/drawing/2014/main" id="{B0C48A5A-1DB2-BF79-FFCA-6D1375D9E432}"/>
              </a:ext>
            </a:extLst>
          </p:cNvPr>
          <p:cNvSpPr/>
          <p:nvPr/>
        </p:nvSpPr>
        <p:spPr>
          <a:xfrm>
            <a:off x="10747206" y="5961457"/>
            <a:ext cx="2103120" cy="320040"/>
          </a:xfrm>
          <a:prstGeom prst="rect">
            <a:avLst/>
          </a:prstGeom>
          <a:noFill/>
          <a:ln/>
        </p:spPr>
        <p:txBody>
          <a:bodyPr wrap="square" lIns="91440" tIns="45720" rIns="91440" bIns="45720" rtlCol="0" anchor="ctr"/>
          <a:lstStyle/>
          <a:p>
            <a:r>
              <a:rPr lang="en-US" sz="950" b="1" dirty="0" err="1">
                <a:solidFill>
                  <a:srgbClr val="5C88AC"/>
                </a:solidFill>
                <a:latin typeface="Arial"/>
                <a:cs typeface="Arial"/>
              </a:rPr>
              <a:t>Vervolgstappen</a:t>
            </a:r>
            <a:endParaRPr lang="nl-NL" dirty="0" err="1"/>
          </a:p>
        </p:txBody>
      </p:sp>
    </p:spTree>
    <p:extLst>
      <p:ext uri="{BB962C8B-B14F-4D97-AF65-F5344CB8AC3E}">
        <p14:creationId xmlns:p14="http://schemas.microsoft.com/office/powerpoint/2010/main" val="466387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92608"/>
            <a:ext cx="9144000" cy="292608"/>
          </a:xfrm>
          <a:prstGeom prst="rect">
            <a:avLst/>
          </a:prstGeom>
          <a:noFill/>
          <a:ln/>
        </p:spPr>
        <p:txBody>
          <a:bodyPr wrap="square" rtlCol="0" anchor="ctr"/>
          <a:lstStyle/>
          <a:p>
            <a:pPr marL="0" indent="0">
              <a:buNone/>
            </a:pPr>
            <a:r>
              <a:rPr lang="en-US" sz="1100" b="1" kern="0" spc="150" dirty="0">
                <a:solidFill>
                  <a:srgbClr val="E76734"/>
                </a:solidFill>
                <a:latin typeface="Arial" pitchFamily="34" charset="0"/>
                <a:ea typeface="Arial" pitchFamily="34" charset="-122"/>
                <a:cs typeface="Arial" pitchFamily="34" charset="-120"/>
              </a:rPr>
              <a:t>VERVOLGSTAPPEN</a:t>
            </a:r>
            <a:endParaRPr lang="en-US" sz="1100" dirty="0"/>
          </a:p>
        </p:txBody>
      </p:sp>
      <p:sp>
        <p:nvSpPr>
          <p:cNvPr id="4" name="Text 2"/>
          <p:cNvSpPr/>
          <p:nvPr/>
        </p:nvSpPr>
        <p:spPr>
          <a:xfrm>
            <a:off x="502920" y="566928"/>
            <a:ext cx="10515600" cy="640080"/>
          </a:xfrm>
          <a:prstGeom prst="rect">
            <a:avLst/>
          </a:prstGeom>
          <a:noFill/>
          <a:ln/>
        </p:spPr>
        <p:txBody>
          <a:bodyPr wrap="square" rtlCol="0" anchor="ctr"/>
          <a:lstStyle/>
          <a:p>
            <a:pPr marL="0" indent="0">
              <a:buNone/>
            </a:pPr>
            <a:r>
              <a:rPr lang="en-US" sz="2600" b="1" dirty="0">
                <a:solidFill>
                  <a:srgbClr val="003362"/>
                </a:solidFill>
                <a:latin typeface="Helvetica" pitchFamily="34" charset="0"/>
                <a:ea typeface="Helvetica" pitchFamily="34" charset="-122"/>
                <a:cs typeface="Helvetica" pitchFamily="34" charset="-120"/>
              </a:rPr>
              <a:t>Nader te onderzoeken</a:t>
            </a:r>
            <a:endParaRPr lang="en-US" sz="2600" dirty="0"/>
          </a:p>
        </p:txBody>
      </p:sp>
      <p:sp>
        <p:nvSpPr>
          <p:cNvPr id="5" name="Shape 3"/>
          <p:cNvSpPr/>
          <p:nvPr/>
        </p:nvSpPr>
        <p:spPr>
          <a:xfrm>
            <a:off x="0" y="6748272"/>
            <a:ext cx="12188952" cy="109728"/>
          </a:xfrm>
          <a:prstGeom prst="rect">
            <a:avLst/>
          </a:prstGeom>
          <a:solidFill>
            <a:srgbClr val="003362"/>
          </a:solidFill>
          <a:ln/>
        </p:spPr>
        <p:txBody>
          <a:bodyPr/>
          <a:lstStyle/>
          <a:p>
            <a:endParaRPr lang="nl-NL"/>
          </a:p>
        </p:txBody>
      </p:sp>
      <p:sp>
        <p:nvSpPr>
          <p:cNvPr id="6" name="Text 4"/>
          <p:cNvSpPr/>
          <p:nvPr/>
        </p:nvSpPr>
        <p:spPr>
          <a:xfrm>
            <a:off x="457200" y="6355080"/>
            <a:ext cx="5486400" cy="320040"/>
          </a:xfrm>
          <a:prstGeom prst="rect">
            <a:avLst/>
          </a:prstGeom>
          <a:noFill/>
          <a:ln/>
        </p:spPr>
        <p:txBody>
          <a:bodyPr wrap="square" rtlCol="0" anchor="ctr"/>
          <a:lstStyle/>
          <a:p>
            <a:pPr marL="0" indent="0">
              <a:buNone/>
            </a:pPr>
            <a:r>
              <a:rPr lang="en-US" sz="950" i="1" dirty="0">
                <a:solidFill>
                  <a:srgbClr val="6B7680"/>
                </a:solidFill>
                <a:latin typeface="Arial" pitchFamily="34" charset="0"/>
                <a:ea typeface="Arial" pitchFamily="34" charset="-122"/>
                <a:cs typeface="Arial" pitchFamily="34" charset="-120"/>
              </a:rPr>
              <a:t>Vervolgstappen</a:t>
            </a:r>
            <a:endParaRPr lang="en-US" sz="950" dirty="0"/>
          </a:p>
        </p:txBody>
      </p:sp>
      <p:sp>
        <p:nvSpPr>
          <p:cNvPr id="7" name="Shape 5"/>
          <p:cNvSpPr/>
          <p:nvPr/>
        </p:nvSpPr>
        <p:spPr>
          <a:xfrm>
            <a:off x="502920" y="1645920"/>
            <a:ext cx="502920" cy="502920"/>
          </a:xfrm>
          <a:prstGeom prst="ellipse">
            <a:avLst/>
          </a:prstGeom>
          <a:solidFill>
            <a:srgbClr val="E76734"/>
          </a:solidFill>
          <a:ln/>
        </p:spPr>
        <p:txBody>
          <a:bodyPr/>
          <a:lstStyle/>
          <a:p>
            <a:endParaRPr lang="nl-NL"/>
          </a:p>
        </p:txBody>
      </p:sp>
      <p:sp>
        <p:nvSpPr>
          <p:cNvPr id="8" name="Text 6"/>
          <p:cNvSpPr/>
          <p:nvPr/>
        </p:nvSpPr>
        <p:spPr>
          <a:xfrm>
            <a:off x="502920" y="1645920"/>
            <a:ext cx="502920" cy="502920"/>
          </a:xfrm>
          <a:prstGeom prst="rect">
            <a:avLst/>
          </a:prstGeom>
          <a:noFill/>
          <a:ln/>
        </p:spPr>
        <p:txBody>
          <a:bodyPr wrap="square" rtlCol="0" anchor="ctr"/>
          <a:lstStyle/>
          <a:p>
            <a:pPr marL="0" indent="0" algn="ctr">
              <a:buNone/>
            </a:pPr>
            <a:r>
              <a:rPr lang="en-US" sz="1600" b="1" dirty="0">
                <a:solidFill>
                  <a:srgbClr val="FFFFFF"/>
                </a:solidFill>
                <a:latin typeface="Helvetica" pitchFamily="34" charset="0"/>
                <a:ea typeface="Helvetica" pitchFamily="34" charset="-122"/>
                <a:cs typeface="Helvetica" pitchFamily="34" charset="-120"/>
              </a:rPr>
              <a:t>1</a:t>
            </a:r>
            <a:endParaRPr lang="en-US" sz="1600" dirty="0"/>
          </a:p>
        </p:txBody>
      </p:sp>
      <p:sp>
        <p:nvSpPr>
          <p:cNvPr id="9" name="Shape 7"/>
          <p:cNvSpPr/>
          <p:nvPr/>
        </p:nvSpPr>
        <p:spPr>
          <a:xfrm>
            <a:off x="502920" y="2286000"/>
            <a:ext cx="3514344" cy="2600960"/>
          </a:xfrm>
          <a:prstGeom prst="roundRect">
            <a:avLst>
              <a:gd name="adj" fmla="val 3077"/>
            </a:avLst>
          </a:prstGeom>
          <a:solidFill>
            <a:srgbClr val="F5F8FA"/>
          </a:solidFill>
          <a:ln/>
          <a:effectLst>
            <a:outerShdw blurRad="50800" dist="25400" dir="5400000" algn="bl" rotWithShape="0">
              <a:srgbClr val="000000">
                <a:alpha val="10000"/>
              </a:srgbClr>
            </a:outerShdw>
          </a:effectLst>
        </p:spPr>
        <p:txBody>
          <a:bodyPr/>
          <a:lstStyle/>
          <a:p>
            <a:endParaRPr lang="nl-NL"/>
          </a:p>
        </p:txBody>
      </p:sp>
      <p:sp>
        <p:nvSpPr>
          <p:cNvPr id="10" name="Shape 8"/>
          <p:cNvSpPr/>
          <p:nvPr/>
        </p:nvSpPr>
        <p:spPr>
          <a:xfrm>
            <a:off x="502920" y="2286000"/>
            <a:ext cx="3514344" cy="64008"/>
          </a:xfrm>
          <a:prstGeom prst="rect">
            <a:avLst/>
          </a:prstGeom>
          <a:solidFill>
            <a:srgbClr val="E76734"/>
          </a:solidFill>
          <a:ln/>
        </p:spPr>
        <p:txBody>
          <a:bodyPr/>
          <a:lstStyle/>
          <a:p>
            <a:endParaRPr lang="nl-NL"/>
          </a:p>
        </p:txBody>
      </p:sp>
      <p:sp>
        <p:nvSpPr>
          <p:cNvPr id="11" name="Text 9"/>
          <p:cNvSpPr/>
          <p:nvPr/>
        </p:nvSpPr>
        <p:spPr>
          <a:xfrm>
            <a:off x="685800" y="2450592"/>
            <a:ext cx="3148584" cy="502920"/>
          </a:xfrm>
          <a:prstGeom prst="rect">
            <a:avLst/>
          </a:prstGeom>
          <a:noFill/>
          <a:ln/>
        </p:spPr>
        <p:txBody>
          <a:bodyPr wrap="square" rtlCol="0" anchor="t"/>
          <a:lstStyle/>
          <a:p>
            <a:pPr marL="0" indent="0">
              <a:lnSpc>
                <a:spcPts val="1700"/>
              </a:lnSpc>
              <a:buNone/>
            </a:pPr>
            <a:r>
              <a:rPr lang="en-US" sz="1400" b="1" dirty="0">
                <a:solidFill>
                  <a:srgbClr val="003362"/>
                </a:solidFill>
                <a:latin typeface="Arial" pitchFamily="34" charset="0"/>
                <a:ea typeface="Arial" pitchFamily="34" charset="-122"/>
                <a:cs typeface="Arial" pitchFamily="34" charset="-120"/>
              </a:rPr>
              <a:t>Technische discovery</a:t>
            </a:r>
            <a:endParaRPr lang="en-US" sz="1400" dirty="0"/>
          </a:p>
        </p:txBody>
      </p:sp>
      <p:sp>
        <p:nvSpPr>
          <p:cNvPr id="12" name="Text 10"/>
          <p:cNvSpPr/>
          <p:nvPr/>
        </p:nvSpPr>
        <p:spPr>
          <a:xfrm>
            <a:off x="685800" y="2971800"/>
            <a:ext cx="3148584" cy="1005840"/>
          </a:xfrm>
          <a:prstGeom prst="rect">
            <a:avLst/>
          </a:prstGeom>
          <a:noFill/>
          <a:ln/>
        </p:spPr>
        <p:txBody>
          <a:bodyPr wrap="square" lIns="91440" tIns="45720" rIns="91440" bIns="45720" rtlCol="0" anchor="t"/>
          <a:lstStyle/>
          <a:p>
            <a:pPr>
              <a:lnSpc>
                <a:spcPts val="1350"/>
              </a:lnSpc>
            </a:pPr>
            <a:r>
              <a:rPr lang="en-US" sz="1050" dirty="0">
                <a:solidFill>
                  <a:srgbClr val="2B3033"/>
                </a:solidFill>
                <a:latin typeface="Arial"/>
                <a:ea typeface="Arial" pitchFamily="34" charset="-122"/>
                <a:cs typeface="Arial"/>
              </a:rPr>
              <a:t>Hoe zit het met hosting? Welke componenten </a:t>
            </a:r>
            <a:endParaRPr lang="en-US" sz="1050" dirty="0">
              <a:solidFill>
                <a:srgbClr val="000000"/>
              </a:solidFill>
              <a:latin typeface="Arial"/>
              <a:ea typeface="Calibri" panose="020F0502020204030204"/>
              <a:cs typeface="Arial"/>
            </a:endParaRPr>
          </a:p>
          <a:p>
            <a:pPr marL="0" indent="0">
              <a:lnSpc>
                <a:spcPts val="1350"/>
              </a:lnSpc>
              <a:buNone/>
            </a:pPr>
            <a:r>
              <a:rPr lang="en-US" sz="1050" dirty="0" err="1">
                <a:solidFill>
                  <a:srgbClr val="2B3033"/>
                </a:solidFill>
                <a:latin typeface="Arial"/>
                <a:ea typeface="Arial" pitchFamily="34" charset="-122"/>
                <a:cs typeface="Arial"/>
              </a:rPr>
              <a:t>zijn</a:t>
            </a:r>
            <a:r>
              <a:rPr lang="en-US" sz="1050" dirty="0">
                <a:solidFill>
                  <a:srgbClr val="2B3033"/>
                </a:solidFill>
                <a:latin typeface="Arial"/>
                <a:ea typeface="Arial" pitchFamily="34" charset="-122"/>
                <a:cs typeface="Arial"/>
              </a:rPr>
              <a:t> </a:t>
            </a:r>
            <a:r>
              <a:rPr lang="en-US" sz="1050" dirty="0" err="1">
                <a:solidFill>
                  <a:srgbClr val="2B3033"/>
                </a:solidFill>
                <a:latin typeface="Arial"/>
                <a:ea typeface="Arial" pitchFamily="34" charset="-122"/>
                <a:cs typeface="Arial"/>
              </a:rPr>
              <a:t>nodig</a:t>
            </a:r>
            <a:r>
              <a:rPr lang="en-US" sz="1050" dirty="0">
                <a:solidFill>
                  <a:srgbClr val="2B3033"/>
                </a:solidFill>
                <a:latin typeface="Arial"/>
                <a:ea typeface="Arial" pitchFamily="34" charset="-122"/>
                <a:cs typeface="Arial"/>
              </a:rPr>
              <a:t> in het applicatielandschap?</a:t>
            </a:r>
            <a:endParaRPr lang="en-US" sz="1050">
              <a:latin typeface="Arial"/>
              <a:ea typeface="Calibri"/>
              <a:cs typeface="Arial"/>
            </a:endParaRPr>
          </a:p>
        </p:txBody>
      </p:sp>
      <p:sp>
        <p:nvSpPr>
          <p:cNvPr id="13" name="Shape 11"/>
          <p:cNvSpPr/>
          <p:nvPr/>
        </p:nvSpPr>
        <p:spPr>
          <a:xfrm>
            <a:off x="685800" y="4096512"/>
            <a:ext cx="3148584" cy="0"/>
          </a:xfrm>
          <a:prstGeom prst="line">
            <a:avLst/>
          </a:prstGeom>
          <a:noFill/>
          <a:ln w="9525">
            <a:solidFill>
              <a:srgbClr val="DCE6EA"/>
            </a:solidFill>
            <a:prstDash val="solid"/>
          </a:ln>
        </p:spPr>
        <p:txBody>
          <a:bodyPr/>
          <a:lstStyle/>
          <a:p>
            <a:endParaRPr lang="nl-NL"/>
          </a:p>
        </p:txBody>
      </p:sp>
      <p:sp>
        <p:nvSpPr>
          <p:cNvPr id="14" name="Text 12"/>
          <p:cNvSpPr/>
          <p:nvPr/>
        </p:nvSpPr>
        <p:spPr>
          <a:xfrm>
            <a:off x="685800" y="4187952"/>
            <a:ext cx="3148584" cy="182880"/>
          </a:xfrm>
          <a:prstGeom prst="rect">
            <a:avLst/>
          </a:prstGeom>
          <a:noFill/>
          <a:ln/>
        </p:spPr>
        <p:txBody>
          <a:bodyPr wrap="square" rtlCol="0" anchor="ctr"/>
          <a:lstStyle/>
          <a:p>
            <a:pPr marL="0" indent="0">
              <a:buNone/>
            </a:pPr>
            <a:r>
              <a:rPr lang="en-US" sz="800" b="1" kern="0" spc="100" dirty="0">
                <a:solidFill>
                  <a:srgbClr val="6B7680"/>
                </a:solidFill>
                <a:latin typeface="Arial" pitchFamily="34" charset="0"/>
                <a:ea typeface="Arial" pitchFamily="34" charset="-122"/>
                <a:cs typeface="Arial" pitchFamily="34" charset="-120"/>
              </a:rPr>
              <a:t>DEELNEMERS</a:t>
            </a:r>
            <a:endParaRPr lang="en-US" sz="800" dirty="0"/>
          </a:p>
        </p:txBody>
      </p:sp>
      <p:sp>
        <p:nvSpPr>
          <p:cNvPr id="15" name="Text 13"/>
          <p:cNvSpPr/>
          <p:nvPr/>
        </p:nvSpPr>
        <p:spPr>
          <a:xfrm>
            <a:off x="685800" y="4352544"/>
            <a:ext cx="3148584" cy="292608"/>
          </a:xfrm>
          <a:prstGeom prst="rect">
            <a:avLst/>
          </a:prstGeom>
          <a:noFill/>
          <a:ln/>
        </p:spPr>
        <p:txBody>
          <a:bodyPr wrap="square" rtlCol="0" anchor="t"/>
          <a:lstStyle/>
          <a:p>
            <a:pPr marL="0" indent="0">
              <a:lnSpc>
                <a:spcPts val="1100"/>
              </a:lnSpc>
              <a:buNone/>
            </a:pPr>
            <a:r>
              <a:rPr lang="en-US" sz="950" i="1" dirty="0">
                <a:solidFill>
                  <a:srgbClr val="E76734"/>
                </a:solidFill>
                <a:latin typeface="Arial" pitchFamily="34" charset="0"/>
                <a:ea typeface="Arial" pitchFamily="34" charset="-122"/>
                <a:cs typeface="Arial" pitchFamily="34" charset="-120"/>
              </a:rPr>
              <a:t>Architect / technisch applicatiebeheer</a:t>
            </a:r>
            <a:endParaRPr lang="en-US" sz="950" dirty="0"/>
          </a:p>
        </p:txBody>
      </p:sp>
      <p:sp>
        <p:nvSpPr>
          <p:cNvPr id="16" name="Shape 14"/>
          <p:cNvSpPr/>
          <p:nvPr/>
        </p:nvSpPr>
        <p:spPr>
          <a:xfrm>
            <a:off x="4337304" y="1645920"/>
            <a:ext cx="502920" cy="502920"/>
          </a:xfrm>
          <a:prstGeom prst="ellipse">
            <a:avLst/>
          </a:prstGeom>
          <a:solidFill>
            <a:srgbClr val="89CDF2"/>
          </a:solidFill>
          <a:ln/>
        </p:spPr>
        <p:txBody>
          <a:bodyPr/>
          <a:lstStyle/>
          <a:p>
            <a:endParaRPr lang="nl-NL"/>
          </a:p>
        </p:txBody>
      </p:sp>
      <p:sp>
        <p:nvSpPr>
          <p:cNvPr id="17" name="Text 15"/>
          <p:cNvSpPr/>
          <p:nvPr/>
        </p:nvSpPr>
        <p:spPr>
          <a:xfrm>
            <a:off x="4337304" y="1645920"/>
            <a:ext cx="502920" cy="502920"/>
          </a:xfrm>
          <a:prstGeom prst="rect">
            <a:avLst/>
          </a:prstGeom>
          <a:noFill/>
          <a:ln/>
        </p:spPr>
        <p:txBody>
          <a:bodyPr wrap="square" rtlCol="0" anchor="ctr"/>
          <a:lstStyle/>
          <a:p>
            <a:pPr marL="0" indent="0" algn="ctr">
              <a:buNone/>
            </a:pPr>
            <a:r>
              <a:rPr lang="en-US" sz="1600" b="1" dirty="0">
                <a:solidFill>
                  <a:srgbClr val="003362"/>
                </a:solidFill>
                <a:latin typeface="Helvetica" pitchFamily="34" charset="0"/>
                <a:ea typeface="Helvetica" pitchFamily="34" charset="-122"/>
                <a:cs typeface="Helvetica" pitchFamily="34" charset="-120"/>
              </a:rPr>
              <a:t>2</a:t>
            </a:r>
            <a:endParaRPr lang="en-US" sz="1600" dirty="0"/>
          </a:p>
        </p:txBody>
      </p:sp>
      <p:sp>
        <p:nvSpPr>
          <p:cNvPr id="18" name="Shape 16"/>
          <p:cNvSpPr/>
          <p:nvPr/>
        </p:nvSpPr>
        <p:spPr>
          <a:xfrm>
            <a:off x="4337304" y="2286000"/>
            <a:ext cx="3514344" cy="2600960"/>
          </a:xfrm>
          <a:prstGeom prst="roundRect">
            <a:avLst>
              <a:gd name="adj" fmla="val 3077"/>
            </a:avLst>
          </a:prstGeom>
          <a:solidFill>
            <a:srgbClr val="F5F8FA"/>
          </a:solidFill>
          <a:ln/>
          <a:effectLst>
            <a:outerShdw blurRad="50800" dist="25400" dir="5400000" algn="bl" rotWithShape="0">
              <a:srgbClr val="000000">
                <a:alpha val="10000"/>
              </a:srgbClr>
            </a:outerShdw>
          </a:effectLst>
        </p:spPr>
        <p:txBody>
          <a:bodyPr/>
          <a:lstStyle/>
          <a:p>
            <a:endParaRPr lang="nl-NL"/>
          </a:p>
        </p:txBody>
      </p:sp>
      <p:sp>
        <p:nvSpPr>
          <p:cNvPr id="19" name="Shape 17"/>
          <p:cNvSpPr/>
          <p:nvPr/>
        </p:nvSpPr>
        <p:spPr>
          <a:xfrm>
            <a:off x="4337304" y="2286000"/>
            <a:ext cx="3514344" cy="64008"/>
          </a:xfrm>
          <a:prstGeom prst="rect">
            <a:avLst/>
          </a:prstGeom>
          <a:solidFill>
            <a:srgbClr val="89CDF2"/>
          </a:solidFill>
          <a:ln/>
        </p:spPr>
        <p:txBody>
          <a:bodyPr/>
          <a:lstStyle/>
          <a:p>
            <a:endParaRPr lang="nl-NL"/>
          </a:p>
        </p:txBody>
      </p:sp>
      <p:sp>
        <p:nvSpPr>
          <p:cNvPr id="20" name="Text 18"/>
          <p:cNvSpPr/>
          <p:nvPr/>
        </p:nvSpPr>
        <p:spPr>
          <a:xfrm>
            <a:off x="4520184" y="2450592"/>
            <a:ext cx="3148584" cy="502920"/>
          </a:xfrm>
          <a:prstGeom prst="rect">
            <a:avLst/>
          </a:prstGeom>
          <a:noFill/>
          <a:ln/>
        </p:spPr>
        <p:txBody>
          <a:bodyPr wrap="square" rtlCol="0" anchor="t"/>
          <a:lstStyle/>
          <a:p>
            <a:pPr marL="0" indent="0">
              <a:lnSpc>
                <a:spcPts val="1700"/>
              </a:lnSpc>
              <a:buNone/>
            </a:pPr>
            <a:r>
              <a:rPr lang="en-US" sz="1400" b="1" dirty="0">
                <a:solidFill>
                  <a:srgbClr val="003362"/>
                </a:solidFill>
                <a:latin typeface="Arial" pitchFamily="34" charset="0"/>
                <a:ea typeface="Arial" pitchFamily="34" charset="-122"/>
                <a:cs typeface="Arial" pitchFamily="34" charset="-120"/>
              </a:rPr>
              <a:t>(voorbeeld) Functionaliteit X</a:t>
            </a:r>
            <a:endParaRPr lang="en-US" sz="1400" dirty="0"/>
          </a:p>
        </p:txBody>
      </p:sp>
      <p:sp>
        <p:nvSpPr>
          <p:cNvPr id="21" name="Text 19"/>
          <p:cNvSpPr/>
          <p:nvPr/>
        </p:nvSpPr>
        <p:spPr>
          <a:xfrm>
            <a:off x="4520184" y="2971800"/>
            <a:ext cx="3148584" cy="1005840"/>
          </a:xfrm>
          <a:prstGeom prst="rect">
            <a:avLst/>
          </a:prstGeom>
          <a:noFill/>
          <a:ln/>
        </p:spPr>
        <p:txBody>
          <a:bodyPr wrap="square" rtlCol="0" anchor="t"/>
          <a:lstStyle/>
          <a:p>
            <a:pPr marL="0" indent="0">
              <a:lnSpc>
                <a:spcPts val="1350"/>
              </a:lnSpc>
              <a:buNone/>
            </a:pPr>
            <a:r>
              <a:rPr lang="en-US" sz="1050" dirty="0">
                <a:solidFill>
                  <a:srgbClr val="2B3033"/>
                </a:solidFill>
                <a:latin typeface="Arial" pitchFamily="34" charset="0"/>
                <a:ea typeface="Arial" pitchFamily="34" charset="-122"/>
                <a:cs typeface="Arial" pitchFamily="34" charset="-120"/>
              </a:rPr>
              <a:t>Functionaliteit X betreft een toevoeging aan Valtimo/GZAC of een plug-in.</a:t>
            </a:r>
            <a:endParaRPr lang="en-US" sz="1050" dirty="0"/>
          </a:p>
        </p:txBody>
      </p:sp>
      <p:sp>
        <p:nvSpPr>
          <p:cNvPr id="22" name="Shape 20"/>
          <p:cNvSpPr/>
          <p:nvPr/>
        </p:nvSpPr>
        <p:spPr>
          <a:xfrm>
            <a:off x="4520184" y="4096512"/>
            <a:ext cx="3148584" cy="0"/>
          </a:xfrm>
          <a:prstGeom prst="line">
            <a:avLst/>
          </a:prstGeom>
          <a:noFill/>
          <a:ln w="9525">
            <a:solidFill>
              <a:srgbClr val="DCE6EA"/>
            </a:solidFill>
            <a:prstDash val="solid"/>
          </a:ln>
        </p:spPr>
        <p:txBody>
          <a:bodyPr/>
          <a:lstStyle/>
          <a:p>
            <a:endParaRPr lang="nl-NL"/>
          </a:p>
        </p:txBody>
      </p:sp>
      <p:sp>
        <p:nvSpPr>
          <p:cNvPr id="23" name="Text 21"/>
          <p:cNvSpPr/>
          <p:nvPr/>
        </p:nvSpPr>
        <p:spPr>
          <a:xfrm>
            <a:off x="4520184" y="4187952"/>
            <a:ext cx="3148584" cy="182880"/>
          </a:xfrm>
          <a:prstGeom prst="rect">
            <a:avLst/>
          </a:prstGeom>
          <a:noFill/>
          <a:ln/>
        </p:spPr>
        <p:txBody>
          <a:bodyPr wrap="square" rtlCol="0" anchor="ctr"/>
          <a:lstStyle/>
          <a:p>
            <a:pPr marL="0" indent="0">
              <a:buNone/>
            </a:pPr>
            <a:r>
              <a:rPr lang="en-US" sz="800" b="1" kern="0" spc="100" dirty="0">
                <a:solidFill>
                  <a:srgbClr val="6B7680"/>
                </a:solidFill>
                <a:latin typeface="Arial" pitchFamily="34" charset="0"/>
                <a:ea typeface="Arial" pitchFamily="34" charset="-122"/>
                <a:cs typeface="Arial" pitchFamily="34" charset="-120"/>
              </a:rPr>
              <a:t>DEELNEMERS</a:t>
            </a:r>
            <a:endParaRPr lang="en-US" sz="800" dirty="0"/>
          </a:p>
        </p:txBody>
      </p:sp>
      <p:sp>
        <p:nvSpPr>
          <p:cNvPr id="24" name="Text 22"/>
          <p:cNvSpPr/>
          <p:nvPr/>
        </p:nvSpPr>
        <p:spPr>
          <a:xfrm>
            <a:off x="4520184" y="4352544"/>
            <a:ext cx="3148584" cy="292608"/>
          </a:xfrm>
          <a:prstGeom prst="rect">
            <a:avLst/>
          </a:prstGeom>
          <a:noFill/>
          <a:ln/>
        </p:spPr>
        <p:txBody>
          <a:bodyPr wrap="square" rtlCol="0" anchor="t"/>
          <a:lstStyle/>
          <a:p>
            <a:pPr marL="0" indent="0">
              <a:lnSpc>
                <a:spcPts val="1100"/>
              </a:lnSpc>
              <a:buNone/>
            </a:pPr>
            <a:r>
              <a:rPr lang="en-US" sz="950" i="1" dirty="0">
                <a:solidFill>
                  <a:srgbClr val="003362"/>
                </a:solidFill>
                <a:latin typeface="Arial" pitchFamily="34" charset="0"/>
                <a:ea typeface="Arial" pitchFamily="34" charset="-122"/>
                <a:cs typeface="Arial" pitchFamily="34" charset="-120"/>
              </a:rPr>
              <a:t>Solution architect Ritense / eindgebruiker / technisch applicatiebeheer</a:t>
            </a:r>
            <a:endParaRPr lang="en-US" sz="950" dirty="0"/>
          </a:p>
        </p:txBody>
      </p:sp>
      <p:sp>
        <p:nvSpPr>
          <p:cNvPr id="25" name="Shape 23"/>
          <p:cNvSpPr/>
          <p:nvPr/>
        </p:nvSpPr>
        <p:spPr>
          <a:xfrm>
            <a:off x="8171688" y="1645920"/>
            <a:ext cx="502920" cy="502920"/>
          </a:xfrm>
          <a:prstGeom prst="ellipse">
            <a:avLst/>
          </a:prstGeom>
          <a:solidFill>
            <a:srgbClr val="003362"/>
          </a:solidFill>
          <a:ln/>
        </p:spPr>
        <p:txBody>
          <a:bodyPr/>
          <a:lstStyle/>
          <a:p>
            <a:endParaRPr lang="nl-NL"/>
          </a:p>
        </p:txBody>
      </p:sp>
      <p:sp>
        <p:nvSpPr>
          <p:cNvPr id="26" name="Text 24"/>
          <p:cNvSpPr/>
          <p:nvPr/>
        </p:nvSpPr>
        <p:spPr>
          <a:xfrm>
            <a:off x="8171688" y="1645920"/>
            <a:ext cx="502920" cy="502920"/>
          </a:xfrm>
          <a:prstGeom prst="rect">
            <a:avLst/>
          </a:prstGeom>
          <a:noFill/>
          <a:ln/>
        </p:spPr>
        <p:txBody>
          <a:bodyPr wrap="square" rtlCol="0" anchor="ctr"/>
          <a:lstStyle/>
          <a:p>
            <a:pPr marL="0" indent="0" algn="ctr">
              <a:buNone/>
            </a:pPr>
            <a:r>
              <a:rPr lang="en-US" sz="1600" b="1" dirty="0">
                <a:solidFill>
                  <a:srgbClr val="FFFFFF"/>
                </a:solidFill>
                <a:latin typeface="Helvetica" pitchFamily="34" charset="0"/>
                <a:ea typeface="Helvetica" pitchFamily="34" charset="-122"/>
                <a:cs typeface="Helvetica" pitchFamily="34" charset="-120"/>
              </a:rPr>
              <a:t>3</a:t>
            </a:r>
            <a:endParaRPr lang="en-US" sz="1600" dirty="0"/>
          </a:p>
        </p:txBody>
      </p:sp>
      <p:sp>
        <p:nvSpPr>
          <p:cNvPr id="27" name="Shape 25"/>
          <p:cNvSpPr/>
          <p:nvPr/>
        </p:nvSpPr>
        <p:spPr>
          <a:xfrm>
            <a:off x="8171688" y="2286000"/>
            <a:ext cx="3514344" cy="2600960"/>
          </a:xfrm>
          <a:prstGeom prst="roundRect">
            <a:avLst>
              <a:gd name="adj" fmla="val 3077"/>
            </a:avLst>
          </a:prstGeom>
          <a:solidFill>
            <a:srgbClr val="F5F8FA"/>
          </a:solidFill>
          <a:ln/>
          <a:effectLst>
            <a:outerShdw blurRad="50800" dist="25400" dir="5400000" algn="bl" rotWithShape="0">
              <a:srgbClr val="000000">
                <a:alpha val="10000"/>
              </a:srgbClr>
            </a:outerShdw>
          </a:effectLst>
        </p:spPr>
        <p:txBody>
          <a:bodyPr/>
          <a:lstStyle/>
          <a:p>
            <a:endParaRPr lang="nl-NL"/>
          </a:p>
        </p:txBody>
      </p:sp>
      <p:sp>
        <p:nvSpPr>
          <p:cNvPr id="28" name="Shape 26"/>
          <p:cNvSpPr/>
          <p:nvPr/>
        </p:nvSpPr>
        <p:spPr>
          <a:xfrm>
            <a:off x="8171688" y="2286000"/>
            <a:ext cx="3514344" cy="64008"/>
          </a:xfrm>
          <a:prstGeom prst="rect">
            <a:avLst/>
          </a:prstGeom>
          <a:solidFill>
            <a:srgbClr val="003362"/>
          </a:solidFill>
          <a:ln/>
        </p:spPr>
        <p:txBody>
          <a:bodyPr/>
          <a:lstStyle/>
          <a:p>
            <a:endParaRPr lang="nl-NL"/>
          </a:p>
        </p:txBody>
      </p:sp>
      <p:sp>
        <p:nvSpPr>
          <p:cNvPr id="29" name="Text 27"/>
          <p:cNvSpPr/>
          <p:nvPr/>
        </p:nvSpPr>
        <p:spPr>
          <a:xfrm>
            <a:off x="8354568" y="2450592"/>
            <a:ext cx="3148584" cy="502920"/>
          </a:xfrm>
          <a:prstGeom prst="rect">
            <a:avLst/>
          </a:prstGeom>
          <a:noFill/>
          <a:ln/>
        </p:spPr>
        <p:txBody>
          <a:bodyPr wrap="square" rtlCol="0" anchor="t"/>
          <a:lstStyle/>
          <a:p>
            <a:pPr marL="0" indent="0">
              <a:lnSpc>
                <a:spcPts val="1700"/>
              </a:lnSpc>
              <a:buNone/>
            </a:pPr>
            <a:r>
              <a:rPr lang="en-US" sz="1400" b="1" dirty="0">
                <a:solidFill>
                  <a:srgbClr val="003362"/>
                </a:solidFill>
                <a:latin typeface="Arial" pitchFamily="34" charset="0"/>
                <a:ea typeface="Arial" pitchFamily="34" charset="-122"/>
                <a:cs typeface="Arial" pitchFamily="34" charset="-120"/>
              </a:rPr>
              <a:t>…</a:t>
            </a:r>
            <a:endParaRPr lang="en-US" sz="1400" dirty="0"/>
          </a:p>
        </p:txBody>
      </p:sp>
      <p:sp>
        <p:nvSpPr>
          <p:cNvPr id="30" name="Text 28"/>
          <p:cNvSpPr/>
          <p:nvPr/>
        </p:nvSpPr>
        <p:spPr>
          <a:xfrm>
            <a:off x="8354568" y="2971800"/>
            <a:ext cx="3148584" cy="1005840"/>
          </a:xfrm>
          <a:prstGeom prst="rect">
            <a:avLst/>
          </a:prstGeom>
          <a:noFill/>
          <a:ln/>
        </p:spPr>
        <p:txBody>
          <a:bodyPr wrap="square" rtlCol="0" anchor="t"/>
          <a:lstStyle/>
          <a:p>
            <a:pPr marL="0" indent="0">
              <a:lnSpc>
                <a:spcPts val="1350"/>
              </a:lnSpc>
              <a:buNone/>
            </a:pPr>
            <a:r>
              <a:rPr lang="en-US" sz="1050" dirty="0">
                <a:solidFill>
                  <a:srgbClr val="2B3033"/>
                </a:solidFill>
                <a:latin typeface="Arial" pitchFamily="34" charset="0"/>
                <a:ea typeface="Arial" pitchFamily="34" charset="-122"/>
                <a:cs typeface="Arial" pitchFamily="34" charset="-120"/>
              </a:rPr>
              <a:t>…</a:t>
            </a:r>
            <a:endParaRPr lang="en-US" sz="1050" dirty="0"/>
          </a:p>
        </p:txBody>
      </p:sp>
      <p:sp>
        <p:nvSpPr>
          <p:cNvPr id="31" name="Shape 29"/>
          <p:cNvSpPr/>
          <p:nvPr/>
        </p:nvSpPr>
        <p:spPr>
          <a:xfrm>
            <a:off x="8354568" y="4096512"/>
            <a:ext cx="3148584" cy="0"/>
          </a:xfrm>
          <a:prstGeom prst="line">
            <a:avLst/>
          </a:prstGeom>
          <a:noFill/>
          <a:ln w="9525">
            <a:solidFill>
              <a:srgbClr val="DCE6EA"/>
            </a:solidFill>
            <a:prstDash val="solid"/>
          </a:ln>
        </p:spPr>
        <p:txBody>
          <a:bodyPr/>
          <a:lstStyle/>
          <a:p>
            <a:endParaRPr lang="nl-NL"/>
          </a:p>
        </p:txBody>
      </p:sp>
      <p:sp>
        <p:nvSpPr>
          <p:cNvPr id="32" name="Text 30"/>
          <p:cNvSpPr/>
          <p:nvPr/>
        </p:nvSpPr>
        <p:spPr>
          <a:xfrm>
            <a:off x="8354568" y="4187952"/>
            <a:ext cx="3148584" cy="182880"/>
          </a:xfrm>
          <a:prstGeom prst="rect">
            <a:avLst/>
          </a:prstGeom>
          <a:noFill/>
          <a:ln/>
        </p:spPr>
        <p:txBody>
          <a:bodyPr wrap="square" rtlCol="0" anchor="ctr"/>
          <a:lstStyle/>
          <a:p>
            <a:pPr marL="0" indent="0">
              <a:buNone/>
            </a:pPr>
            <a:r>
              <a:rPr lang="en-US" sz="800" b="1" kern="0" spc="100" dirty="0">
                <a:solidFill>
                  <a:srgbClr val="6B7680"/>
                </a:solidFill>
                <a:latin typeface="Arial" pitchFamily="34" charset="0"/>
                <a:ea typeface="Arial" pitchFamily="34" charset="-122"/>
                <a:cs typeface="Arial" pitchFamily="34" charset="-120"/>
              </a:rPr>
              <a:t>DEELNEMERS</a:t>
            </a:r>
            <a:endParaRPr lang="en-US" sz="800" dirty="0"/>
          </a:p>
        </p:txBody>
      </p:sp>
      <p:sp>
        <p:nvSpPr>
          <p:cNvPr id="33" name="Text 31"/>
          <p:cNvSpPr/>
          <p:nvPr/>
        </p:nvSpPr>
        <p:spPr>
          <a:xfrm>
            <a:off x="8354568" y="4352544"/>
            <a:ext cx="3148584" cy="292608"/>
          </a:xfrm>
          <a:prstGeom prst="rect">
            <a:avLst/>
          </a:prstGeom>
          <a:noFill/>
          <a:ln/>
        </p:spPr>
        <p:txBody>
          <a:bodyPr wrap="square" rtlCol="0" anchor="t"/>
          <a:lstStyle/>
          <a:p>
            <a:pPr marL="0" indent="0">
              <a:lnSpc>
                <a:spcPts val="1100"/>
              </a:lnSpc>
              <a:buNone/>
            </a:pPr>
            <a:r>
              <a:rPr lang="en-US" sz="950" i="1" dirty="0">
                <a:solidFill>
                  <a:srgbClr val="003362"/>
                </a:solidFill>
                <a:latin typeface="Arial" pitchFamily="34" charset="0"/>
                <a:ea typeface="Arial" pitchFamily="34" charset="-122"/>
                <a:cs typeface="Arial" pitchFamily="34" charset="-120"/>
              </a:rPr>
              <a:t>…</a:t>
            </a:r>
            <a:endParaRPr lang="en-US" sz="950" dirty="0"/>
          </a:p>
        </p:txBody>
      </p:sp>
      <p:sp>
        <p:nvSpPr>
          <p:cNvPr id="34" name="Shape 32"/>
          <p:cNvSpPr/>
          <p:nvPr/>
        </p:nvSpPr>
        <p:spPr>
          <a:xfrm>
            <a:off x="502920" y="5588000"/>
            <a:ext cx="11183112" cy="457200"/>
          </a:xfrm>
          <a:prstGeom prst="roundRect">
            <a:avLst>
              <a:gd name="adj" fmla="val 12000"/>
            </a:avLst>
          </a:prstGeom>
          <a:solidFill>
            <a:srgbClr val="F5F8FA"/>
          </a:solidFill>
          <a:ln/>
        </p:spPr>
        <p:txBody>
          <a:bodyPr/>
          <a:lstStyle/>
          <a:p>
            <a:endParaRPr lang="nl-NL"/>
          </a:p>
        </p:txBody>
      </p:sp>
      <p:sp>
        <p:nvSpPr>
          <p:cNvPr id="35" name="Text 33"/>
          <p:cNvSpPr/>
          <p:nvPr/>
        </p:nvSpPr>
        <p:spPr>
          <a:xfrm>
            <a:off x="713232" y="5588000"/>
            <a:ext cx="10789920" cy="457200"/>
          </a:xfrm>
          <a:prstGeom prst="rect">
            <a:avLst/>
          </a:prstGeom>
          <a:noFill/>
          <a:ln/>
        </p:spPr>
        <p:txBody>
          <a:bodyPr wrap="square" rtlCol="0" anchor="ctr"/>
          <a:lstStyle/>
          <a:p>
            <a:pPr marL="0" indent="0">
              <a:buNone/>
            </a:pPr>
            <a:r>
              <a:rPr lang="en-US" sz="1100" i="1" dirty="0">
                <a:solidFill>
                  <a:srgbClr val="6B7680"/>
                </a:solidFill>
                <a:latin typeface="Arial" pitchFamily="34" charset="0"/>
                <a:ea typeface="Arial" pitchFamily="34" charset="-122"/>
                <a:cs typeface="Arial" pitchFamily="34" charset="-120"/>
              </a:rPr>
              <a:t>Verantwoordelijke per onderwerp: [in te vullen] — vast te leggen bij het inplannen van de vervolgstappen.</a:t>
            </a:r>
            <a:endParaRPr lang="en-US" sz="1100" dirty="0"/>
          </a:p>
        </p:txBody>
      </p:sp>
      <p:sp>
        <p:nvSpPr>
          <p:cNvPr id="37" name="Shape 5">
            <a:extLst>
              <a:ext uri="{FF2B5EF4-FFF2-40B4-BE49-F238E27FC236}">
                <a16:creationId xmlns:a16="http://schemas.microsoft.com/office/drawing/2014/main" id="{4EF88E4E-836E-6D88-82C9-6C686232A1C5}"/>
              </a:ext>
            </a:extLst>
          </p:cNvPr>
          <p:cNvSpPr/>
          <p:nvPr/>
        </p:nvSpPr>
        <p:spPr>
          <a:xfrm>
            <a:off x="9921240" y="292608"/>
            <a:ext cx="1325880" cy="329184"/>
          </a:xfrm>
          <a:prstGeom prst="roundRect">
            <a:avLst>
              <a:gd name="adj" fmla="val 50000"/>
            </a:avLst>
          </a:prstGeom>
          <a:solidFill>
            <a:srgbClr val="E76734"/>
          </a:solidFill>
          <a:ln/>
        </p:spPr>
        <p:txBody>
          <a:bodyPr/>
          <a:lstStyle/>
          <a:p>
            <a:endParaRPr lang="nl-NL"/>
          </a:p>
        </p:txBody>
      </p:sp>
      <p:sp>
        <p:nvSpPr>
          <p:cNvPr id="39" name="Text 6">
            <a:extLst>
              <a:ext uri="{FF2B5EF4-FFF2-40B4-BE49-F238E27FC236}">
                <a16:creationId xmlns:a16="http://schemas.microsoft.com/office/drawing/2014/main" id="{33FB25DB-6E5D-B946-0EBB-57762A25A235}"/>
              </a:ext>
            </a:extLst>
          </p:cNvPr>
          <p:cNvSpPr/>
          <p:nvPr/>
        </p:nvSpPr>
        <p:spPr>
          <a:xfrm>
            <a:off x="9915489" y="286857"/>
            <a:ext cx="1325880" cy="329184"/>
          </a:xfrm>
          <a:prstGeom prst="rect">
            <a:avLst/>
          </a:prstGeom>
          <a:noFill/>
          <a:ln/>
        </p:spPr>
        <p:txBody>
          <a:bodyPr wrap="square" rtlCol="0" anchor="ctr"/>
          <a:lstStyle/>
          <a:p>
            <a:pPr marL="0" indent="0" algn="ctr">
              <a:buNone/>
            </a:pPr>
            <a:r>
              <a:rPr lang="en-US" sz="1000" b="1" kern="0" spc="50" dirty="0">
                <a:solidFill>
                  <a:srgbClr val="FFFFFF"/>
                </a:solidFill>
                <a:latin typeface="Arial" pitchFamily="34" charset="0"/>
                <a:ea typeface="Arial" pitchFamily="34" charset="-122"/>
                <a:cs typeface="Arial" pitchFamily="34" charset="-120"/>
              </a:rPr>
              <a:t>VOORBEELD</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1F3D"/>
        </a:solidFill>
        <a:effectLst/>
      </p:bgPr>
    </p:bg>
    <p:spTree>
      <p:nvGrpSpPr>
        <p:cNvPr id="1" name=""/>
        <p:cNvGrpSpPr/>
        <p:nvPr/>
      </p:nvGrpSpPr>
      <p:grpSpPr>
        <a:xfrm>
          <a:off x="0" y="0"/>
          <a:ext cx="0" cy="0"/>
          <a:chOff x="0" y="0"/>
          <a:chExt cx="0" cy="0"/>
        </a:xfrm>
      </p:grpSpPr>
      <p:sp>
        <p:nvSpPr>
          <p:cNvPr id="3" name="Text 1"/>
          <p:cNvSpPr/>
          <p:nvPr/>
        </p:nvSpPr>
        <p:spPr>
          <a:xfrm>
            <a:off x="822960" y="2651760"/>
            <a:ext cx="9601200" cy="1005840"/>
          </a:xfrm>
          <a:prstGeom prst="rect">
            <a:avLst/>
          </a:prstGeom>
          <a:noFill/>
          <a:ln/>
        </p:spPr>
        <p:txBody>
          <a:bodyPr wrap="square" rtlCol="0" anchor="ctr"/>
          <a:lstStyle/>
          <a:p>
            <a:pPr marL="0" indent="0">
              <a:buNone/>
            </a:pPr>
            <a:r>
              <a:rPr lang="en-US" sz="3400" b="1" dirty="0">
                <a:solidFill>
                  <a:srgbClr val="FFFFFF"/>
                </a:solidFill>
                <a:latin typeface="Helvetica" pitchFamily="34" charset="0"/>
                <a:ea typeface="Helvetica" pitchFamily="34" charset="-122"/>
                <a:cs typeface="Helvetica" pitchFamily="34" charset="-120"/>
              </a:rPr>
              <a:t>Afsluiting &amp; feedback</a:t>
            </a:r>
            <a:endParaRPr lang="en-US" sz="3400" dirty="0"/>
          </a:p>
        </p:txBody>
      </p:sp>
      <p:sp>
        <p:nvSpPr>
          <p:cNvPr id="4" name="Text 2"/>
          <p:cNvSpPr/>
          <p:nvPr/>
        </p:nvSpPr>
        <p:spPr>
          <a:xfrm>
            <a:off x="822960" y="3566160"/>
            <a:ext cx="7782560" cy="731520"/>
          </a:xfrm>
          <a:prstGeom prst="rect">
            <a:avLst/>
          </a:prstGeom>
          <a:noFill/>
          <a:ln/>
        </p:spPr>
        <p:txBody>
          <a:bodyPr wrap="square" lIns="91440" tIns="45720" rIns="91440" bIns="45720" rtlCol="0" anchor="ctr"/>
          <a:lstStyle/>
          <a:p>
            <a:r>
              <a:rPr lang="en-US" sz="1400" i="1" dirty="0" err="1">
                <a:solidFill>
                  <a:srgbClr val="89CDF2"/>
                </a:solidFill>
                <a:latin typeface="Arial"/>
                <a:ea typeface="Arial" pitchFamily="34" charset="-122"/>
                <a:cs typeface="Arial"/>
              </a:rPr>
              <a:t>Vandaag</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stond</a:t>
            </a:r>
            <a:r>
              <a:rPr lang="en-US" sz="1400" i="1" dirty="0">
                <a:solidFill>
                  <a:srgbClr val="89CDF2"/>
                </a:solidFill>
                <a:latin typeface="Arial"/>
                <a:ea typeface="Arial" pitchFamily="34" charset="-122"/>
                <a:cs typeface="Arial"/>
              </a:rPr>
              <a:t> in het </a:t>
            </a:r>
            <a:r>
              <a:rPr lang="en-US" sz="1400" i="1" dirty="0" err="1">
                <a:solidFill>
                  <a:srgbClr val="89CDF2"/>
                </a:solidFill>
                <a:latin typeface="Arial"/>
                <a:ea typeface="Arial" pitchFamily="34" charset="-122"/>
                <a:cs typeface="Arial"/>
              </a:rPr>
              <a:t>teken</a:t>
            </a:r>
            <a:r>
              <a:rPr lang="en-US" sz="1400" i="1" dirty="0">
                <a:solidFill>
                  <a:srgbClr val="89CDF2"/>
                </a:solidFill>
                <a:latin typeface="Arial"/>
                <a:ea typeface="Arial" pitchFamily="34" charset="-122"/>
                <a:cs typeface="Arial"/>
              </a:rPr>
              <a:t> van </a:t>
            </a:r>
            <a:r>
              <a:rPr lang="en-US" sz="1400" i="1" dirty="0" err="1">
                <a:solidFill>
                  <a:srgbClr val="89CDF2"/>
                </a:solidFill>
                <a:latin typeface="Arial"/>
                <a:ea typeface="Arial" pitchFamily="34" charset="-122"/>
                <a:cs typeface="Arial"/>
              </a:rPr>
              <a:t>wederzijds</a:t>
            </a:r>
            <a:r>
              <a:rPr lang="en-US" sz="1400" i="1" dirty="0">
                <a:solidFill>
                  <a:srgbClr val="89CDF2"/>
                </a:solidFill>
                <a:latin typeface="Arial"/>
                <a:ea typeface="Arial" pitchFamily="34" charset="-122"/>
                <a:cs typeface="Arial"/>
              </a:rPr>
              <a:t> begrip. </a:t>
            </a:r>
            <a:r>
              <a:rPr lang="en-US" sz="1400" i="1" dirty="0" err="1">
                <a:solidFill>
                  <a:srgbClr val="89CDF2"/>
                </a:solidFill>
                <a:latin typeface="Arial"/>
                <a:ea typeface="Arial" pitchFamily="34" charset="-122"/>
                <a:cs typeface="Arial"/>
              </a:rPr>
              <a:t>Hebben</a:t>
            </a:r>
            <a:r>
              <a:rPr lang="en-US" sz="1400" i="1" dirty="0">
                <a:solidFill>
                  <a:srgbClr val="89CDF2"/>
                </a:solidFill>
                <a:latin typeface="Arial"/>
                <a:ea typeface="Arial" pitchFamily="34" charset="-122"/>
                <a:cs typeface="Arial"/>
              </a:rPr>
              <a:t> we </a:t>
            </a:r>
            <a:r>
              <a:rPr lang="en-US" sz="1400" i="1" dirty="0" err="1">
                <a:solidFill>
                  <a:srgbClr val="89CDF2"/>
                </a:solidFill>
                <a:latin typeface="Arial"/>
                <a:ea typeface="Arial" pitchFamily="34" charset="-122"/>
                <a:cs typeface="Arial"/>
              </a:rPr>
              <a:t>dat</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vandaag</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behaald</a:t>
            </a:r>
            <a:r>
              <a:rPr lang="en-US" sz="1400" i="1" dirty="0">
                <a:solidFill>
                  <a:srgbClr val="89CDF2"/>
                </a:solidFill>
                <a:latin typeface="Arial"/>
                <a:ea typeface="Arial" pitchFamily="34" charset="-122"/>
                <a:cs typeface="Arial"/>
              </a:rPr>
              <a:t>? </a:t>
            </a:r>
            <a:endParaRPr lang="en-US" sz="1400" dirty="0">
              <a:solidFill>
                <a:srgbClr val="000000"/>
              </a:solidFill>
              <a:latin typeface="Arial"/>
              <a:ea typeface="Calibri" panose="020F0502020204030204"/>
              <a:cs typeface="Calibri" panose="020F0502020204030204"/>
            </a:endParaRPr>
          </a:p>
          <a:p>
            <a:r>
              <a:rPr lang="en-US" sz="1400" i="1" dirty="0">
                <a:solidFill>
                  <a:srgbClr val="89CDF2"/>
                </a:solidFill>
                <a:latin typeface="Arial"/>
                <a:ea typeface="Arial" pitchFamily="34" charset="-122"/>
                <a:cs typeface="Arial"/>
              </a:rPr>
              <a:t>Zijn er </a:t>
            </a:r>
            <a:r>
              <a:rPr lang="en-US" sz="1400" i="1" dirty="0" err="1">
                <a:solidFill>
                  <a:srgbClr val="89CDF2"/>
                </a:solidFill>
                <a:latin typeface="Arial"/>
                <a:ea typeface="Arial" pitchFamily="34" charset="-122"/>
                <a:cs typeface="Arial"/>
              </a:rPr>
              <a:t>nog</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verdere</a:t>
            </a:r>
            <a:r>
              <a:rPr lang="en-US" sz="1400" i="1" dirty="0">
                <a:solidFill>
                  <a:srgbClr val="89CDF2"/>
                </a:solidFill>
                <a:latin typeface="Arial"/>
                <a:ea typeface="Arial" pitchFamily="34" charset="-122"/>
                <a:cs typeface="Arial"/>
              </a:rPr>
              <a:t> </a:t>
            </a:r>
            <a:r>
              <a:rPr lang="en-US" sz="1400" i="1" dirty="0" err="1">
                <a:solidFill>
                  <a:srgbClr val="89CDF2"/>
                </a:solidFill>
                <a:latin typeface="Arial"/>
                <a:ea typeface="Arial" pitchFamily="34" charset="-122"/>
                <a:cs typeface="Arial"/>
              </a:rPr>
              <a:t>vragen</a:t>
            </a:r>
            <a:r>
              <a:rPr lang="en-US" sz="1400" i="1" dirty="0">
                <a:solidFill>
                  <a:srgbClr val="89CDF2"/>
                </a:solidFill>
                <a:latin typeface="Arial"/>
                <a:ea typeface="Arial" pitchFamily="34" charset="-122"/>
                <a:cs typeface="Arial"/>
              </a:rPr>
              <a:t> of </a:t>
            </a:r>
            <a:r>
              <a:rPr lang="en-US" sz="1400" i="1" dirty="0" err="1">
                <a:solidFill>
                  <a:srgbClr val="89CDF2"/>
                </a:solidFill>
                <a:latin typeface="Arial"/>
                <a:ea typeface="Arial" pitchFamily="34" charset="-122"/>
                <a:cs typeface="Arial"/>
              </a:rPr>
              <a:t>opmerkingen</a:t>
            </a:r>
            <a:r>
              <a:rPr lang="en-US" sz="1400" i="1" dirty="0">
                <a:solidFill>
                  <a:srgbClr val="89CDF2"/>
                </a:solidFill>
                <a:latin typeface="Arial"/>
                <a:ea typeface="Arial" pitchFamily="34" charset="-122"/>
                <a:cs typeface="Arial"/>
              </a:rPr>
              <a:t>?</a:t>
            </a:r>
            <a:endParaRPr lang="en-US" sz="1400">
              <a:latin typeface="Arial"/>
              <a:ea typeface="Calibri" panose="020F0502020204030204"/>
              <a:cs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D129CD3-F0BB-4E02-BCB3-3E957CEFC51B}">
  <we:reference id="WA200010725" version="1.0.0.1" store="Omex" storeType="OMEX"/>
  <we:alternateReferences>
    <we:reference id="WA200010725" version="1.0.0.1" store="WA200010725"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7c7f78c-7234-4659-a714-2029890e9078">
      <Terms xmlns="http://schemas.microsoft.com/office/infopath/2007/PartnerControls"/>
    </lcf76f155ced4ddcb4097134ff3c332f>
    <TaxCatchAll xmlns="2fe64aa1-c683-46d7-84f3-af40499a985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2A3365B6D5ACA43963BA2237853E801" ma:contentTypeVersion="18" ma:contentTypeDescription="Een nieuw document maken." ma:contentTypeScope="" ma:versionID="989f22ee5be1179405b6dc66f4bd959e">
  <xsd:schema xmlns:xsd="http://www.w3.org/2001/XMLSchema" xmlns:xs="http://www.w3.org/2001/XMLSchema" xmlns:p="http://schemas.microsoft.com/office/2006/metadata/properties" xmlns:ns2="b7c7f78c-7234-4659-a714-2029890e9078" xmlns:ns3="2fe64aa1-c683-46d7-84f3-af40499a985b" targetNamespace="http://schemas.microsoft.com/office/2006/metadata/properties" ma:root="true" ma:fieldsID="d19c94840720035c35e2054c0d10dfc5" ns2:_="" ns3:_="">
    <xsd:import namespace="b7c7f78c-7234-4659-a714-2029890e9078"/>
    <xsd:import namespace="2fe64aa1-c683-46d7-84f3-af40499a985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c7f78c-7234-4659-a714-2029890e90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4715737a-954d-41d6-82c4-cd9397da7da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e64aa1-c683-46d7-84f3-af40499a985b"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8a783b73-dd60-459b-8c34-563840e812fb}" ma:internalName="TaxCatchAll" ma:showField="CatchAllData" ma:web="2fe64aa1-c683-46d7-84f3-af40499a98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DD5E2D-4F6F-4A37-85B8-E0981DAEED85}">
  <ds:schemaRefs>
    <ds:schemaRef ds:uri="2fe64aa1-c683-46d7-84f3-af40499a985b"/>
    <ds:schemaRef ds:uri="b7c7f78c-7234-4659-a714-2029890e907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EEC2CCC-EB2A-43E1-A595-073AB4CD51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c7f78c-7234-4659-a714-2029890e9078"/>
    <ds:schemaRef ds:uri="2fe64aa1-c683-46d7-84f3-af40499a98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CB21A6-5B99-4095-8CE7-95E21BB9947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Breedbeeld</PresentationFormat>
  <Slides>41</Slides>
  <Notes>36</Notes>
  <HiddenSlides>0</HiddenSlides>
  <ScaleCrop>false</ScaleCrop>
  <HeadingPairs>
    <vt:vector size="4" baseType="variant">
      <vt:variant>
        <vt:lpstr>Thema</vt:lpstr>
      </vt:variant>
      <vt:variant>
        <vt:i4>1</vt:i4>
      </vt:variant>
      <vt:variant>
        <vt:lpstr>Diatitels</vt:lpstr>
      </vt:variant>
      <vt:variant>
        <vt:i4>41</vt:i4>
      </vt:variant>
    </vt:vector>
  </HeadingPairs>
  <TitlesOfParts>
    <vt:vector size="42" baseType="lpstr">
      <vt:lpstr>Office Theme</vt:lpstr>
      <vt:lpstr>Functionele Discovery</vt:lpstr>
      <vt:lpstr>PowerPoint-presentatie</vt:lpstr>
      <vt:lpstr>PowerPoint-presentatie</vt:lpstr>
      <vt:lpstr>Introductie &amp; doelstelling </vt:lpstr>
      <vt:lpstr>PowerPoint-presentatie</vt:lpstr>
      <vt:lpstr>PowerPoint-presentatie</vt:lpstr>
      <vt:lpstr>PowerPoint-presentatie</vt:lpstr>
      <vt:lpstr>PowerPoint-presentatie</vt:lpstr>
      <vt:lpstr>PowerPoint-presentatie</vt:lpstr>
      <vt:lpstr>Businesscontext &amp; doelen  </vt:lpstr>
      <vt:lpstr>PowerPoint-presentatie</vt:lpstr>
      <vt:lpstr>PowerPoint-presentatie</vt:lpstr>
      <vt:lpstr>PowerPoint-presentatie</vt:lpstr>
      <vt:lpstr>PowerPoint-presentatie</vt:lpstr>
      <vt:lpstr>Event Storming óf Functionele invulling   </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Werkwijze    </vt:lpstr>
      <vt:lpstr>PowerPoint-presentatie</vt:lpstr>
      <vt:lpstr>PowerPoint-presentatie</vt:lpstr>
      <vt:lpstr>PowerPoint-presentatie</vt:lpstr>
      <vt:lpstr>PowerPoint-presentatie</vt:lpstr>
      <vt:lpstr>PowerPoint-presentatie</vt:lpstr>
      <vt:lpstr>Vervolgstappen</vt:lpstr>
      <vt:lpstr>PowerPoint-presentatie</vt:lpstr>
      <vt:lpstr>PowerPoint-presentatie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198</cp:revision>
  <dcterms:created xsi:type="dcterms:W3CDTF">2026-09-28T14:40:37Z</dcterms:created>
  <dcterms:modified xsi:type="dcterms:W3CDTF">2026-10-02T09:39:05Z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0x010100B2A3365B6D5ACA43963BA2237853E801</vt:lpwstr>
  </property>
  <property fmtid="{D5CDD505-2E9C-101B-9397-08002B2CF9AE}" pid="3" name="MediaServiceImageTags">
    <vt:lpwstr/>
  </property>
</Properties>
</file>