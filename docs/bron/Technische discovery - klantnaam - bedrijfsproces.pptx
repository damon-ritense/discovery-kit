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0"/>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57" d="100"/>
          <a:sy n="157" d="100"/>
        </p:scale>
        <p:origin x="414"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mon Beynon" userId="4e459d25-e218-4445-a18b-3d6d8848231b" providerId="ADAL" clId="{27C18074-B46C-4CF1-B114-D2C3F524F5FA}"/>
    <pc:docChg chg="undo custSel modSld">
      <pc:chgData name="Damon Beynon" userId="4e459d25-e218-4445-a18b-3d6d8848231b" providerId="ADAL" clId="{27C18074-B46C-4CF1-B114-D2C3F524F5FA}" dt="2026-09-25T11:52:53.991" v="294" actId="20577"/>
      <pc:docMkLst>
        <pc:docMk/>
      </pc:docMkLst>
      <pc:sldChg chg="delSp mod">
        <pc:chgData name="Damon Beynon" userId="4e459d25-e218-4445-a18b-3d6d8848231b" providerId="ADAL" clId="{27C18074-B46C-4CF1-B114-D2C3F524F5FA}" dt="2026-09-25T11:50:29.418" v="3" actId="478"/>
        <pc:sldMkLst>
          <pc:docMk/>
          <pc:sldMk cId="0" sldId="266"/>
        </pc:sldMkLst>
        <pc:spChg chg="del">
          <ac:chgData name="Damon Beynon" userId="4e459d25-e218-4445-a18b-3d6d8848231b" providerId="ADAL" clId="{27C18074-B46C-4CF1-B114-D2C3F524F5FA}" dt="2026-09-25T11:50:12.987" v="0" actId="478"/>
          <ac:spMkLst>
            <pc:docMk/>
            <pc:sldMk cId="0" sldId="266"/>
            <ac:spMk id="6" creationId="{00000000-0000-0000-0000-000000000000}"/>
          </ac:spMkLst>
        </pc:spChg>
        <pc:spChg chg="del">
          <ac:chgData name="Damon Beynon" userId="4e459d25-e218-4445-a18b-3d6d8848231b" providerId="ADAL" clId="{27C18074-B46C-4CF1-B114-D2C3F524F5FA}" dt="2026-09-25T11:50:26.551" v="2" actId="478"/>
          <ac:spMkLst>
            <pc:docMk/>
            <pc:sldMk cId="0" sldId="266"/>
            <ac:spMk id="10" creationId="{00000000-0000-0000-0000-000000000000}"/>
          </ac:spMkLst>
        </pc:spChg>
        <pc:spChg chg="del">
          <ac:chgData name="Damon Beynon" userId="4e459d25-e218-4445-a18b-3d6d8848231b" providerId="ADAL" clId="{27C18074-B46C-4CF1-B114-D2C3F524F5FA}" dt="2026-09-25T11:50:29.418" v="3" actId="478"/>
          <ac:spMkLst>
            <pc:docMk/>
            <pc:sldMk cId="0" sldId="266"/>
            <ac:spMk id="11" creationId="{00000000-0000-0000-0000-000000000000}"/>
          </ac:spMkLst>
        </pc:spChg>
      </pc:sldChg>
      <pc:sldChg chg="delSp modSp mod">
        <pc:chgData name="Damon Beynon" userId="4e459d25-e218-4445-a18b-3d6d8848231b" providerId="ADAL" clId="{27C18074-B46C-4CF1-B114-D2C3F524F5FA}" dt="2026-09-25T11:51:30.370" v="214" actId="20577"/>
        <pc:sldMkLst>
          <pc:docMk/>
          <pc:sldMk cId="0" sldId="267"/>
        </pc:sldMkLst>
        <pc:spChg chg="del">
          <ac:chgData name="Damon Beynon" userId="4e459d25-e218-4445-a18b-3d6d8848231b" providerId="ADAL" clId="{27C18074-B46C-4CF1-B114-D2C3F524F5FA}" dt="2026-09-25T11:50:16.356" v="1" actId="478"/>
          <ac:spMkLst>
            <pc:docMk/>
            <pc:sldMk cId="0" sldId="267"/>
            <ac:spMk id="6" creationId="{00000000-0000-0000-0000-000000000000}"/>
          </ac:spMkLst>
        </pc:spChg>
        <pc:spChg chg="mod">
          <ac:chgData name="Damon Beynon" userId="4e459d25-e218-4445-a18b-3d6d8848231b" providerId="ADAL" clId="{27C18074-B46C-4CF1-B114-D2C3F524F5FA}" dt="2026-09-25T11:51:30.370" v="214" actId="20577"/>
          <ac:spMkLst>
            <pc:docMk/>
            <pc:sldMk cId="0" sldId="267"/>
            <ac:spMk id="9" creationId="{00000000-0000-0000-0000-000000000000}"/>
          </ac:spMkLst>
        </pc:spChg>
      </pc:sldChg>
      <pc:sldChg chg="modSp mod">
        <pc:chgData name="Damon Beynon" userId="4e459d25-e218-4445-a18b-3d6d8848231b" providerId="ADAL" clId="{27C18074-B46C-4CF1-B114-D2C3F524F5FA}" dt="2026-09-25T11:52:16.754" v="292" actId="1076"/>
        <pc:sldMkLst>
          <pc:docMk/>
          <pc:sldMk cId="0" sldId="268"/>
        </pc:sldMkLst>
        <pc:spChg chg="mod">
          <ac:chgData name="Damon Beynon" userId="4e459d25-e218-4445-a18b-3d6d8848231b" providerId="ADAL" clId="{27C18074-B46C-4CF1-B114-D2C3F524F5FA}" dt="2026-09-25T11:51:58.432" v="290" actId="1036"/>
          <ac:spMkLst>
            <pc:docMk/>
            <pc:sldMk cId="0" sldId="268"/>
            <ac:spMk id="9" creationId="{00000000-0000-0000-0000-000000000000}"/>
          </ac:spMkLst>
        </pc:spChg>
        <pc:spChg chg="mod">
          <ac:chgData name="Damon Beynon" userId="4e459d25-e218-4445-a18b-3d6d8848231b" providerId="ADAL" clId="{27C18074-B46C-4CF1-B114-D2C3F524F5FA}" dt="2026-09-25T11:51:58.432" v="290" actId="1036"/>
          <ac:spMkLst>
            <pc:docMk/>
            <pc:sldMk cId="0" sldId="268"/>
            <ac:spMk id="11" creationId="{00000000-0000-0000-0000-000000000000}"/>
          </ac:spMkLst>
        </pc:spChg>
        <pc:spChg chg="mod">
          <ac:chgData name="Damon Beynon" userId="4e459d25-e218-4445-a18b-3d6d8848231b" providerId="ADAL" clId="{27C18074-B46C-4CF1-B114-D2C3F524F5FA}" dt="2026-09-25T11:51:58.432" v="290" actId="1036"/>
          <ac:spMkLst>
            <pc:docMk/>
            <pc:sldMk cId="0" sldId="268"/>
            <ac:spMk id="13" creationId="{00000000-0000-0000-0000-000000000000}"/>
          </ac:spMkLst>
        </pc:spChg>
        <pc:spChg chg="mod">
          <ac:chgData name="Damon Beynon" userId="4e459d25-e218-4445-a18b-3d6d8848231b" providerId="ADAL" clId="{27C18074-B46C-4CF1-B114-D2C3F524F5FA}" dt="2026-09-25T11:51:58.432" v="290" actId="1036"/>
          <ac:spMkLst>
            <pc:docMk/>
            <pc:sldMk cId="0" sldId="268"/>
            <ac:spMk id="18" creationId="{00000000-0000-0000-0000-000000000000}"/>
          </ac:spMkLst>
        </pc:spChg>
        <pc:spChg chg="mod">
          <ac:chgData name="Damon Beynon" userId="4e459d25-e218-4445-a18b-3d6d8848231b" providerId="ADAL" clId="{27C18074-B46C-4CF1-B114-D2C3F524F5FA}" dt="2026-09-25T11:51:58.432" v="290" actId="1036"/>
          <ac:spMkLst>
            <pc:docMk/>
            <pc:sldMk cId="0" sldId="268"/>
            <ac:spMk id="21" creationId="{00000000-0000-0000-0000-000000000000}"/>
          </ac:spMkLst>
        </pc:spChg>
        <pc:spChg chg="mod">
          <ac:chgData name="Damon Beynon" userId="4e459d25-e218-4445-a18b-3d6d8848231b" providerId="ADAL" clId="{27C18074-B46C-4CF1-B114-D2C3F524F5FA}" dt="2026-09-25T11:51:58.432" v="290" actId="1036"/>
          <ac:spMkLst>
            <pc:docMk/>
            <pc:sldMk cId="0" sldId="268"/>
            <ac:spMk id="26" creationId="{00000000-0000-0000-0000-000000000000}"/>
          </ac:spMkLst>
        </pc:spChg>
        <pc:spChg chg="mod">
          <ac:chgData name="Damon Beynon" userId="4e459d25-e218-4445-a18b-3d6d8848231b" providerId="ADAL" clId="{27C18074-B46C-4CF1-B114-D2C3F524F5FA}" dt="2026-09-25T11:51:58.432" v="290" actId="1036"/>
          <ac:spMkLst>
            <pc:docMk/>
            <pc:sldMk cId="0" sldId="268"/>
            <ac:spMk id="33" creationId="{00000000-0000-0000-0000-000000000000}"/>
          </ac:spMkLst>
        </pc:spChg>
        <pc:spChg chg="mod">
          <ac:chgData name="Damon Beynon" userId="4e459d25-e218-4445-a18b-3d6d8848231b" providerId="ADAL" clId="{27C18074-B46C-4CF1-B114-D2C3F524F5FA}" dt="2026-09-25T11:51:58.432" v="290" actId="1036"/>
          <ac:spMkLst>
            <pc:docMk/>
            <pc:sldMk cId="0" sldId="268"/>
            <ac:spMk id="40" creationId="{00000000-0000-0000-0000-000000000000}"/>
          </ac:spMkLst>
        </pc:spChg>
        <pc:spChg chg="mod">
          <ac:chgData name="Damon Beynon" userId="4e459d25-e218-4445-a18b-3d6d8848231b" providerId="ADAL" clId="{27C18074-B46C-4CF1-B114-D2C3F524F5FA}" dt="2026-09-25T11:51:58.432" v="290" actId="1036"/>
          <ac:spMkLst>
            <pc:docMk/>
            <pc:sldMk cId="0" sldId="268"/>
            <ac:spMk id="43" creationId="{00000000-0000-0000-0000-000000000000}"/>
          </ac:spMkLst>
        </pc:spChg>
        <pc:spChg chg="mod">
          <ac:chgData name="Damon Beynon" userId="4e459d25-e218-4445-a18b-3d6d8848231b" providerId="ADAL" clId="{27C18074-B46C-4CF1-B114-D2C3F524F5FA}" dt="2026-09-25T11:51:58.432" v="290" actId="1036"/>
          <ac:spMkLst>
            <pc:docMk/>
            <pc:sldMk cId="0" sldId="268"/>
            <ac:spMk id="44" creationId="{00000000-0000-0000-0000-000000000000}"/>
          </ac:spMkLst>
        </pc:spChg>
        <pc:spChg chg="mod">
          <ac:chgData name="Damon Beynon" userId="4e459d25-e218-4445-a18b-3d6d8848231b" providerId="ADAL" clId="{27C18074-B46C-4CF1-B114-D2C3F524F5FA}" dt="2026-09-25T11:52:16.754" v="292" actId="1076"/>
          <ac:spMkLst>
            <pc:docMk/>
            <pc:sldMk cId="0" sldId="268"/>
            <ac:spMk id="51" creationId="{00000000-0000-0000-0000-000000000000}"/>
          </ac:spMkLst>
        </pc:spChg>
      </pc:sldChg>
      <pc:sldChg chg="modSp mod">
        <pc:chgData name="Damon Beynon" userId="4e459d25-e218-4445-a18b-3d6d8848231b" providerId="ADAL" clId="{27C18074-B46C-4CF1-B114-D2C3F524F5FA}" dt="2026-09-25T11:52:53.991" v="294" actId="20577"/>
        <pc:sldMkLst>
          <pc:docMk/>
          <pc:sldMk cId="0" sldId="280"/>
        </pc:sldMkLst>
        <pc:spChg chg="mod">
          <ac:chgData name="Damon Beynon" userId="4e459d25-e218-4445-a18b-3d6d8848231b" providerId="ADAL" clId="{27C18074-B46C-4CF1-B114-D2C3F524F5FA}" dt="2026-09-25T11:52:53.991" v="294" actId="20577"/>
          <ac:spMkLst>
            <pc:docMk/>
            <pc:sldMk cId="0" sldId="280"/>
            <ac:spMk id="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108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1F3D"/>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01F3D"/>
          </a:solidFill>
          <a:ln/>
        </p:spPr>
        <p:txBody>
          <a:bodyPr/>
          <a:lstStyle/>
          <a:p>
            <a:endParaRPr lang="nl-NL"/>
          </a:p>
        </p:txBody>
      </p:sp>
      <p:sp>
        <p:nvSpPr>
          <p:cNvPr id="3" name="Shape 1"/>
          <p:cNvSpPr/>
          <p:nvPr/>
        </p:nvSpPr>
        <p:spPr>
          <a:xfrm>
            <a:off x="8961120" y="-2011680"/>
            <a:ext cx="5486400" cy="5486400"/>
          </a:xfrm>
          <a:prstGeom prst="diamond">
            <a:avLst/>
          </a:prstGeom>
          <a:ln w="508000">
            <a:solidFill>
              <a:srgbClr val="003362"/>
            </a:solidFill>
            <a:prstDash val="solid"/>
          </a:ln>
        </p:spPr>
        <p:txBody>
          <a:bodyPr/>
          <a:lstStyle/>
          <a:p>
            <a:endParaRPr lang="nl-NL"/>
          </a:p>
        </p:txBody>
      </p:sp>
      <p:sp>
        <p:nvSpPr>
          <p:cNvPr id="4" name="Shape 2"/>
          <p:cNvSpPr/>
          <p:nvPr/>
        </p:nvSpPr>
        <p:spPr>
          <a:xfrm>
            <a:off x="9692640" y="-1280160"/>
            <a:ext cx="4023360" cy="4023360"/>
          </a:xfrm>
          <a:prstGeom prst="diamond">
            <a:avLst/>
          </a:prstGeom>
          <a:ln w="38100">
            <a:solidFill>
              <a:srgbClr val="0A4A7A"/>
            </a:solidFill>
            <a:prstDash val="solid"/>
          </a:ln>
        </p:spPr>
        <p:txBody>
          <a:bodyPr/>
          <a:lstStyle/>
          <a:p>
            <a:endParaRPr lang="nl-NL"/>
          </a:p>
        </p:txBody>
      </p:sp>
      <p:sp>
        <p:nvSpPr>
          <p:cNvPr id="5" name="Shape 3"/>
          <p:cNvSpPr/>
          <p:nvPr/>
        </p:nvSpPr>
        <p:spPr>
          <a:xfrm>
            <a:off x="-1463040" y="4846320"/>
            <a:ext cx="3291840" cy="3291840"/>
          </a:xfrm>
          <a:prstGeom prst="ellipse">
            <a:avLst/>
          </a:prstGeom>
          <a:solidFill>
            <a:srgbClr val="022B52"/>
          </a:solidFill>
          <a:ln/>
        </p:spPr>
        <p:txBody>
          <a:bodyPr/>
          <a:lstStyle/>
          <a:p>
            <a:endParaRPr lang="nl-NL"/>
          </a:p>
        </p:txBody>
      </p:sp>
      <p:sp>
        <p:nvSpPr>
          <p:cNvPr id="6" name="Text 4"/>
          <p:cNvSpPr/>
          <p:nvPr/>
        </p:nvSpPr>
        <p:spPr>
          <a:xfrm>
            <a:off x="822960" y="1371600"/>
            <a:ext cx="9144000" cy="365760"/>
          </a:xfrm>
          <a:prstGeom prst="rect">
            <a:avLst/>
          </a:prstGeom>
          <a:noFill/>
          <a:ln/>
        </p:spPr>
        <p:txBody>
          <a:bodyPr wrap="square" rtlCol="0" anchor="ctr"/>
          <a:lstStyle/>
          <a:p>
            <a:pPr marL="0" indent="0">
              <a:buNone/>
            </a:pPr>
            <a:r>
              <a:rPr lang="en-US" sz="1300" b="1" kern="0" spc="200" dirty="0">
                <a:solidFill>
                  <a:srgbClr val="E76734"/>
                </a:solidFill>
                <a:latin typeface="Arial" pitchFamily="34" charset="0"/>
                <a:ea typeface="Arial" pitchFamily="34" charset="-122"/>
                <a:cs typeface="Arial" pitchFamily="34" charset="-120"/>
              </a:rPr>
              <a:t>DISCOVERY — TECHNISCH</a:t>
            </a:r>
            <a:endParaRPr lang="en-US" sz="1300" dirty="0"/>
          </a:p>
        </p:txBody>
      </p:sp>
      <p:sp>
        <p:nvSpPr>
          <p:cNvPr id="7" name="Text 5"/>
          <p:cNvSpPr/>
          <p:nvPr/>
        </p:nvSpPr>
        <p:spPr>
          <a:xfrm>
            <a:off x="822960" y="1783080"/>
            <a:ext cx="9875520" cy="1737360"/>
          </a:xfrm>
          <a:prstGeom prst="rect">
            <a:avLst/>
          </a:prstGeom>
          <a:noFill/>
          <a:ln/>
        </p:spPr>
        <p:txBody>
          <a:bodyPr wrap="square" rtlCol="0" anchor="ctr"/>
          <a:lstStyle/>
          <a:p>
            <a:pPr marL="0" indent="0">
              <a:lnSpc>
                <a:spcPts val="4800"/>
              </a:lnSpc>
              <a:buNone/>
            </a:pPr>
            <a:r>
              <a:rPr lang="en-US" sz="4200" b="1" dirty="0">
                <a:solidFill>
                  <a:srgbClr val="FFFFFF"/>
                </a:solidFill>
                <a:latin typeface="Helvetica" pitchFamily="34" charset="0"/>
                <a:ea typeface="Helvetica" pitchFamily="34" charset="-122"/>
                <a:cs typeface="Helvetica" pitchFamily="34" charset="-120"/>
              </a:rPr>
              <a:t>Technische Discovery</a:t>
            </a:r>
            <a:endParaRPr lang="en-US" sz="4200" dirty="0"/>
          </a:p>
        </p:txBody>
      </p:sp>
      <p:sp>
        <p:nvSpPr>
          <p:cNvPr id="8" name="Text 6"/>
          <p:cNvSpPr/>
          <p:nvPr/>
        </p:nvSpPr>
        <p:spPr>
          <a:xfrm>
            <a:off x="822960" y="3520440"/>
            <a:ext cx="8686800" cy="548640"/>
          </a:xfrm>
          <a:prstGeom prst="rect">
            <a:avLst/>
          </a:prstGeom>
          <a:noFill/>
          <a:ln/>
        </p:spPr>
        <p:txBody>
          <a:bodyPr wrap="square" rtlCol="0" anchor="ctr"/>
          <a:lstStyle/>
          <a:p>
            <a:pPr marL="0" indent="0">
              <a:buNone/>
            </a:pPr>
            <a:r>
              <a:rPr lang="en-US" sz="1700" i="1" dirty="0">
                <a:solidFill>
                  <a:srgbClr val="89CDF2"/>
                </a:solidFill>
                <a:latin typeface="Arial" pitchFamily="34" charset="0"/>
                <a:ea typeface="Arial" pitchFamily="34" charset="-122"/>
                <a:cs typeface="Arial" pitchFamily="34" charset="-120"/>
              </a:rPr>
              <a:t>{Klantnaam} · {Bedrijfsproces}</a:t>
            </a:r>
            <a:endParaRPr lang="en-US" sz="1700" dirty="0"/>
          </a:p>
        </p:txBody>
      </p:sp>
      <p:sp>
        <p:nvSpPr>
          <p:cNvPr id="9" name="Shape 7"/>
          <p:cNvSpPr/>
          <p:nvPr/>
        </p:nvSpPr>
        <p:spPr>
          <a:xfrm>
            <a:off x="822960" y="4206240"/>
            <a:ext cx="2011680" cy="0"/>
          </a:xfrm>
          <a:prstGeom prst="line">
            <a:avLst/>
          </a:prstGeom>
          <a:noFill/>
          <a:ln w="31750">
            <a:solidFill>
              <a:srgbClr val="E76734"/>
            </a:solidFill>
            <a:prstDash val="solid"/>
          </a:ln>
        </p:spPr>
        <p:txBody>
          <a:bodyPr/>
          <a:lstStyle/>
          <a:p>
            <a:endParaRPr lang="nl-NL"/>
          </a:p>
        </p:txBody>
      </p:sp>
      <p:sp>
        <p:nvSpPr>
          <p:cNvPr id="10" name="Text 8"/>
          <p:cNvSpPr/>
          <p:nvPr/>
        </p:nvSpPr>
        <p:spPr>
          <a:xfrm>
            <a:off x="822960" y="4434840"/>
            <a:ext cx="8046720" cy="731520"/>
          </a:xfrm>
          <a:prstGeom prst="rect">
            <a:avLst/>
          </a:prstGeom>
          <a:noFill/>
          <a:ln/>
        </p:spPr>
        <p:txBody>
          <a:bodyPr wrap="square" rtlCol="0" anchor="ctr"/>
          <a:lstStyle/>
          <a:p>
            <a:pPr marL="0" indent="0">
              <a:buNone/>
            </a:pPr>
            <a:r>
              <a:rPr lang="en-US" sz="1250" dirty="0">
                <a:solidFill>
                  <a:srgbClr val="B9CFE0"/>
                </a:solidFill>
                <a:latin typeface="Arial" pitchFamily="34" charset="0"/>
                <a:ea typeface="Arial" pitchFamily="34" charset="-122"/>
                <a:cs typeface="Arial" pitchFamily="34" charset="-120"/>
              </a:rPr>
              <a:t>Gericht op architecten en technisch beheer: hosting, architectuur, componenten en de weg naar implementatie.</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274320"/>
            <a:ext cx="960120" cy="960120"/>
          </a:xfrm>
          <a:prstGeom prst="diamond">
            <a:avLst/>
          </a:prstGeom>
          <a:ln w="63500">
            <a:solidFill>
              <a:srgbClr val="89CDF2"/>
            </a:solidFill>
            <a:prstDash val="solid"/>
          </a:ln>
        </p:spPr>
        <p:txBody>
          <a:bodyPr/>
          <a:lstStyle/>
          <a:p>
            <a:endParaRPr lang="nl-NL"/>
          </a:p>
        </p:txBody>
      </p:sp>
      <p:sp>
        <p:nvSpPr>
          <p:cNvPr id="3" name="Text 1"/>
          <p:cNvSpPr/>
          <p:nvPr/>
        </p:nvSpPr>
        <p:spPr>
          <a:xfrm>
            <a:off x="502920" y="384048"/>
            <a:ext cx="10515600" cy="640080"/>
          </a:xfrm>
          <a:prstGeom prst="rect">
            <a:avLst/>
          </a:prstGeom>
          <a:noFill/>
          <a:ln/>
        </p:spPr>
        <p:txBody>
          <a:bodyPr wrap="square" rtlCol="0" anchor="ctr"/>
          <a:lstStyle/>
          <a:p>
            <a:pPr marL="0" indent="0">
              <a:buNone/>
            </a:pPr>
            <a:r>
              <a:rPr lang="en-US" sz="2600" b="1" dirty="0">
                <a:solidFill>
                  <a:srgbClr val="003362"/>
                </a:solidFill>
                <a:latin typeface="Helvetica" pitchFamily="34" charset="0"/>
                <a:ea typeface="Helvetica" pitchFamily="34" charset="-122"/>
                <a:cs typeface="Helvetica" pitchFamily="34" charset="-120"/>
              </a:rPr>
              <a:t>Onderwerpen</a:t>
            </a:r>
            <a:endParaRPr lang="en-US" sz="2600" dirty="0"/>
          </a:p>
        </p:txBody>
      </p:sp>
      <p:sp>
        <p:nvSpPr>
          <p:cNvPr id="4" name="Shape 2"/>
          <p:cNvSpPr/>
          <p:nvPr/>
        </p:nvSpPr>
        <p:spPr>
          <a:xfrm>
            <a:off x="0" y="6748272"/>
            <a:ext cx="12188952" cy="109728"/>
          </a:xfrm>
          <a:prstGeom prst="rect">
            <a:avLst/>
          </a:prstGeom>
          <a:solidFill>
            <a:srgbClr val="003362"/>
          </a:solidFill>
          <a:ln/>
        </p:spPr>
        <p:txBody>
          <a:bodyPr/>
          <a:lstStyle/>
          <a:p>
            <a:endParaRPr lang="nl-NL"/>
          </a:p>
        </p:txBody>
      </p:sp>
      <p:sp>
        <p:nvSpPr>
          <p:cNvPr id="5" name="Text 3"/>
          <p:cNvSpPr/>
          <p:nvPr/>
        </p:nvSpPr>
        <p:spPr>
          <a:xfrm>
            <a:off x="457200" y="6355080"/>
            <a:ext cx="5486400" cy="320040"/>
          </a:xfrm>
          <a:prstGeom prst="rect">
            <a:avLst/>
          </a:prstGeom>
          <a:noFill/>
          <a:ln/>
        </p:spPr>
        <p:txBody>
          <a:bodyPr wrap="square" rtlCol="0" anchor="ctr"/>
          <a:lstStyle/>
          <a:p>
            <a:pPr marL="0" indent="0">
              <a:buNone/>
            </a:pPr>
            <a:r>
              <a:rPr lang="en-US" sz="950" i="1" dirty="0">
                <a:solidFill>
                  <a:srgbClr val="6B7680"/>
                </a:solidFill>
                <a:latin typeface="Arial" pitchFamily="34" charset="0"/>
                <a:ea typeface="Arial" pitchFamily="34" charset="-122"/>
                <a:cs typeface="Arial" pitchFamily="34" charset="-120"/>
              </a:rPr>
              <a:t>Technische Discovery</a:t>
            </a:r>
            <a:endParaRPr lang="en-US" sz="950" dirty="0"/>
          </a:p>
        </p:txBody>
      </p:sp>
      <p:sp>
        <p:nvSpPr>
          <p:cNvPr id="6" name="Shape 4"/>
          <p:cNvSpPr/>
          <p:nvPr/>
        </p:nvSpPr>
        <p:spPr>
          <a:xfrm>
            <a:off x="502920" y="1234440"/>
            <a:ext cx="11183112" cy="658368"/>
          </a:xfrm>
          <a:prstGeom prst="roundRect">
            <a:avLst>
              <a:gd name="adj" fmla="val 9722"/>
            </a:avLst>
          </a:prstGeom>
          <a:solidFill>
            <a:srgbClr val="F5F8FA"/>
          </a:solidFill>
          <a:ln/>
        </p:spPr>
        <p:txBody>
          <a:bodyPr/>
          <a:lstStyle/>
          <a:p>
            <a:endParaRPr lang="nl-NL"/>
          </a:p>
        </p:txBody>
      </p:sp>
      <p:sp>
        <p:nvSpPr>
          <p:cNvPr id="7" name="Shape 5"/>
          <p:cNvSpPr/>
          <p:nvPr/>
        </p:nvSpPr>
        <p:spPr>
          <a:xfrm>
            <a:off x="502920" y="1234440"/>
            <a:ext cx="82296" cy="658368"/>
          </a:xfrm>
          <a:prstGeom prst="rect">
            <a:avLst/>
          </a:prstGeom>
          <a:solidFill>
            <a:srgbClr val="E76734"/>
          </a:solidFill>
          <a:ln/>
        </p:spPr>
        <p:txBody>
          <a:bodyPr/>
          <a:lstStyle/>
          <a:p>
            <a:endParaRPr lang="nl-NL"/>
          </a:p>
        </p:txBody>
      </p:sp>
      <p:sp>
        <p:nvSpPr>
          <p:cNvPr id="8" name="Shape 6"/>
          <p:cNvSpPr/>
          <p:nvPr/>
        </p:nvSpPr>
        <p:spPr>
          <a:xfrm>
            <a:off x="777240" y="1362456"/>
            <a:ext cx="402336" cy="402336"/>
          </a:xfrm>
          <a:prstGeom prst="ellipse">
            <a:avLst/>
          </a:prstGeom>
          <a:solidFill>
            <a:srgbClr val="E76734"/>
          </a:solidFill>
          <a:ln/>
        </p:spPr>
        <p:txBody>
          <a:bodyPr/>
          <a:lstStyle/>
          <a:p>
            <a:endParaRPr lang="nl-NL"/>
          </a:p>
        </p:txBody>
      </p:sp>
      <p:sp>
        <p:nvSpPr>
          <p:cNvPr id="9" name="Text 7"/>
          <p:cNvSpPr/>
          <p:nvPr/>
        </p:nvSpPr>
        <p:spPr>
          <a:xfrm>
            <a:off x="777240" y="1362456"/>
            <a:ext cx="402336" cy="402336"/>
          </a:xfrm>
          <a:prstGeom prst="rect">
            <a:avLst/>
          </a:prstGeom>
          <a:noFill/>
          <a:ln/>
        </p:spPr>
        <p:txBody>
          <a:bodyPr wrap="square" rtlCol="0" anchor="ctr"/>
          <a:lstStyle/>
          <a:p>
            <a:pPr marL="0" indent="0" algn="ctr">
              <a:buNone/>
            </a:pPr>
            <a:r>
              <a:rPr lang="en-US" sz="1150" b="1" dirty="0">
                <a:solidFill>
                  <a:srgbClr val="FFFFFF"/>
                </a:solidFill>
                <a:latin typeface="Helvetica" pitchFamily="34" charset="0"/>
                <a:ea typeface="Helvetica" pitchFamily="34" charset="-122"/>
                <a:cs typeface="Helvetica" pitchFamily="34" charset="-120"/>
              </a:rPr>
              <a:t>01</a:t>
            </a:r>
            <a:endParaRPr lang="en-US" sz="1150" dirty="0"/>
          </a:p>
        </p:txBody>
      </p:sp>
      <p:sp>
        <p:nvSpPr>
          <p:cNvPr id="10" name="Text 8"/>
          <p:cNvSpPr/>
          <p:nvPr/>
        </p:nvSpPr>
        <p:spPr>
          <a:xfrm>
            <a:off x="1371600" y="1234440"/>
            <a:ext cx="9601200" cy="658368"/>
          </a:xfrm>
          <a:prstGeom prst="rect">
            <a:avLst/>
          </a:prstGeom>
          <a:noFill/>
          <a:ln/>
        </p:spPr>
        <p:txBody>
          <a:bodyPr wrap="square" rtlCol="0" anchor="ctr"/>
          <a:lstStyle/>
          <a:p>
            <a:pPr marL="0" indent="0">
              <a:buNone/>
            </a:pPr>
            <a:r>
              <a:rPr lang="en-US" sz="1450" b="1" dirty="0">
                <a:solidFill>
                  <a:srgbClr val="003362"/>
                </a:solidFill>
                <a:latin typeface="Arial" pitchFamily="34" charset="0"/>
                <a:ea typeface="Arial" pitchFamily="34" charset="-122"/>
                <a:cs typeface="Arial" pitchFamily="34" charset="-120"/>
              </a:rPr>
              <a:t>Hosting</a:t>
            </a:r>
            <a:endParaRPr lang="en-US" sz="1450" dirty="0"/>
          </a:p>
        </p:txBody>
      </p:sp>
      <p:sp>
        <p:nvSpPr>
          <p:cNvPr id="11" name="Shape 9"/>
          <p:cNvSpPr/>
          <p:nvPr/>
        </p:nvSpPr>
        <p:spPr>
          <a:xfrm>
            <a:off x="502920" y="2002536"/>
            <a:ext cx="11183112" cy="658368"/>
          </a:xfrm>
          <a:prstGeom prst="roundRect">
            <a:avLst>
              <a:gd name="adj" fmla="val 9722"/>
            </a:avLst>
          </a:prstGeom>
          <a:solidFill>
            <a:srgbClr val="F5F8FA"/>
          </a:solidFill>
          <a:ln/>
        </p:spPr>
        <p:txBody>
          <a:bodyPr/>
          <a:lstStyle/>
          <a:p>
            <a:endParaRPr lang="nl-NL"/>
          </a:p>
        </p:txBody>
      </p:sp>
      <p:sp>
        <p:nvSpPr>
          <p:cNvPr id="12" name="Shape 10"/>
          <p:cNvSpPr/>
          <p:nvPr/>
        </p:nvSpPr>
        <p:spPr>
          <a:xfrm>
            <a:off x="502920" y="2002536"/>
            <a:ext cx="82296" cy="658368"/>
          </a:xfrm>
          <a:prstGeom prst="rect">
            <a:avLst/>
          </a:prstGeom>
          <a:solidFill>
            <a:srgbClr val="89CDF2"/>
          </a:solidFill>
          <a:ln/>
        </p:spPr>
        <p:txBody>
          <a:bodyPr/>
          <a:lstStyle/>
          <a:p>
            <a:endParaRPr lang="nl-NL"/>
          </a:p>
        </p:txBody>
      </p:sp>
      <p:sp>
        <p:nvSpPr>
          <p:cNvPr id="13" name="Shape 11"/>
          <p:cNvSpPr/>
          <p:nvPr/>
        </p:nvSpPr>
        <p:spPr>
          <a:xfrm>
            <a:off x="777240" y="2130552"/>
            <a:ext cx="402336" cy="402336"/>
          </a:xfrm>
          <a:prstGeom prst="ellipse">
            <a:avLst/>
          </a:prstGeom>
          <a:solidFill>
            <a:srgbClr val="89CDF2"/>
          </a:solidFill>
          <a:ln/>
        </p:spPr>
        <p:txBody>
          <a:bodyPr/>
          <a:lstStyle/>
          <a:p>
            <a:endParaRPr lang="nl-NL"/>
          </a:p>
        </p:txBody>
      </p:sp>
      <p:sp>
        <p:nvSpPr>
          <p:cNvPr id="14" name="Text 12"/>
          <p:cNvSpPr/>
          <p:nvPr/>
        </p:nvSpPr>
        <p:spPr>
          <a:xfrm>
            <a:off x="777240" y="2130552"/>
            <a:ext cx="402336" cy="402336"/>
          </a:xfrm>
          <a:prstGeom prst="rect">
            <a:avLst/>
          </a:prstGeom>
          <a:noFill/>
          <a:ln/>
        </p:spPr>
        <p:txBody>
          <a:bodyPr wrap="square" rtlCol="0" anchor="ctr"/>
          <a:lstStyle/>
          <a:p>
            <a:pPr marL="0" indent="0" algn="ctr">
              <a:buNone/>
            </a:pPr>
            <a:r>
              <a:rPr lang="en-US" sz="1150" b="1" dirty="0">
                <a:solidFill>
                  <a:srgbClr val="003362"/>
                </a:solidFill>
                <a:latin typeface="Helvetica" pitchFamily="34" charset="0"/>
                <a:ea typeface="Helvetica" pitchFamily="34" charset="-122"/>
                <a:cs typeface="Helvetica" pitchFamily="34" charset="-120"/>
              </a:rPr>
              <a:t>02</a:t>
            </a:r>
            <a:endParaRPr lang="en-US" sz="1150" dirty="0"/>
          </a:p>
        </p:txBody>
      </p:sp>
      <p:sp>
        <p:nvSpPr>
          <p:cNvPr id="15" name="Text 13"/>
          <p:cNvSpPr/>
          <p:nvPr/>
        </p:nvSpPr>
        <p:spPr>
          <a:xfrm>
            <a:off x="1371600" y="2002536"/>
            <a:ext cx="9601200" cy="658368"/>
          </a:xfrm>
          <a:prstGeom prst="rect">
            <a:avLst/>
          </a:prstGeom>
          <a:noFill/>
          <a:ln/>
        </p:spPr>
        <p:txBody>
          <a:bodyPr wrap="square" rtlCol="0" anchor="ctr"/>
          <a:lstStyle/>
          <a:p>
            <a:pPr marL="0" indent="0">
              <a:buNone/>
            </a:pPr>
            <a:r>
              <a:rPr lang="en-US" sz="1450" b="1" dirty="0">
                <a:solidFill>
                  <a:srgbClr val="003362"/>
                </a:solidFill>
                <a:latin typeface="Arial" pitchFamily="34" charset="0"/>
                <a:ea typeface="Arial" pitchFamily="34" charset="-122"/>
                <a:cs typeface="Arial" pitchFamily="34" charset="-120"/>
              </a:rPr>
              <a:t>Context diagram</a:t>
            </a:r>
            <a:endParaRPr lang="en-US" sz="1450" dirty="0"/>
          </a:p>
        </p:txBody>
      </p:sp>
      <p:sp>
        <p:nvSpPr>
          <p:cNvPr id="16" name="Shape 14"/>
          <p:cNvSpPr/>
          <p:nvPr/>
        </p:nvSpPr>
        <p:spPr>
          <a:xfrm>
            <a:off x="502920" y="2770632"/>
            <a:ext cx="11183112" cy="658368"/>
          </a:xfrm>
          <a:prstGeom prst="roundRect">
            <a:avLst>
              <a:gd name="adj" fmla="val 9722"/>
            </a:avLst>
          </a:prstGeom>
          <a:solidFill>
            <a:srgbClr val="F5F8FA"/>
          </a:solidFill>
          <a:ln/>
        </p:spPr>
        <p:txBody>
          <a:bodyPr/>
          <a:lstStyle/>
          <a:p>
            <a:endParaRPr lang="nl-NL"/>
          </a:p>
        </p:txBody>
      </p:sp>
      <p:sp>
        <p:nvSpPr>
          <p:cNvPr id="17" name="Shape 15"/>
          <p:cNvSpPr/>
          <p:nvPr/>
        </p:nvSpPr>
        <p:spPr>
          <a:xfrm>
            <a:off x="502920" y="2770632"/>
            <a:ext cx="82296" cy="658368"/>
          </a:xfrm>
          <a:prstGeom prst="rect">
            <a:avLst/>
          </a:prstGeom>
          <a:solidFill>
            <a:srgbClr val="003362"/>
          </a:solidFill>
          <a:ln/>
        </p:spPr>
        <p:txBody>
          <a:bodyPr/>
          <a:lstStyle/>
          <a:p>
            <a:endParaRPr lang="nl-NL"/>
          </a:p>
        </p:txBody>
      </p:sp>
      <p:sp>
        <p:nvSpPr>
          <p:cNvPr id="18" name="Shape 16"/>
          <p:cNvSpPr/>
          <p:nvPr/>
        </p:nvSpPr>
        <p:spPr>
          <a:xfrm>
            <a:off x="777240" y="2898648"/>
            <a:ext cx="402336" cy="402336"/>
          </a:xfrm>
          <a:prstGeom prst="ellipse">
            <a:avLst/>
          </a:prstGeom>
          <a:solidFill>
            <a:srgbClr val="003362"/>
          </a:solidFill>
          <a:ln/>
        </p:spPr>
        <p:txBody>
          <a:bodyPr/>
          <a:lstStyle/>
          <a:p>
            <a:endParaRPr lang="nl-NL"/>
          </a:p>
        </p:txBody>
      </p:sp>
      <p:sp>
        <p:nvSpPr>
          <p:cNvPr id="19" name="Text 17"/>
          <p:cNvSpPr/>
          <p:nvPr/>
        </p:nvSpPr>
        <p:spPr>
          <a:xfrm>
            <a:off x="777240" y="2898648"/>
            <a:ext cx="402336" cy="402336"/>
          </a:xfrm>
          <a:prstGeom prst="rect">
            <a:avLst/>
          </a:prstGeom>
          <a:noFill/>
          <a:ln/>
        </p:spPr>
        <p:txBody>
          <a:bodyPr wrap="square" rtlCol="0" anchor="ctr"/>
          <a:lstStyle/>
          <a:p>
            <a:pPr marL="0" indent="0" algn="ctr">
              <a:buNone/>
            </a:pPr>
            <a:r>
              <a:rPr lang="en-US" sz="1150" b="1" dirty="0">
                <a:solidFill>
                  <a:srgbClr val="FFFFFF"/>
                </a:solidFill>
                <a:latin typeface="Helvetica" pitchFamily="34" charset="0"/>
                <a:ea typeface="Helvetica" pitchFamily="34" charset="-122"/>
                <a:cs typeface="Helvetica" pitchFamily="34" charset="-120"/>
              </a:rPr>
              <a:t>03</a:t>
            </a:r>
            <a:endParaRPr lang="en-US" sz="1150" dirty="0"/>
          </a:p>
        </p:txBody>
      </p:sp>
      <p:sp>
        <p:nvSpPr>
          <p:cNvPr id="20" name="Text 18"/>
          <p:cNvSpPr/>
          <p:nvPr/>
        </p:nvSpPr>
        <p:spPr>
          <a:xfrm>
            <a:off x="1371600" y="2770632"/>
            <a:ext cx="9601200" cy="658368"/>
          </a:xfrm>
          <a:prstGeom prst="rect">
            <a:avLst/>
          </a:prstGeom>
          <a:noFill/>
          <a:ln/>
        </p:spPr>
        <p:txBody>
          <a:bodyPr wrap="square" rtlCol="0" anchor="ctr"/>
          <a:lstStyle/>
          <a:p>
            <a:pPr marL="0" indent="0">
              <a:buNone/>
            </a:pPr>
            <a:r>
              <a:rPr lang="en-US" sz="1450" b="1" dirty="0">
                <a:solidFill>
                  <a:srgbClr val="003362"/>
                </a:solidFill>
                <a:latin typeface="Arial" pitchFamily="34" charset="0"/>
                <a:ea typeface="Arial" pitchFamily="34" charset="-122"/>
                <a:cs typeface="Arial" pitchFamily="34" charset="-120"/>
              </a:rPr>
              <a:t>Componenten</a:t>
            </a:r>
            <a:endParaRPr lang="en-US" sz="1450" dirty="0"/>
          </a:p>
        </p:txBody>
      </p:sp>
      <p:sp>
        <p:nvSpPr>
          <p:cNvPr id="21" name="Shape 19"/>
          <p:cNvSpPr/>
          <p:nvPr/>
        </p:nvSpPr>
        <p:spPr>
          <a:xfrm>
            <a:off x="502920" y="3538728"/>
            <a:ext cx="11183112" cy="658368"/>
          </a:xfrm>
          <a:prstGeom prst="roundRect">
            <a:avLst>
              <a:gd name="adj" fmla="val 9722"/>
            </a:avLst>
          </a:prstGeom>
          <a:solidFill>
            <a:srgbClr val="F5F8FA"/>
          </a:solidFill>
          <a:ln/>
        </p:spPr>
        <p:txBody>
          <a:bodyPr/>
          <a:lstStyle/>
          <a:p>
            <a:endParaRPr lang="nl-NL"/>
          </a:p>
        </p:txBody>
      </p:sp>
      <p:sp>
        <p:nvSpPr>
          <p:cNvPr id="22" name="Shape 20"/>
          <p:cNvSpPr/>
          <p:nvPr/>
        </p:nvSpPr>
        <p:spPr>
          <a:xfrm>
            <a:off x="502920" y="3538728"/>
            <a:ext cx="82296" cy="658368"/>
          </a:xfrm>
          <a:prstGeom prst="rect">
            <a:avLst/>
          </a:prstGeom>
          <a:solidFill>
            <a:srgbClr val="E76734"/>
          </a:solidFill>
          <a:ln/>
        </p:spPr>
        <p:txBody>
          <a:bodyPr/>
          <a:lstStyle/>
          <a:p>
            <a:endParaRPr lang="nl-NL"/>
          </a:p>
        </p:txBody>
      </p:sp>
      <p:sp>
        <p:nvSpPr>
          <p:cNvPr id="23" name="Shape 21"/>
          <p:cNvSpPr/>
          <p:nvPr/>
        </p:nvSpPr>
        <p:spPr>
          <a:xfrm>
            <a:off x="777240" y="3666744"/>
            <a:ext cx="402336" cy="402336"/>
          </a:xfrm>
          <a:prstGeom prst="ellipse">
            <a:avLst/>
          </a:prstGeom>
          <a:solidFill>
            <a:srgbClr val="E76734"/>
          </a:solidFill>
          <a:ln/>
        </p:spPr>
        <p:txBody>
          <a:bodyPr/>
          <a:lstStyle/>
          <a:p>
            <a:endParaRPr lang="nl-NL"/>
          </a:p>
        </p:txBody>
      </p:sp>
      <p:sp>
        <p:nvSpPr>
          <p:cNvPr id="24" name="Text 22"/>
          <p:cNvSpPr/>
          <p:nvPr/>
        </p:nvSpPr>
        <p:spPr>
          <a:xfrm>
            <a:off x="777240" y="3666744"/>
            <a:ext cx="402336" cy="402336"/>
          </a:xfrm>
          <a:prstGeom prst="rect">
            <a:avLst/>
          </a:prstGeom>
          <a:noFill/>
          <a:ln/>
        </p:spPr>
        <p:txBody>
          <a:bodyPr wrap="square" rtlCol="0" anchor="ctr"/>
          <a:lstStyle/>
          <a:p>
            <a:pPr marL="0" indent="0" algn="ctr">
              <a:buNone/>
            </a:pPr>
            <a:r>
              <a:rPr lang="en-US" sz="1150" b="1" dirty="0">
                <a:solidFill>
                  <a:srgbClr val="FFFFFF"/>
                </a:solidFill>
                <a:latin typeface="Helvetica" pitchFamily="34" charset="0"/>
                <a:ea typeface="Helvetica" pitchFamily="34" charset="-122"/>
                <a:cs typeface="Helvetica" pitchFamily="34" charset="-120"/>
              </a:rPr>
              <a:t>04</a:t>
            </a:r>
            <a:endParaRPr lang="en-US" sz="1150" dirty="0"/>
          </a:p>
        </p:txBody>
      </p:sp>
      <p:sp>
        <p:nvSpPr>
          <p:cNvPr id="25" name="Text 23"/>
          <p:cNvSpPr/>
          <p:nvPr/>
        </p:nvSpPr>
        <p:spPr>
          <a:xfrm>
            <a:off x="1371600" y="3538728"/>
            <a:ext cx="9601200" cy="658368"/>
          </a:xfrm>
          <a:prstGeom prst="rect">
            <a:avLst/>
          </a:prstGeom>
          <a:noFill/>
          <a:ln/>
        </p:spPr>
        <p:txBody>
          <a:bodyPr wrap="square" rtlCol="0" anchor="ctr"/>
          <a:lstStyle/>
          <a:p>
            <a:pPr marL="0" indent="0">
              <a:buNone/>
            </a:pPr>
            <a:r>
              <a:rPr lang="en-US" sz="1450" b="1" dirty="0">
                <a:solidFill>
                  <a:srgbClr val="003362"/>
                </a:solidFill>
                <a:latin typeface="Arial" pitchFamily="34" charset="0"/>
                <a:ea typeface="Arial" pitchFamily="34" charset="-122"/>
                <a:cs typeface="Arial" pitchFamily="34" charset="-120"/>
              </a:rPr>
              <a:t>Nieuwe plug-ins &amp; functionaliteiten</a:t>
            </a:r>
            <a:endParaRPr lang="en-US" sz="1450" dirty="0"/>
          </a:p>
        </p:txBody>
      </p:sp>
      <p:sp>
        <p:nvSpPr>
          <p:cNvPr id="26" name="Shape 24"/>
          <p:cNvSpPr/>
          <p:nvPr/>
        </p:nvSpPr>
        <p:spPr>
          <a:xfrm>
            <a:off x="502920" y="4306824"/>
            <a:ext cx="11183112" cy="658368"/>
          </a:xfrm>
          <a:prstGeom prst="roundRect">
            <a:avLst>
              <a:gd name="adj" fmla="val 9722"/>
            </a:avLst>
          </a:prstGeom>
          <a:solidFill>
            <a:srgbClr val="F5F8FA"/>
          </a:solidFill>
          <a:ln/>
        </p:spPr>
        <p:txBody>
          <a:bodyPr/>
          <a:lstStyle/>
          <a:p>
            <a:endParaRPr lang="nl-NL"/>
          </a:p>
        </p:txBody>
      </p:sp>
      <p:sp>
        <p:nvSpPr>
          <p:cNvPr id="27" name="Shape 25"/>
          <p:cNvSpPr/>
          <p:nvPr/>
        </p:nvSpPr>
        <p:spPr>
          <a:xfrm>
            <a:off x="502920" y="4306824"/>
            <a:ext cx="82296" cy="658368"/>
          </a:xfrm>
          <a:prstGeom prst="rect">
            <a:avLst/>
          </a:prstGeom>
          <a:solidFill>
            <a:srgbClr val="89CDF2"/>
          </a:solidFill>
          <a:ln/>
        </p:spPr>
        <p:txBody>
          <a:bodyPr/>
          <a:lstStyle/>
          <a:p>
            <a:endParaRPr lang="nl-NL"/>
          </a:p>
        </p:txBody>
      </p:sp>
      <p:sp>
        <p:nvSpPr>
          <p:cNvPr id="28" name="Shape 26"/>
          <p:cNvSpPr/>
          <p:nvPr/>
        </p:nvSpPr>
        <p:spPr>
          <a:xfrm>
            <a:off x="777240" y="4434840"/>
            <a:ext cx="402336" cy="402336"/>
          </a:xfrm>
          <a:prstGeom prst="ellipse">
            <a:avLst/>
          </a:prstGeom>
          <a:solidFill>
            <a:srgbClr val="89CDF2"/>
          </a:solidFill>
          <a:ln/>
        </p:spPr>
        <p:txBody>
          <a:bodyPr/>
          <a:lstStyle/>
          <a:p>
            <a:endParaRPr lang="nl-NL"/>
          </a:p>
        </p:txBody>
      </p:sp>
      <p:sp>
        <p:nvSpPr>
          <p:cNvPr id="29" name="Text 27"/>
          <p:cNvSpPr/>
          <p:nvPr/>
        </p:nvSpPr>
        <p:spPr>
          <a:xfrm>
            <a:off x="777240" y="4434840"/>
            <a:ext cx="402336" cy="402336"/>
          </a:xfrm>
          <a:prstGeom prst="rect">
            <a:avLst/>
          </a:prstGeom>
          <a:noFill/>
          <a:ln/>
        </p:spPr>
        <p:txBody>
          <a:bodyPr wrap="square" rtlCol="0" anchor="ctr"/>
          <a:lstStyle/>
          <a:p>
            <a:pPr marL="0" indent="0" algn="ctr">
              <a:buNone/>
            </a:pPr>
            <a:r>
              <a:rPr lang="en-US" sz="1150" b="1" dirty="0">
                <a:solidFill>
                  <a:srgbClr val="003362"/>
                </a:solidFill>
                <a:latin typeface="Helvetica" pitchFamily="34" charset="0"/>
                <a:ea typeface="Helvetica" pitchFamily="34" charset="-122"/>
                <a:cs typeface="Helvetica" pitchFamily="34" charset="-120"/>
              </a:rPr>
              <a:t>05</a:t>
            </a:r>
            <a:endParaRPr lang="en-US" sz="1150" dirty="0"/>
          </a:p>
        </p:txBody>
      </p:sp>
      <p:sp>
        <p:nvSpPr>
          <p:cNvPr id="30" name="Text 28"/>
          <p:cNvSpPr/>
          <p:nvPr/>
        </p:nvSpPr>
        <p:spPr>
          <a:xfrm>
            <a:off x="1371600" y="4306824"/>
            <a:ext cx="9601200" cy="658368"/>
          </a:xfrm>
          <a:prstGeom prst="rect">
            <a:avLst/>
          </a:prstGeom>
          <a:noFill/>
          <a:ln/>
        </p:spPr>
        <p:txBody>
          <a:bodyPr wrap="square" rtlCol="0" anchor="ctr"/>
          <a:lstStyle/>
          <a:p>
            <a:pPr marL="0" indent="0">
              <a:buNone/>
            </a:pPr>
            <a:r>
              <a:rPr lang="en-US" sz="1450" b="1" dirty="0">
                <a:solidFill>
                  <a:srgbClr val="003362"/>
                </a:solidFill>
                <a:latin typeface="Arial" pitchFamily="34" charset="0"/>
                <a:ea typeface="Arial" pitchFamily="34" charset="-122"/>
                <a:cs typeface="Arial" pitchFamily="34" charset="-120"/>
              </a:rPr>
              <a:t>Applicatie architectuur &amp; deployment diagram</a:t>
            </a:r>
            <a:endParaRPr lang="en-US" sz="1450" dirty="0"/>
          </a:p>
        </p:txBody>
      </p:sp>
      <p:sp>
        <p:nvSpPr>
          <p:cNvPr id="31" name="Shape 29"/>
          <p:cNvSpPr/>
          <p:nvPr/>
        </p:nvSpPr>
        <p:spPr>
          <a:xfrm>
            <a:off x="502920" y="5074920"/>
            <a:ext cx="11183112" cy="658368"/>
          </a:xfrm>
          <a:prstGeom prst="roundRect">
            <a:avLst>
              <a:gd name="adj" fmla="val 9722"/>
            </a:avLst>
          </a:prstGeom>
          <a:solidFill>
            <a:srgbClr val="F5F8FA"/>
          </a:solidFill>
          <a:ln/>
        </p:spPr>
        <p:txBody>
          <a:bodyPr/>
          <a:lstStyle/>
          <a:p>
            <a:endParaRPr lang="nl-NL"/>
          </a:p>
        </p:txBody>
      </p:sp>
      <p:sp>
        <p:nvSpPr>
          <p:cNvPr id="32" name="Shape 30"/>
          <p:cNvSpPr/>
          <p:nvPr/>
        </p:nvSpPr>
        <p:spPr>
          <a:xfrm>
            <a:off x="502920" y="5074920"/>
            <a:ext cx="82296" cy="658368"/>
          </a:xfrm>
          <a:prstGeom prst="rect">
            <a:avLst/>
          </a:prstGeom>
          <a:solidFill>
            <a:srgbClr val="003362"/>
          </a:solidFill>
          <a:ln/>
        </p:spPr>
        <p:txBody>
          <a:bodyPr/>
          <a:lstStyle/>
          <a:p>
            <a:endParaRPr lang="nl-NL"/>
          </a:p>
        </p:txBody>
      </p:sp>
      <p:sp>
        <p:nvSpPr>
          <p:cNvPr id="33" name="Shape 31"/>
          <p:cNvSpPr/>
          <p:nvPr/>
        </p:nvSpPr>
        <p:spPr>
          <a:xfrm>
            <a:off x="777240" y="5202936"/>
            <a:ext cx="402336" cy="402336"/>
          </a:xfrm>
          <a:prstGeom prst="ellipse">
            <a:avLst/>
          </a:prstGeom>
          <a:solidFill>
            <a:srgbClr val="003362"/>
          </a:solidFill>
          <a:ln/>
        </p:spPr>
        <p:txBody>
          <a:bodyPr/>
          <a:lstStyle/>
          <a:p>
            <a:endParaRPr lang="nl-NL"/>
          </a:p>
        </p:txBody>
      </p:sp>
      <p:sp>
        <p:nvSpPr>
          <p:cNvPr id="34" name="Text 32"/>
          <p:cNvSpPr/>
          <p:nvPr/>
        </p:nvSpPr>
        <p:spPr>
          <a:xfrm>
            <a:off x="777240" y="5202936"/>
            <a:ext cx="402336" cy="402336"/>
          </a:xfrm>
          <a:prstGeom prst="rect">
            <a:avLst/>
          </a:prstGeom>
          <a:noFill/>
          <a:ln/>
        </p:spPr>
        <p:txBody>
          <a:bodyPr wrap="square" rtlCol="0" anchor="ctr"/>
          <a:lstStyle/>
          <a:p>
            <a:pPr marL="0" indent="0" algn="ctr">
              <a:buNone/>
            </a:pPr>
            <a:r>
              <a:rPr lang="en-US" sz="1150" b="1" dirty="0">
                <a:solidFill>
                  <a:srgbClr val="FFFFFF"/>
                </a:solidFill>
                <a:latin typeface="Helvetica" pitchFamily="34" charset="0"/>
                <a:ea typeface="Helvetica" pitchFamily="34" charset="-122"/>
                <a:cs typeface="Helvetica" pitchFamily="34" charset="-120"/>
              </a:rPr>
              <a:t>06</a:t>
            </a:r>
            <a:endParaRPr lang="en-US" sz="1150" dirty="0"/>
          </a:p>
        </p:txBody>
      </p:sp>
      <p:sp>
        <p:nvSpPr>
          <p:cNvPr id="35" name="Text 33"/>
          <p:cNvSpPr/>
          <p:nvPr/>
        </p:nvSpPr>
        <p:spPr>
          <a:xfrm>
            <a:off x="1371600" y="5074920"/>
            <a:ext cx="9601200" cy="658368"/>
          </a:xfrm>
          <a:prstGeom prst="rect">
            <a:avLst/>
          </a:prstGeom>
          <a:noFill/>
          <a:ln/>
        </p:spPr>
        <p:txBody>
          <a:bodyPr wrap="square" rtlCol="0" anchor="ctr"/>
          <a:lstStyle/>
          <a:p>
            <a:pPr marL="0" indent="0">
              <a:buNone/>
            </a:pPr>
            <a:r>
              <a:rPr lang="en-US" sz="1450" b="1" dirty="0">
                <a:solidFill>
                  <a:srgbClr val="003362"/>
                </a:solidFill>
                <a:latin typeface="Arial" pitchFamily="34" charset="0"/>
                <a:ea typeface="Arial" pitchFamily="34" charset="-122"/>
                <a:cs typeface="Arial" pitchFamily="34" charset="-120"/>
              </a:rPr>
              <a:t>Vervolgstappen</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274320"/>
            <a:ext cx="960120" cy="960120"/>
          </a:xfrm>
          <a:prstGeom prst="diamond">
            <a:avLst/>
          </a:prstGeom>
          <a:ln w="63500">
            <a:solidFill>
              <a:srgbClr val="89CDF2"/>
            </a:solidFill>
            <a:prstDash val="solid"/>
          </a:ln>
        </p:spPr>
        <p:txBody>
          <a:bodyPr/>
          <a:lstStyle/>
          <a:p>
            <a:endParaRPr lang="nl-NL"/>
          </a:p>
        </p:txBody>
      </p:sp>
      <p:sp>
        <p:nvSpPr>
          <p:cNvPr id="3" name="Text 1"/>
          <p:cNvSpPr/>
          <p:nvPr/>
        </p:nvSpPr>
        <p:spPr>
          <a:xfrm>
            <a:off x="502920" y="384048"/>
            <a:ext cx="10515600" cy="640080"/>
          </a:xfrm>
          <a:prstGeom prst="rect">
            <a:avLst/>
          </a:prstGeom>
          <a:noFill/>
          <a:ln/>
        </p:spPr>
        <p:txBody>
          <a:bodyPr wrap="square" rtlCol="0" anchor="ctr"/>
          <a:lstStyle/>
          <a:p>
            <a:pPr marL="0" indent="0">
              <a:buNone/>
            </a:pPr>
            <a:r>
              <a:rPr lang="en-US" sz="2600" b="1" dirty="0">
                <a:solidFill>
                  <a:srgbClr val="003362"/>
                </a:solidFill>
                <a:latin typeface="Helvetica" pitchFamily="34" charset="0"/>
                <a:ea typeface="Helvetica" pitchFamily="34" charset="-122"/>
                <a:cs typeface="Helvetica" pitchFamily="34" charset="-120"/>
              </a:rPr>
              <a:t>De Techniek</a:t>
            </a:r>
            <a:endParaRPr lang="en-US" sz="2600" dirty="0"/>
          </a:p>
        </p:txBody>
      </p:sp>
      <p:sp>
        <p:nvSpPr>
          <p:cNvPr id="4" name="Shape 2"/>
          <p:cNvSpPr/>
          <p:nvPr/>
        </p:nvSpPr>
        <p:spPr>
          <a:xfrm>
            <a:off x="0" y="6748272"/>
            <a:ext cx="12188952" cy="109728"/>
          </a:xfrm>
          <a:prstGeom prst="rect">
            <a:avLst/>
          </a:prstGeom>
          <a:solidFill>
            <a:srgbClr val="003362"/>
          </a:solidFill>
          <a:ln/>
        </p:spPr>
        <p:txBody>
          <a:bodyPr/>
          <a:lstStyle/>
          <a:p>
            <a:endParaRPr lang="nl-NL"/>
          </a:p>
        </p:txBody>
      </p:sp>
      <p:sp>
        <p:nvSpPr>
          <p:cNvPr id="5" name="Text 3"/>
          <p:cNvSpPr/>
          <p:nvPr/>
        </p:nvSpPr>
        <p:spPr>
          <a:xfrm>
            <a:off x="457200" y="6355080"/>
            <a:ext cx="5486400" cy="320040"/>
          </a:xfrm>
          <a:prstGeom prst="rect">
            <a:avLst/>
          </a:prstGeom>
          <a:noFill/>
          <a:ln/>
        </p:spPr>
        <p:txBody>
          <a:bodyPr wrap="square" rtlCol="0" anchor="ctr"/>
          <a:lstStyle/>
          <a:p>
            <a:pPr marL="0" indent="0">
              <a:buNone/>
            </a:pPr>
            <a:r>
              <a:rPr lang="en-US" sz="950" i="1" dirty="0">
                <a:solidFill>
                  <a:srgbClr val="6B7680"/>
                </a:solidFill>
                <a:latin typeface="Arial" pitchFamily="34" charset="0"/>
                <a:ea typeface="Arial" pitchFamily="34" charset="-122"/>
                <a:cs typeface="Arial" pitchFamily="34" charset="-120"/>
              </a:rPr>
              <a:t>Technische Discovery</a:t>
            </a:r>
            <a:endParaRPr lang="en-US" sz="950" dirty="0"/>
          </a:p>
        </p:txBody>
      </p:sp>
      <p:sp>
        <p:nvSpPr>
          <p:cNvPr id="6" name="Text 4"/>
          <p:cNvSpPr/>
          <p:nvPr/>
        </p:nvSpPr>
        <p:spPr>
          <a:xfrm>
            <a:off x="502920" y="1371600"/>
            <a:ext cx="9601200" cy="1371600"/>
          </a:xfrm>
          <a:prstGeom prst="rect">
            <a:avLst/>
          </a:prstGeom>
          <a:noFill/>
          <a:ln/>
        </p:spPr>
        <p:txBody>
          <a:bodyPr wrap="square" rtlCol="0" anchor="t"/>
          <a:lstStyle/>
          <a:p>
            <a:pPr marL="0" indent="0">
              <a:lnSpc>
                <a:spcPts val="2100"/>
              </a:lnSpc>
              <a:buNone/>
            </a:pPr>
            <a:r>
              <a:rPr lang="en-US" sz="1500" dirty="0">
                <a:solidFill>
                  <a:srgbClr val="2B3033"/>
                </a:solidFill>
                <a:latin typeface="Arial" pitchFamily="34" charset="0"/>
                <a:ea typeface="Arial" pitchFamily="34" charset="-122"/>
                <a:cs typeface="Arial" pitchFamily="34" charset="-120"/>
              </a:rPr>
              <a:t>In dit deel van de discovery duiken we in de techniek: hoe wordt Valtimo/GZAC gehost, hoe past het in het bestaande applicatielandschap, welke componenten zijn nodig, en wat vraagt dit van de architectuur en deployment.</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3362"/>
        </a:solidFill>
        <a:effectLst/>
      </p:bgPr>
    </p:bg>
    <p:spTree>
      <p:nvGrpSpPr>
        <p:cNvPr id="1" name=""/>
        <p:cNvGrpSpPr/>
        <p:nvPr/>
      </p:nvGrpSpPr>
      <p:grpSpPr>
        <a:xfrm>
          <a:off x="0" y="0"/>
          <a:ext cx="0" cy="0"/>
          <a:chOff x="0" y="0"/>
          <a:chExt cx="0" cy="0"/>
        </a:xfrm>
      </p:grpSpPr>
      <p:sp>
        <p:nvSpPr>
          <p:cNvPr id="2" name="Shape 0"/>
          <p:cNvSpPr/>
          <p:nvPr/>
        </p:nvSpPr>
        <p:spPr>
          <a:xfrm>
            <a:off x="9692640" y="2377440"/>
            <a:ext cx="3108960" cy="3108960"/>
          </a:xfrm>
          <a:prstGeom prst="diamond">
            <a:avLst/>
          </a:prstGeom>
          <a:ln w="38100">
            <a:solidFill>
              <a:srgbClr val="1F5488"/>
            </a:solidFill>
            <a:prstDash val="solid"/>
          </a:ln>
        </p:spPr>
        <p:txBody>
          <a:bodyPr/>
          <a:lstStyle/>
          <a:p>
            <a:endParaRPr lang="nl-NL"/>
          </a:p>
        </p:txBody>
      </p:sp>
      <p:sp>
        <p:nvSpPr>
          <p:cNvPr id="3" name="Text 1"/>
          <p:cNvSpPr/>
          <p:nvPr/>
        </p:nvSpPr>
        <p:spPr>
          <a:xfrm>
            <a:off x="822960" y="685800"/>
            <a:ext cx="7315200" cy="320040"/>
          </a:xfrm>
          <a:prstGeom prst="rect">
            <a:avLst/>
          </a:prstGeom>
          <a:noFill/>
          <a:ln/>
        </p:spPr>
        <p:txBody>
          <a:bodyPr wrap="square" rtlCol="0" anchor="ctr"/>
          <a:lstStyle/>
          <a:p>
            <a:pPr marL="0" indent="0">
              <a:buNone/>
            </a:pPr>
            <a:r>
              <a:rPr lang="en-US" sz="1200" b="1" kern="0" spc="200" dirty="0">
                <a:solidFill>
                  <a:srgbClr val="E76734"/>
                </a:solidFill>
                <a:latin typeface="Arial" pitchFamily="34" charset="0"/>
                <a:ea typeface="Arial" pitchFamily="34" charset="-122"/>
                <a:cs typeface="Arial" pitchFamily="34" charset="-120"/>
              </a:rPr>
              <a:t>HOOFDSTUK 01 VAN 06</a:t>
            </a:r>
            <a:endParaRPr lang="en-US" sz="1200" dirty="0"/>
          </a:p>
        </p:txBody>
      </p:sp>
      <p:sp>
        <p:nvSpPr>
          <p:cNvPr id="4" name="Text 2"/>
          <p:cNvSpPr/>
          <p:nvPr/>
        </p:nvSpPr>
        <p:spPr>
          <a:xfrm>
            <a:off x="822960" y="1417320"/>
            <a:ext cx="2743200" cy="1371600"/>
          </a:xfrm>
          <a:prstGeom prst="rect">
            <a:avLst/>
          </a:prstGeom>
          <a:noFill/>
          <a:ln/>
        </p:spPr>
        <p:txBody>
          <a:bodyPr wrap="square" rtlCol="0" anchor="ctr"/>
          <a:lstStyle/>
          <a:p>
            <a:pPr marL="0" indent="0">
              <a:buNone/>
            </a:pPr>
            <a:r>
              <a:rPr lang="en-US" sz="6600" b="1" dirty="0">
                <a:solidFill>
                  <a:srgbClr val="2E6592"/>
                </a:solidFill>
                <a:latin typeface="Helvetica" pitchFamily="34" charset="0"/>
                <a:ea typeface="Helvetica" pitchFamily="34" charset="-122"/>
                <a:cs typeface="Helvetica" pitchFamily="34" charset="-120"/>
              </a:rPr>
              <a:t>01</a:t>
            </a:r>
            <a:endParaRPr lang="en-US" sz="6600" dirty="0"/>
          </a:p>
        </p:txBody>
      </p:sp>
      <p:sp>
        <p:nvSpPr>
          <p:cNvPr id="5" name="Text 3"/>
          <p:cNvSpPr/>
          <p:nvPr/>
        </p:nvSpPr>
        <p:spPr>
          <a:xfrm>
            <a:off x="822960" y="2514600"/>
            <a:ext cx="9144000" cy="914400"/>
          </a:xfrm>
          <a:prstGeom prst="rect">
            <a:avLst/>
          </a:prstGeom>
          <a:noFill/>
          <a:ln/>
        </p:spPr>
        <p:txBody>
          <a:bodyPr wrap="square" rtlCol="0" anchor="ctr"/>
          <a:lstStyle/>
          <a:p>
            <a:pPr marL="0" indent="0">
              <a:buNone/>
            </a:pPr>
            <a:r>
              <a:rPr lang="en-US" sz="3200" b="1" dirty="0">
                <a:solidFill>
                  <a:srgbClr val="FFFFFF"/>
                </a:solidFill>
                <a:latin typeface="Helvetica" pitchFamily="34" charset="0"/>
                <a:ea typeface="Helvetica" pitchFamily="34" charset="-122"/>
                <a:cs typeface="Helvetica" pitchFamily="34" charset="-120"/>
              </a:rPr>
              <a:t>Hosting</a:t>
            </a:r>
            <a:endParaRPr lang="en-US" sz="3200" dirty="0"/>
          </a:p>
        </p:txBody>
      </p:sp>
      <p:sp>
        <p:nvSpPr>
          <p:cNvPr id="6" name="Shape 4"/>
          <p:cNvSpPr/>
          <p:nvPr/>
        </p:nvSpPr>
        <p:spPr>
          <a:xfrm>
            <a:off x="822960" y="3310128"/>
            <a:ext cx="1463040" cy="41148"/>
          </a:xfrm>
          <a:prstGeom prst="rect">
            <a:avLst/>
          </a:prstGeom>
          <a:solidFill>
            <a:srgbClr val="E76734"/>
          </a:solidFill>
          <a:ln/>
        </p:spPr>
        <p:txBody>
          <a:bodyPr/>
          <a:lstStyle/>
          <a:p>
            <a:endParaRPr lang="nl-NL"/>
          </a:p>
        </p:txBody>
      </p:sp>
      <p:sp>
        <p:nvSpPr>
          <p:cNvPr id="7" name="Text 5"/>
          <p:cNvSpPr/>
          <p:nvPr/>
        </p:nvSpPr>
        <p:spPr>
          <a:xfrm>
            <a:off x="822960" y="3474720"/>
            <a:ext cx="8503920" cy="640080"/>
          </a:xfrm>
          <a:prstGeom prst="rect">
            <a:avLst/>
          </a:prstGeom>
          <a:noFill/>
          <a:ln/>
        </p:spPr>
        <p:txBody>
          <a:bodyPr wrap="square" rtlCol="0" anchor="ctr"/>
          <a:lstStyle/>
          <a:p>
            <a:pPr marL="0" indent="0">
              <a:lnSpc>
                <a:spcPts val="1800"/>
              </a:lnSpc>
              <a:buNone/>
            </a:pPr>
            <a:r>
              <a:rPr lang="en-US" sz="1400" i="1" dirty="0">
                <a:solidFill>
                  <a:srgbClr val="89CDF2"/>
                </a:solidFill>
                <a:latin typeface="Arial" pitchFamily="34" charset="0"/>
                <a:ea typeface="Arial" pitchFamily="34" charset="-122"/>
                <a:cs typeface="Arial" pitchFamily="34" charset="-120"/>
              </a:rPr>
              <a:t>Waar draait Valtimo/GZAC, en wie beheert de omgeving?</a:t>
            </a:r>
            <a:endParaRPr lang="en-US" sz="1400" dirty="0"/>
          </a:p>
        </p:txBody>
      </p:sp>
      <p:sp>
        <p:nvSpPr>
          <p:cNvPr id="8" name="Shape 6"/>
          <p:cNvSpPr/>
          <p:nvPr/>
        </p:nvSpPr>
        <p:spPr>
          <a:xfrm>
            <a:off x="950976" y="5687568"/>
            <a:ext cx="1624584" cy="0"/>
          </a:xfrm>
          <a:prstGeom prst="line">
            <a:avLst/>
          </a:prstGeom>
          <a:noFill/>
          <a:ln w="19050">
            <a:solidFill>
              <a:srgbClr val="1F4468"/>
            </a:solidFill>
            <a:prstDash val="solid"/>
          </a:ln>
        </p:spPr>
        <p:txBody>
          <a:bodyPr/>
          <a:lstStyle/>
          <a:p>
            <a:endParaRPr lang="nl-NL"/>
          </a:p>
        </p:txBody>
      </p:sp>
      <p:sp>
        <p:nvSpPr>
          <p:cNvPr id="9" name="Shape 7"/>
          <p:cNvSpPr/>
          <p:nvPr/>
        </p:nvSpPr>
        <p:spPr>
          <a:xfrm>
            <a:off x="822960" y="5623560"/>
            <a:ext cx="128016" cy="128016"/>
          </a:xfrm>
          <a:prstGeom prst="ellipse">
            <a:avLst/>
          </a:prstGeom>
          <a:solidFill>
            <a:srgbClr val="E76734"/>
          </a:solidFill>
          <a:ln w="19050">
            <a:solidFill>
              <a:srgbClr val="FFFFFF"/>
            </a:solidFill>
            <a:prstDash val="solid"/>
          </a:ln>
        </p:spPr>
        <p:txBody>
          <a:bodyPr/>
          <a:lstStyle/>
          <a:p>
            <a:endParaRPr lang="nl-NL"/>
          </a:p>
        </p:txBody>
      </p:sp>
      <p:sp>
        <p:nvSpPr>
          <p:cNvPr id="10" name="Text 8"/>
          <p:cNvSpPr/>
          <p:nvPr/>
        </p:nvSpPr>
        <p:spPr>
          <a:xfrm>
            <a:off x="320040" y="5824728"/>
            <a:ext cx="1752600" cy="320040"/>
          </a:xfrm>
          <a:prstGeom prst="rect">
            <a:avLst/>
          </a:prstGeom>
          <a:noFill/>
          <a:ln/>
        </p:spPr>
        <p:txBody>
          <a:bodyPr wrap="square" rtlCol="0" anchor="ctr"/>
          <a:lstStyle/>
          <a:p>
            <a:pPr marL="0" indent="0" algn="l">
              <a:buNone/>
            </a:pPr>
            <a:r>
              <a:rPr lang="en-US" sz="950" b="1" dirty="0">
                <a:solidFill>
                  <a:srgbClr val="FFFFFF"/>
                </a:solidFill>
                <a:latin typeface="Arial" pitchFamily="34" charset="0"/>
                <a:ea typeface="Arial" pitchFamily="34" charset="-122"/>
                <a:cs typeface="Arial" pitchFamily="34" charset="-120"/>
              </a:rPr>
              <a:t>Hosting</a:t>
            </a:r>
            <a:endParaRPr lang="en-US" sz="950" dirty="0"/>
          </a:p>
        </p:txBody>
      </p:sp>
      <p:sp>
        <p:nvSpPr>
          <p:cNvPr id="11" name="Shape 9"/>
          <p:cNvSpPr/>
          <p:nvPr/>
        </p:nvSpPr>
        <p:spPr>
          <a:xfrm>
            <a:off x="2703576" y="5687568"/>
            <a:ext cx="1624584" cy="0"/>
          </a:xfrm>
          <a:prstGeom prst="line">
            <a:avLst/>
          </a:prstGeom>
          <a:noFill/>
          <a:ln w="19050">
            <a:solidFill>
              <a:srgbClr val="1F4468"/>
            </a:solidFill>
            <a:prstDash val="solid"/>
          </a:ln>
        </p:spPr>
        <p:txBody>
          <a:bodyPr/>
          <a:lstStyle/>
          <a:p>
            <a:endParaRPr lang="nl-NL"/>
          </a:p>
        </p:txBody>
      </p:sp>
      <p:sp>
        <p:nvSpPr>
          <p:cNvPr id="12" name="Shape 10"/>
          <p:cNvSpPr/>
          <p:nvPr/>
        </p:nvSpPr>
        <p:spPr>
          <a:xfrm>
            <a:off x="2575560" y="5623560"/>
            <a:ext cx="128016" cy="128016"/>
          </a:xfrm>
          <a:prstGeom prst="ellipse">
            <a:avLst/>
          </a:prstGeom>
          <a:solidFill>
            <a:srgbClr val="1F4468"/>
          </a:solidFill>
          <a:ln/>
        </p:spPr>
        <p:txBody>
          <a:bodyPr/>
          <a:lstStyle/>
          <a:p>
            <a:endParaRPr lang="nl-NL"/>
          </a:p>
        </p:txBody>
      </p:sp>
      <p:sp>
        <p:nvSpPr>
          <p:cNvPr id="13" name="Text 11"/>
          <p:cNvSpPr/>
          <p:nvPr/>
        </p:nvSpPr>
        <p:spPr>
          <a:xfrm>
            <a:off x="2072640" y="5824728"/>
            <a:ext cx="1752600" cy="320040"/>
          </a:xfrm>
          <a:prstGeom prst="rect">
            <a:avLst/>
          </a:prstGeom>
          <a:noFill/>
          <a:ln/>
        </p:spPr>
        <p:txBody>
          <a:bodyPr wrap="square" rtlCol="0" anchor="ctr"/>
          <a:lstStyle/>
          <a:p>
            <a:pPr marL="0" indent="0" algn="l">
              <a:buNone/>
            </a:pPr>
            <a:r>
              <a:rPr lang="en-US" sz="950" dirty="0">
                <a:solidFill>
                  <a:srgbClr val="6E93B5"/>
                </a:solidFill>
                <a:latin typeface="Arial" pitchFamily="34" charset="0"/>
                <a:ea typeface="Arial" pitchFamily="34" charset="-122"/>
                <a:cs typeface="Arial" pitchFamily="34" charset="-120"/>
              </a:rPr>
              <a:t>Context diagram</a:t>
            </a:r>
            <a:endParaRPr lang="en-US" sz="950" dirty="0"/>
          </a:p>
        </p:txBody>
      </p:sp>
      <p:sp>
        <p:nvSpPr>
          <p:cNvPr id="14" name="Shape 12"/>
          <p:cNvSpPr/>
          <p:nvPr/>
        </p:nvSpPr>
        <p:spPr>
          <a:xfrm>
            <a:off x="4456176" y="5687568"/>
            <a:ext cx="1624584" cy="0"/>
          </a:xfrm>
          <a:prstGeom prst="line">
            <a:avLst/>
          </a:prstGeom>
          <a:noFill/>
          <a:ln w="19050">
            <a:solidFill>
              <a:srgbClr val="1F4468"/>
            </a:solidFill>
            <a:prstDash val="solid"/>
          </a:ln>
        </p:spPr>
        <p:txBody>
          <a:bodyPr/>
          <a:lstStyle/>
          <a:p>
            <a:endParaRPr lang="nl-NL"/>
          </a:p>
        </p:txBody>
      </p:sp>
      <p:sp>
        <p:nvSpPr>
          <p:cNvPr id="15" name="Shape 13"/>
          <p:cNvSpPr/>
          <p:nvPr/>
        </p:nvSpPr>
        <p:spPr>
          <a:xfrm>
            <a:off x="4328160" y="5623560"/>
            <a:ext cx="128016" cy="128016"/>
          </a:xfrm>
          <a:prstGeom prst="ellipse">
            <a:avLst/>
          </a:prstGeom>
          <a:solidFill>
            <a:srgbClr val="1F4468"/>
          </a:solidFill>
          <a:ln/>
        </p:spPr>
        <p:txBody>
          <a:bodyPr/>
          <a:lstStyle/>
          <a:p>
            <a:endParaRPr lang="nl-NL"/>
          </a:p>
        </p:txBody>
      </p:sp>
      <p:sp>
        <p:nvSpPr>
          <p:cNvPr id="16" name="Text 14"/>
          <p:cNvSpPr/>
          <p:nvPr/>
        </p:nvSpPr>
        <p:spPr>
          <a:xfrm>
            <a:off x="3825240" y="5824728"/>
            <a:ext cx="1752600" cy="320040"/>
          </a:xfrm>
          <a:prstGeom prst="rect">
            <a:avLst/>
          </a:prstGeom>
          <a:noFill/>
          <a:ln/>
        </p:spPr>
        <p:txBody>
          <a:bodyPr wrap="square" rtlCol="0" anchor="ctr"/>
          <a:lstStyle/>
          <a:p>
            <a:pPr marL="0" indent="0" algn="l">
              <a:buNone/>
            </a:pPr>
            <a:r>
              <a:rPr lang="en-US" sz="950" dirty="0">
                <a:solidFill>
                  <a:srgbClr val="6E93B5"/>
                </a:solidFill>
                <a:latin typeface="Arial" pitchFamily="34" charset="0"/>
                <a:ea typeface="Arial" pitchFamily="34" charset="-122"/>
                <a:cs typeface="Arial" pitchFamily="34" charset="-120"/>
              </a:rPr>
              <a:t>Componenten</a:t>
            </a:r>
            <a:endParaRPr lang="en-US" sz="950" dirty="0"/>
          </a:p>
        </p:txBody>
      </p:sp>
      <p:sp>
        <p:nvSpPr>
          <p:cNvPr id="17" name="Shape 15"/>
          <p:cNvSpPr/>
          <p:nvPr/>
        </p:nvSpPr>
        <p:spPr>
          <a:xfrm>
            <a:off x="6208776" y="5687568"/>
            <a:ext cx="1624584" cy="0"/>
          </a:xfrm>
          <a:prstGeom prst="line">
            <a:avLst/>
          </a:prstGeom>
          <a:noFill/>
          <a:ln w="19050">
            <a:solidFill>
              <a:srgbClr val="1F4468"/>
            </a:solidFill>
            <a:prstDash val="solid"/>
          </a:ln>
        </p:spPr>
        <p:txBody>
          <a:bodyPr/>
          <a:lstStyle/>
          <a:p>
            <a:endParaRPr lang="nl-NL"/>
          </a:p>
        </p:txBody>
      </p:sp>
      <p:sp>
        <p:nvSpPr>
          <p:cNvPr id="18" name="Shape 16"/>
          <p:cNvSpPr/>
          <p:nvPr/>
        </p:nvSpPr>
        <p:spPr>
          <a:xfrm>
            <a:off x="6080760" y="5623560"/>
            <a:ext cx="128016" cy="128016"/>
          </a:xfrm>
          <a:prstGeom prst="ellipse">
            <a:avLst/>
          </a:prstGeom>
          <a:solidFill>
            <a:srgbClr val="1F4468"/>
          </a:solidFill>
          <a:ln/>
        </p:spPr>
        <p:txBody>
          <a:bodyPr/>
          <a:lstStyle/>
          <a:p>
            <a:endParaRPr lang="nl-NL"/>
          </a:p>
        </p:txBody>
      </p:sp>
      <p:sp>
        <p:nvSpPr>
          <p:cNvPr id="19" name="Text 17"/>
          <p:cNvSpPr/>
          <p:nvPr/>
        </p:nvSpPr>
        <p:spPr>
          <a:xfrm>
            <a:off x="5577840" y="5824728"/>
            <a:ext cx="1752600" cy="320040"/>
          </a:xfrm>
          <a:prstGeom prst="rect">
            <a:avLst/>
          </a:prstGeom>
          <a:noFill/>
          <a:ln/>
        </p:spPr>
        <p:txBody>
          <a:bodyPr wrap="square" rtlCol="0" anchor="ctr"/>
          <a:lstStyle/>
          <a:p>
            <a:pPr marL="0" indent="0" algn="l">
              <a:buNone/>
            </a:pPr>
            <a:r>
              <a:rPr lang="en-US" sz="950" dirty="0">
                <a:solidFill>
                  <a:srgbClr val="6E93B5"/>
                </a:solidFill>
                <a:latin typeface="Arial" pitchFamily="34" charset="0"/>
                <a:ea typeface="Arial" pitchFamily="34" charset="-122"/>
                <a:cs typeface="Arial" pitchFamily="34" charset="-120"/>
              </a:rPr>
              <a:t>Nieuwe functionaliteiten</a:t>
            </a:r>
            <a:endParaRPr lang="en-US" sz="950" dirty="0"/>
          </a:p>
        </p:txBody>
      </p:sp>
      <p:sp>
        <p:nvSpPr>
          <p:cNvPr id="20" name="Shape 18"/>
          <p:cNvSpPr/>
          <p:nvPr/>
        </p:nvSpPr>
        <p:spPr>
          <a:xfrm>
            <a:off x="7961376" y="5687568"/>
            <a:ext cx="1624584" cy="0"/>
          </a:xfrm>
          <a:prstGeom prst="line">
            <a:avLst/>
          </a:prstGeom>
          <a:noFill/>
          <a:ln w="19050">
            <a:solidFill>
              <a:srgbClr val="1F4468"/>
            </a:solidFill>
            <a:prstDash val="solid"/>
          </a:ln>
        </p:spPr>
        <p:txBody>
          <a:bodyPr/>
          <a:lstStyle/>
          <a:p>
            <a:endParaRPr lang="nl-NL"/>
          </a:p>
        </p:txBody>
      </p:sp>
      <p:sp>
        <p:nvSpPr>
          <p:cNvPr id="21" name="Shape 19"/>
          <p:cNvSpPr/>
          <p:nvPr/>
        </p:nvSpPr>
        <p:spPr>
          <a:xfrm>
            <a:off x="7833360" y="5623560"/>
            <a:ext cx="128016" cy="128016"/>
          </a:xfrm>
          <a:prstGeom prst="ellipse">
            <a:avLst/>
          </a:prstGeom>
          <a:solidFill>
            <a:srgbClr val="1F4468"/>
          </a:solidFill>
          <a:ln/>
        </p:spPr>
        <p:txBody>
          <a:bodyPr/>
          <a:lstStyle/>
          <a:p>
            <a:endParaRPr lang="nl-NL"/>
          </a:p>
        </p:txBody>
      </p:sp>
      <p:sp>
        <p:nvSpPr>
          <p:cNvPr id="22" name="Text 20"/>
          <p:cNvSpPr/>
          <p:nvPr/>
        </p:nvSpPr>
        <p:spPr>
          <a:xfrm>
            <a:off x="7330440" y="5824728"/>
            <a:ext cx="1752600" cy="320040"/>
          </a:xfrm>
          <a:prstGeom prst="rect">
            <a:avLst/>
          </a:prstGeom>
          <a:noFill/>
          <a:ln/>
        </p:spPr>
        <p:txBody>
          <a:bodyPr wrap="square" rtlCol="0" anchor="ctr"/>
          <a:lstStyle/>
          <a:p>
            <a:pPr marL="0" indent="0" algn="l">
              <a:buNone/>
            </a:pPr>
            <a:r>
              <a:rPr lang="en-US" sz="950" dirty="0">
                <a:solidFill>
                  <a:srgbClr val="6E93B5"/>
                </a:solidFill>
                <a:latin typeface="Arial" pitchFamily="34" charset="0"/>
                <a:ea typeface="Arial" pitchFamily="34" charset="-122"/>
                <a:cs typeface="Arial" pitchFamily="34" charset="-120"/>
              </a:rPr>
              <a:t>Architectuur &amp; deployment</a:t>
            </a:r>
            <a:endParaRPr lang="en-US" sz="950" dirty="0"/>
          </a:p>
        </p:txBody>
      </p:sp>
      <p:sp>
        <p:nvSpPr>
          <p:cNvPr id="23" name="Shape 21"/>
          <p:cNvSpPr/>
          <p:nvPr/>
        </p:nvSpPr>
        <p:spPr>
          <a:xfrm>
            <a:off x="9585960" y="5623560"/>
            <a:ext cx="128016" cy="128016"/>
          </a:xfrm>
          <a:prstGeom prst="ellipse">
            <a:avLst/>
          </a:prstGeom>
          <a:solidFill>
            <a:srgbClr val="1F4468"/>
          </a:solidFill>
          <a:ln/>
        </p:spPr>
        <p:txBody>
          <a:bodyPr/>
          <a:lstStyle/>
          <a:p>
            <a:endParaRPr lang="nl-NL"/>
          </a:p>
        </p:txBody>
      </p:sp>
      <p:sp>
        <p:nvSpPr>
          <p:cNvPr id="24" name="Text 22"/>
          <p:cNvSpPr/>
          <p:nvPr/>
        </p:nvSpPr>
        <p:spPr>
          <a:xfrm>
            <a:off x="9083040" y="5824728"/>
            <a:ext cx="1752600" cy="320040"/>
          </a:xfrm>
          <a:prstGeom prst="rect">
            <a:avLst/>
          </a:prstGeom>
          <a:noFill/>
          <a:ln/>
        </p:spPr>
        <p:txBody>
          <a:bodyPr wrap="square" rtlCol="0" anchor="ctr"/>
          <a:lstStyle/>
          <a:p>
            <a:pPr marL="0" indent="0" algn="l">
              <a:buNone/>
            </a:pPr>
            <a:r>
              <a:rPr lang="en-US" sz="950" dirty="0">
                <a:solidFill>
                  <a:srgbClr val="6E93B5"/>
                </a:solidFill>
                <a:latin typeface="Arial" pitchFamily="34" charset="0"/>
                <a:ea typeface="Arial" pitchFamily="34" charset="-122"/>
                <a:cs typeface="Arial" pitchFamily="34" charset="-120"/>
              </a:rPr>
              <a:t>Vervolgstappen</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274320"/>
            <a:ext cx="960120" cy="960120"/>
          </a:xfrm>
          <a:prstGeom prst="diamond">
            <a:avLst/>
          </a:prstGeom>
          <a:ln w="63500">
            <a:solidFill>
              <a:srgbClr val="89CDF2"/>
            </a:solidFill>
            <a:prstDash val="solid"/>
          </a:ln>
        </p:spPr>
        <p:txBody>
          <a:bodyPr/>
          <a:lstStyle/>
          <a:p>
            <a:endParaRPr lang="nl-NL"/>
          </a:p>
        </p:txBody>
      </p:sp>
      <p:sp>
        <p:nvSpPr>
          <p:cNvPr id="3" name="Text 1"/>
          <p:cNvSpPr/>
          <p:nvPr/>
        </p:nvSpPr>
        <p:spPr>
          <a:xfrm>
            <a:off x="502920" y="292608"/>
            <a:ext cx="9144000" cy="292608"/>
          </a:xfrm>
          <a:prstGeom prst="rect">
            <a:avLst/>
          </a:prstGeom>
          <a:noFill/>
          <a:ln/>
        </p:spPr>
        <p:txBody>
          <a:bodyPr wrap="square" rtlCol="0" anchor="ctr"/>
          <a:lstStyle/>
          <a:p>
            <a:pPr marL="0" indent="0">
              <a:buNone/>
            </a:pPr>
            <a:r>
              <a:rPr lang="en-US" sz="1100" b="1" kern="0" spc="150" dirty="0">
                <a:solidFill>
                  <a:srgbClr val="E76734"/>
                </a:solidFill>
                <a:latin typeface="Arial" pitchFamily="34" charset="0"/>
                <a:ea typeface="Arial" pitchFamily="34" charset="-122"/>
                <a:cs typeface="Arial" pitchFamily="34" charset="-120"/>
              </a:rPr>
              <a:t>HOSTING</a:t>
            </a:r>
            <a:endParaRPr lang="en-US" sz="1100" dirty="0"/>
          </a:p>
        </p:txBody>
      </p:sp>
      <p:sp>
        <p:nvSpPr>
          <p:cNvPr id="4" name="Text 2"/>
          <p:cNvSpPr/>
          <p:nvPr/>
        </p:nvSpPr>
        <p:spPr>
          <a:xfrm>
            <a:off x="502920" y="566928"/>
            <a:ext cx="10515600" cy="640080"/>
          </a:xfrm>
          <a:prstGeom prst="rect">
            <a:avLst/>
          </a:prstGeom>
          <a:noFill/>
          <a:ln/>
        </p:spPr>
        <p:txBody>
          <a:bodyPr wrap="square" rtlCol="0" anchor="ctr"/>
          <a:lstStyle/>
          <a:p>
            <a:pPr marL="0" indent="0">
              <a:buNone/>
            </a:pPr>
            <a:r>
              <a:rPr lang="en-US" sz="2600" b="1" dirty="0">
                <a:solidFill>
                  <a:srgbClr val="003362"/>
                </a:solidFill>
                <a:latin typeface="Helvetica" pitchFamily="34" charset="0"/>
                <a:ea typeface="Helvetica" pitchFamily="34" charset="-122"/>
                <a:cs typeface="Helvetica" pitchFamily="34" charset="-120"/>
              </a:rPr>
              <a:t>Hosting</a:t>
            </a:r>
            <a:endParaRPr lang="en-US" sz="2600" dirty="0"/>
          </a:p>
        </p:txBody>
      </p:sp>
      <p:sp>
        <p:nvSpPr>
          <p:cNvPr id="5" name="Shape 3"/>
          <p:cNvSpPr/>
          <p:nvPr/>
        </p:nvSpPr>
        <p:spPr>
          <a:xfrm>
            <a:off x="0" y="6748272"/>
            <a:ext cx="12188952" cy="109728"/>
          </a:xfrm>
          <a:prstGeom prst="rect">
            <a:avLst/>
          </a:prstGeom>
          <a:solidFill>
            <a:srgbClr val="003362"/>
          </a:solidFill>
          <a:ln/>
        </p:spPr>
        <p:txBody>
          <a:bodyPr/>
          <a:lstStyle/>
          <a:p>
            <a:endParaRPr lang="nl-NL"/>
          </a:p>
        </p:txBody>
      </p:sp>
      <p:sp>
        <p:nvSpPr>
          <p:cNvPr id="6" name="Text 4"/>
          <p:cNvSpPr/>
          <p:nvPr/>
        </p:nvSpPr>
        <p:spPr>
          <a:xfrm>
            <a:off x="457200" y="6355080"/>
            <a:ext cx="5486400" cy="320040"/>
          </a:xfrm>
          <a:prstGeom prst="rect">
            <a:avLst/>
          </a:prstGeom>
          <a:noFill/>
          <a:ln/>
        </p:spPr>
        <p:txBody>
          <a:bodyPr wrap="square" rtlCol="0" anchor="ctr"/>
          <a:lstStyle/>
          <a:p>
            <a:pPr marL="0" indent="0">
              <a:buNone/>
            </a:pPr>
            <a:r>
              <a:rPr lang="en-US" sz="950" i="1" dirty="0">
                <a:solidFill>
                  <a:srgbClr val="6B7680"/>
                </a:solidFill>
                <a:latin typeface="Arial" pitchFamily="34" charset="0"/>
                <a:ea typeface="Arial" pitchFamily="34" charset="-122"/>
                <a:cs typeface="Arial" pitchFamily="34" charset="-120"/>
              </a:rPr>
              <a:t>Hosting</a:t>
            </a:r>
            <a:endParaRPr lang="en-US" sz="950" dirty="0"/>
          </a:p>
        </p:txBody>
      </p:sp>
      <p:sp>
        <p:nvSpPr>
          <p:cNvPr id="7" name="Text 5"/>
          <p:cNvSpPr/>
          <p:nvPr/>
        </p:nvSpPr>
        <p:spPr>
          <a:xfrm>
            <a:off x="502920" y="1371600"/>
            <a:ext cx="11155680" cy="4754880"/>
          </a:xfrm>
          <a:prstGeom prst="rect">
            <a:avLst/>
          </a:prstGeom>
          <a:noFill/>
          <a:ln/>
        </p:spPr>
        <p:txBody>
          <a:bodyPr wrap="square" rtlCol="0" anchor="t"/>
          <a:lstStyle/>
          <a:p>
            <a:pPr marL="0" indent="0">
              <a:lnSpc>
                <a:spcPts val="2000"/>
              </a:lnSpc>
              <a:spcAft>
                <a:spcPts val="1000"/>
              </a:spcAft>
              <a:buNone/>
            </a:pPr>
            <a:r>
              <a:rPr lang="en-US" sz="1400" dirty="0">
                <a:solidFill>
                  <a:srgbClr val="2B3033"/>
                </a:solidFill>
                <a:latin typeface="Arial" pitchFamily="34" charset="0"/>
                <a:ea typeface="Arial" pitchFamily="34" charset="-122"/>
                <a:cs typeface="Arial" pitchFamily="34" charset="-120"/>
              </a:rPr>
              <a:t>Om Valtimo/GZAC te gebruiken is er een omgeving nodig die door een partij wordt gehost. Hierin zijn doorgaans twee partijen die kunnen hosten: de organisatie die Valtimo/GZAC gebruikt, of Ritense.</a:t>
            </a:r>
            <a:endParaRPr lang="en-US" sz="1400" dirty="0"/>
          </a:p>
          <a:p>
            <a:pPr marL="0" indent="0">
              <a:lnSpc>
                <a:spcPts val="2000"/>
              </a:lnSpc>
              <a:spcAft>
                <a:spcPts val="1000"/>
              </a:spcAft>
              <a:buNone/>
            </a:pPr>
            <a:endParaRPr lang="en-US" sz="1400" dirty="0"/>
          </a:p>
          <a:p>
            <a:pPr marL="0" indent="0">
              <a:lnSpc>
                <a:spcPts val="2000"/>
              </a:lnSpc>
              <a:spcAft>
                <a:spcPts val="1000"/>
              </a:spcAft>
              <a:buNone/>
            </a:pPr>
            <a:r>
              <a:rPr lang="en-US" sz="1400" dirty="0">
                <a:solidFill>
                  <a:srgbClr val="2B3033"/>
                </a:solidFill>
                <a:latin typeface="Arial" pitchFamily="34" charset="0"/>
                <a:ea typeface="Arial" pitchFamily="34" charset="-122"/>
                <a:cs typeface="Arial" pitchFamily="34" charset="-120"/>
              </a:rPr>
              <a:t>Vanuit Ritense is een SaaS-oplossing beschikbaar, waarin een standaard set van componenten beschikbaar zullen zijn binnen de omgeving.</a:t>
            </a:r>
            <a:endParaRPr lang="en-US" sz="1400" dirty="0"/>
          </a:p>
          <a:p>
            <a:pPr marL="0" indent="0">
              <a:lnSpc>
                <a:spcPts val="2000"/>
              </a:lnSpc>
              <a:spcAft>
                <a:spcPts val="1000"/>
              </a:spcAft>
              <a:buNone/>
            </a:pPr>
            <a:endParaRPr lang="en-US" sz="1400" dirty="0"/>
          </a:p>
          <a:p>
            <a:pPr marL="0" indent="0">
              <a:lnSpc>
                <a:spcPts val="2000"/>
              </a:lnSpc>
              <a:spcAft>
                <a:spcPts val="1000"/>
              </a:spcAft>
              <a:buNone/>
            </a:pPr>
            <a:r>
              <a:rPr lang="en-US" sz="1400" dirty="0">
                <a:solidFill>
                  <a:srgbClr val="2B3033"/>
                </a:solidFill>
                <a:latin typeface="Arial" pitchFamily="34" charset="0"/>
                <a:ea typeface="Arial" pitchFamily="34" charset="-122"/>
                <a:cs typeface="Arial" pitchFamily="34" charset="-120"/>
              </a:rPr>
              <a:t>Indien de SaaS-oplossing niet gewenst is, kunnen wij mogelijk ondersteunen bij het opzetten van de eigen omgeving.</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274320"/>
            <a:ext cx="960120" cy="960120"/>
          </a:xfrm>
          <a:prstGeom prst="diamond">
            <a:avLst/>
          </a:prstGeom>
          <a:ln w="63500">
            <a:solidFill>
              <a:srgbClr val="89CDF2"/>
            </a:solidFill>
            <a:prstDash val="solid"/>
          </a:ln>
        </p:spPr>
        <p:txBody>
          <a:bodyPr/>
          <a:lstStyle/>
          <a:p>
            <a:endParaRPr lang="nl-NL"/>
          </a:p>
        </p:txBody>
      </p:sp>
      <p:sp>
        <p:nvSpPr>
          <p:cNvPr id="3" name="Text 1"/>
          <p:cNvSpPr/>
          <p:nvPr/>
        </p:nvSpPr>
        <p:spPr>
          <a:xfrm>
            <a:off x="502920" y="292608"/>
            <a:ext cx="9144000" cy="292608"/>
          </a:xfrm>
          <a:prstGeom prst="rect">
            <a:avLst/>
          </a:prstGeom>
          <a:noFill/>
          <a:ln/>
        </p:spPr>
        <p:txBody>
          <a:bodyPr wrap="square" rtlCol="0" anchor="ctr"/>
          <a:lstStyle/>
          <a:p>
            <a:pPr marL="0" indent="0">
              <a:buNone/>
            </a:pPr>
            <a:r>
              <a:rPr lang="en-US" sz="1100" b="1" kern="0" spc="150" dirty="0">
                <a:solidFill>
                  <a:srgbClr val="E76734"/>
                </a:solidFill>
                <a:latin typeface="Arial" pitchFamily="34" charset="0"/>
                <a:ea typeface="Arial" pitchFamily="34" charset="-122"/>
                <a:cs typeface="Arial" pitchFamily="34" charset="-120"/>
              </a:rPr>
              <a:t>HOSTING</a:t>
            </a:r>
            <a:endParaRPr lang="en-US" sz="1100" dirty="0"/>
          </a:p>
        </p:txBody>
      </p:sp>
      <p:sp>
        <p:nvSpPr>
          <p:cNvPr id="4" name="Text 2"/>
          <p:cNvSpPr/>
          <p:nvPr/>
        </p:nvSpPr>
        <p:spPr>
          <a:xfrm>
            <a:off x="502920" y="566928"/>
            <a:ext cx="10515600" cy="640080"/>
          </a:xfrm>
          <a:prstGeom prst="rect">
            <a:avLst/>
          </a:prstGeom>
          <a:noFill/>
          <a:ln/>
        </p:spPr>
        <p:txBody>
          <a:bodyPr wrap="square" rtlCol="0" anchor="ctr"/>
          <a:lstStyle/>
          <a:p>
            <a:pPr marL="0" indent="0">
              <a:buNone/>
            </a:pPr>
            <a:r>
              <a:rPr lang="en-US" sz="2600" b="1" dirty="0">
                <a:solidFill>
                  <a:srgbClr val="003362"/>
                </a:solidFill>
                <a:latin typeface="Helvetica" pitchFamily="34" charset="0"/>
                <a:ea typeface="Helvetica" pitchFamily="34" charset="-122"/>
                <a:cs typeface="Helvetica" pitchFamily="34" charset="-120"/>
              </a:rPr>
              <a:t>Hosting: toelichting</a:t>
            </a:r>
            <a:endParaRPr lang="en-US" sz="2600" dirty="0"/>
          </a:p>
        </p:txBody>
      </p:sp>
      <p:sp>
        <p:nvSpPr>
          <p:cNvPr id="5" name="Shape 3"/>
          <p:cNvSpPr/>
          <p:nvPr/>
        </p:nvSpPr>
        <p:spPr>
          <a:xfrm>
            <a:off x="0" y="6748272"/>
            <a:ext cx="12188952" cy="109728"/>
          </a:xfrm>
          <a:prstGeom prst="rect">
            <a:avLst/>
          </a:prstGeom>
          <a:solidFill>
            <a:srgbClr val="003362"/>
          </a:solidFill>
          <a:ln/>
        </p:spPr>
        <p:txBody>
          <a:bodyPr/>
          <a:lstStyle/>
          <a:p>
            <a:endParaRPr lang="nl-NL"/>
          </a:p>
        </p:txBody>
      </p:sp>
      <p:sp>
        <p:nvSpPr>
          <p:cNvPr id="6" name="Text 4"/>
          <p:cNvSpPr/>
          <p:nvPr/>
        </p:nvSpPr>
        <p:spPr>
          <a:xfrm>
            <a:off x="457200" y="6355080"/>
            <a:ext cx="5486400" cy="320040"/>
          </a:xfrm>
          <a:prstGeom prst="rect">
            <a:avLst/>
          </a:prstGeom>
          <a:noFill/>
          <a:ln/>
        </p:spPr>
        <p:txBody>
          <a:bodyPr wrap="square" rtlCol="0" anchor="ctr"/>
          <a:lstStyle/>
          <a:p>
            <a:pPr marL="0" indent="0">
              <a:buNone/>
            </a:pPr>
            <a:r>
              <a:rPr lang="en-US" sz="950" i="1" dirty="0">
                <a:solidFill>
                  <a:srgbClr val="6B7680"/>
                </a:solidFill>
                <a:latin typeface="Arial" pitchFamily="34" charset="0"/>
                <a:ea typeface="Arial" pitchFamily="34" charset="-122"/>
                <a:cs typeface="Arial" pitchFamily="34" charset="-120"/>
              </a:rPr>
              <a:t>Hosting</a:t>
            </a:r>
            <a:endParaRPr lang="en-US" sz="950" dirty="0"/>
          </a:p>
        </p:txBody>
      </p:sp>
      <p:sp>
        <p:nvSpPr>
          <p:cNvPr id="7" name="Shape 5"/>
          <p:cNvSpPr/>
          <p:nvPr/>
        </p:nvSpPr>
        <p:spPr>
          <a:xfrm>
            <a:off x="502920" y="1463040"/>
            <a:ext cx="11183112" cy="777240"/>
          </a:xfrm>
          <a:prstGeom prst="roundRect">
            <a:avLst>
              <a:gd name="adj" fmla="val 8235"/>
            </a:avLst>
          </a:prstGeom>
          <a:solidFill>
            <a:srgbClr val="F5F8FA"/>
          </a:solidFill>
          <a:ln w="9525">
            <a:solidFill>
              <a:srgbClr val="DCE6EA"/>
            </a:solidFill>
            <a:prstDash val="solid"/>
          </a:ln>
        </p:spPr>
        <p:txBody>
          <a:bodyPr/>
          <a:lstStyle/>
          <a:p>
            <a:endParaRPr lang="nl-NL"/>
          </a:p>
        </p:txBody>
      </p:sp>
      <p:sp>
        <p:nvSpPr>
          <p:cNvPr id="8" name="Shape 6"/>
          <p:cNvSpPr/>
          <p:nvPr/>
        </p:nvSpPr>
        <p:spPr>
          <a:xfrm>
            <a:off x="502920" y="1463040"/>
            <a:ext cx="82296" cy="777240"/>
          </a:xfrm>
          <a:prstGeom prst="rect">
            <a:avLst/>
          </a:prstGeom>
          <a:solidFill>
            <a:srgbClr val="89CDF2"/>
          </a:solidFill>
          <a:ln/>
        </p:spPr>
        <p:txBody>
          <a:bodyPr/>
          <a:lstStyle/>
          <a:p>
            <a:endParaRPr lang="nl-NL"/>
          </a:p>
        </p:txBody>
      </p:sp>
      <p:sp>
        <p:nvSpPr>
          <p:cNvPr id="9" name="Text 7"/>
          <p:cNvSpPr/>
          <p:nvPr/>
        </p:nvSpPr>
        <p:spPr>
          <a:xfrm>
            <a:off x="777240" y="1536192"/>
            <a:ext cx="10698480" cy="640080"/>
          </a:xfrm>
          <a:prstGeom prst="rect">
            <a:avLst/>
          </a:prstGeom>
          <a:noFill/>
          <a:ln/>
        </p:spPr>
        <p:txBody>
          <a:bodyPr wrap="square" rtlCol="0" anchor="ctr"/>
          <a:lstStyle/>
          <a:p>
            <a:pPr marL="0" indent="0">
              <a:lnSpc>
                <a:spcPts val="1500"/>
              </a:lnSpc>
              <a:buNone/>
            </a:pPr>
            <a:r>
              <a:rPr lang="en-US" sz="1250" i="1" dirty="0">
                <a:solidFill>
                  <a:srgbClr val="6B7680"/>
                </a:solidFill>
                <a:latin typeface="Arial" pitchFamily="34" charset="0"/>
                <a:ea typeface="Arial" pitchFamily="34" charset="-122"/>
                <a:cs typeface="Arial" pitchFamily="34" charset="-120"/>
              </a:rPr>
              <a:t>Voeg hier de conclusie over de hosting toe — welke partij host de omgeving, en welke afspraken horen daarbij?</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3362"/>
        </a:solidFill>
        <a:effectLst/>
      </p:bgPr>
    </p:bg>
    <p:spTree>
      <p:nvGrpSpPr>
        <p:cNvPr id="1" name=""/>
        <p:cNvGrpSpPr/>
        <p:nvPr/>
      </p:nvGrpSpPr>
      <p:grpSpPr>
        <a:xfrm>
          <a:off x="0" y="0"/>
          <a:ext cx="0" cy="0"/>
          <a:chOff x="0" y="0"/>
          <a:chExt cx="0" cy="0"/>
        </a:xfrm>
      </p:grpSpPr>
      <p:sp>
        <p:nvSpPr>
          <p:cNvPr id="2" name="Shape 0"/>
          <p:cNvSpPr/>
          <p:nvPr/>
        </p:nvSpPr>
        <p:spPr>
          <a:xfrm>
            <a:off x="9692640" y="2377440"/>
            <a:ext cx="3108960" cy="3108960"/>
          </a:xfrm>
          <a:prstGeom prst="diamond">
            <a:avLst/>
          </a:prstGeom>
          <a:ln w="38100">
            <a:solidFill>
              <a:srgbClr val="1F5488"/>
            </a:solidFill>
            <a:prstDash val="solid"/>
          </a:ln>
        </p:spPr>
        <p:txBody>
          <a:bodyPr/>
          <a:lstStyle/>
          <a:p>
            <a:endParaRPr lang="nl-NL"/>
          </a:p>
        </p:txBody>
      </p:sp>
      <p:sp>
        <p:nvSpPr>
          <p:cNvPr id="3" name="Text 1"/>
          <p:cNvSpPr/>
          <p:nvPr/>
        </p:nvSpPr>
        <p:spPr>
          <a:xfrm>
            <a:off x="822960" y="685800"/>
            <a:ext cx="7315200" cy="320040"/>
          </a:xfrm>
          <a:prstGeom prst="rect">
            <a:avLst/>
          </a:prstGeom>
          <a:noFill/>
          <a:ln/>
        </p:spPr>
        <p:txBody>
          <a:bodyPr wrap="square" rtlCol="0" anchor="ctr"/>
          <a:lstStyle/>
          <a:p>
            <a:pPr marL="0" indent="0">
              <a:buNone/>
            </a:pPr>
            <a:r>
              <a:rPr lang="en-US" sz="1200" b="1" kern="0" spc="200" dirty="0">
                <a:solidFill>
                  <a:srgbClr val="E76734"/>
                </a:solidFill>
                <a:latin typeface="Arial" pitchFamily="34" charset="0"/>
                <a:ea typeface="Arial" pitchFamily="34" charset="-122"/>
                <a:cs typeface="Arial" pitchFamily="34" charset="-120"/>
              </a:rPr>
              <a:t>HOOFDSTUK 02 VAN 06</a:t>
            </a:r>
            <a:endParaRPr lang="en-US" sz="1200" dirty="0"/>
          </a:p>
        </p:txBody>
      </p:sp>
      <p:sp>
        <p:nvSpPr>
          <p:cNvPr id="4" name="Text 2"/>
          <p:cNvSpPr/>
          <p:nvPr/>
        </p:nvSpPr>
        <p:spPr>
          <a:xfrm>
            <a:off x="822960" y="1417320"/>
            <a:ext cx="2743200" cy="1371600"/>
          </a:xfrm>
          <a:prstGeom prst="rect">
            <a:avLst/>
          </a:prstGeom>
          <a:noFill/>
          <a:ln/>
        </p:spPr>
        <p:txBody>
          <a:bodyPr wrap="square" rtlCol="0" anchor="ctr"/>
          <a:lstStyle/>
          <a:p>
            <a:pPr marL="0" indent="0">
              <a:buNone/>
            </a:pPr>
            <a:r>
              <a:rPr lang="en-US" sz="6600" b="1" dirty="0">
                <a:solidFill>
                  <a:srgbClr val="2E6592"/>
                </a:solidFill>
                <a:latin typeface="Helvetica" pitchFamily="34" charset="0"/>
                <a:ea typeface="Helvetica" pitchFamily="34" charset="-122"/>
                <a:cs typeface="Helvetica" pitchFamily="34" charset="-120"/>
              </a:rPr>
              <a:t>02</a:t>
            </a:r>
            <a:endParaRPr lang="en-US" sz="6600" dirty="0"/>
          </a:p>
        </p:txBody>
      </p:sp>
      <p:sp>
        <p:nvSpPr>
          <p:cNvPr id="5" name="Text 3"/>
          <p:cNvSpPr/>
          <p:nvPr/>
        </p:nvSpPr>
        <p:spPr>
          <a:xfrm>
            <a:off x="822960" y="2514600"/>
            <a:ext cx="9144000" cy="914400"/>
          </a:xfrm>
          <a:prstGeom prst="rect">
            <a:avLst/>
          </a:prstGeom>
          <a:noFill/>
          <a:ln/>
        </p:spPr>
        <p:txBody>
          <a:bodyPr wrap="square" rtlCol="0" anchor="ctr"/>
          <a:lstStyle/>
          <a:p>
            <a:pPr marL="0" indent="0">
              <a:buNone/>
            </a:pPr>
            <a:r>
              <a:rPr lang="en-US" sz="3200" b="1" dirty="0">
                <a:solidFill>
                  <a:srgbClr val="FFFFFF"/>
                </a:solidFill>
                <a:latin typeface="Helvetica" pitchFamily="34" charset="0"/>
                <a:ea typeface="Helvetica" pitchFamily="34" charset="-122"/>
                <a:cs typeface="Helvetica" pitchFamily="34" charset="-120"/>
              </a:rPr>
              <a:t>Context diagram</a:t>
            </a:r>
            <a:endParaRPr lang="en-US" sz="3200" dirty="0"/>
          </a:p>
        </p:txBody>
      </p:sp>
      <p:sp>
        <p:nvSpPr>
          <p:cNvPr id="6" name="Shape 4"/>
          <p:cNvSpPr/>
          <p:nvPr/>
        </p:nvSpPr>
        <p:spPr>
          <a:xfrm>
            <a:off x="822960" y="3310128"/>
            <a:ext cx="1463040" cy="41148"/>
          </a:xfrm>
          <a:prstGeom prst="rect">
            <a:avLst/>
          </a:prstGeom>
          <a:solidFill>
            <a:srgbClr val="E76734"/>
          </a:solidFill>
          <a:ln/>
        </p:spPr>
        <p:txBody>
          <a:bodyPr/>
          <a:lstStyle/>
          <a:p>
            <a:endParaRPr lang="nl-NL"/>
          </a:p>
        </p:txBody>
      </p:sp>
      <p:sp>
        <p:nvSpPr>
          <p:cNvPr id="7" name="Text 5"/>
          <p:cNvSpPr/>
          <p:nvPr/>
        </p:nvSpPr>
        <p:spPr>
          <a:xfrm>
            <a:off x="822960" y="3474720"/>
            <a:ext cx="8503920" cy="640080"/>
          </a:xfrm>
          <a:prstGeom prst="rect">
            <a:avLst/>
          </a:prstGeom>
          <a:noFill/>
          <a:ln/>
        </p:spPr>
        <p:txBody>
          <a:bodyPr wrap="square" rtlCol="0" anchor="ctr"/>
          <a:lstStyle/>
          <a:p>
            <a:pPr marL="0" indent="0">
              <a:lnSpc>
                <a:spcPts val="1800"/>
              </a:lnSpc>
              <a:buNone/>
            </a:pPr>
            <a:r>
              <a:rPr lang="en-US" sz="1400" i="1" dirty="0">
                <a:solidFill>
                  <a:srgbClr val="89CDF2"/>
                </a:solidFill>
                <a:latin typeface="Arial" pitchFamily="34" charset="0"/>
                <a:ea typeface="Arial" pitchFamily="34" charset="-122"/>
                <a:cs typeface="Arial" pitchFamily="34" charset="-120"/>
              </a:rPr>
              <a:t>Hoe verhoudt het zaaksysteem zich tot de omliggende organisatie en systemen?</a:t>
            </a:r>
            <a:endParaRPr lang="en-US" sz="1400" dirty="0"/>
          </a:p>
        </p:txBody>
      </p:sp>
      <p:sp>
        <p:nvSpPr>
          <p:cNvPr id="8" name="Shape 6"/>
          <p:cNvSpPr/>
          <p:nvPr/>
        </p:nvSpPr>
        <p:spPr>
          <a:xfrm>
            <a:off x="950976" y="5687568"/>
            <a:ext cx="1624584" cy="0"/>
          </a:xfrm>
          <a:prstGeom prst="line">
            <a:avLst/>
          </a:prstGeom>
          <a:noFill/>
          <a:ln w="19050">
            <a:solidFill>
              <a:srgbClr val="5C88AC"/>
            </a:solidFill>
            <a:prstDash val="solid"/>
          </a:ln>
        </p:spPr>
        <p:txBody>
          <a:bodyPr/>
          <a:lstStyle/>
          <a:p>
            <a:endParaRPr lang="nl-NL"/>
          </a:p>
        </p:txBody>
      </p:sp>
      <p:sp>
        <p:nvSpPr>
          <p:cNvPr id="9" name="Shape 7"/>
          <p:cNvSpPr/>
          <p:nvPr/>
        </p:nvSpPr>
        <p:spPr>
          <a:xfrm>
            <a:off x="822960" y="5623560"/>
            <a:ext cx="128016" cy="128016"/>
          </a:xfrm>
          <a:prstGeom prst="ellipse">
            <a:avLst/>
          </a:prstGeom>
          <a:solidFill>
            <a:srgbClr val="5C88AC"/>
          </a:solidFill>
          <a:ln/>
        </p:spPr>
        <p:txBody>
          <a:bodyPr/>
          <a:lstStyle/>
          <a:p>
            <a:endParaRPr lang="nl-NL"/>
          </a:p>
        </p:txBody>
      </p:sp>
      <p:sp>
        <p:nvSpPr>
          <p:cNvPr id="10" name="Text 8"/>
          <p:cNvSpPr/>
          <p:nvPr/>
        </p:nvSpPr>
        <p:spPr>
          <a:xfrm>
            <a:off x="320040" y="5824728"/>
            <a:ext cx="1752600" cy="320040"/>
          </a:xfrm>
          <a:prstGeom prst="rect">
            <a:avLst/>
          </a:prstGeom>
          <a:noFill/>
          <a:ln/>
        </p:spPr>
        <p:txBody>
          <a:bodyPr wrap="square" rtlCol="0" anchor="ctr"/>
          <a:lstStyle/>
          <a:p>
            <a:pPr marL="0" indent="0" algn="l">
              <a:buNone/>
            </a:pPr>
            <a:r>
              <a:rPr lang="en-US" sz="950" dirty="0">
                <a:solidFill>
                  <a:srgbClr val="6E93B5"/>
                </a:solidFill>
                <a:latin typeface="Arial" pitchFamily="34" charset="0"/>
                <a:ea typeface="Arial" pitchFamily="34" charset="-122"/>
                <a:cs typeface="Arial" pitchFamily="34" charset="-120"/>
              </a:rPr>
              <a:t>Hosting</a:t>
            </a:r>
            <a:endParaRPr lang="en-US" sz="950" dirty="0"/>
          </a:p>
        </p:txBody>
      </p:sp>
      <p:sp>
        <p:nvSpPr>
          <p:cNvPr id="11" name="Shape 9"/>
          <p:cNvSpPr/>
          <p:nvPr/>
        </p:nvSpPr>
        <p:spPr>
          <a:xfrm>
            <a:off x="2703576" y="5687568"/>
            <a:ext cx="1624584" cy="0"/>
          </a:xfrm>
          <a:prstGeom prst="line">
            <a:avLst/>
          </a:prstGeom>
          <a:noFill/>
          <a:ln w="19050">
            <a:solidFill>
              <a:srgbClr val="1F4468"/>
            </a:solidFill>
            <a:prstDash val="solid"/>
          </a:ln>
        </p:spPr>
        <p:txBody>
          <a:bodyPr/>
          <a:lstStyle/>
          <a:p>
            <a:endParaRPr lang="nl-NL"/>
          </a:p>
        </p:txBody>
      </p:sp>
      <p:sp>
        <p:nvSpPr>
          <p:cNvPr id="12" name="Shape 10"/>
          <p:cNvSpPr/>
          <p:nvPr/>
        </p:nvSpPr>
        <p:spPr>
          <a:xfrm>
            <a:off x="2575560" y="5623560"/>
            <a:ext cx="128016" cy="128016"/>
          </a:xfrm>
          <a:prstGeom prst="ellipse">
            <a:avLst/>
          </a:prstGeom>
          <a:solidFill>
            <a:srgbClr val="E76734"/>
          </a:solidFill>
          <a:ln w="19050">
            <a:solidFill>
              <a:srgbClr val="FFFFFF"/>
            </a:solidFill>
            <a:prstDash val="solid"/>
          </a:ln>
        </p:spPr>
        <p:txBody>
          <a:bodyPr/>
          <a:lstStyle/>
          <a:p>
            <a:endParaRPr lang="nl-NL"/>
          </a:p>
        </p:txBody>
      </p:sp>
      <p:sp>
        <p:nvSpPr>
          <p:cNvPr id="13" name="Text 11"/>
          <p:cNvSpPr/>
          <p:nvPr/>
        </p:nvSpPr>
        <p:spPr>
          <a:xfrm>
            <a:off x="2072640" y="5824728"/>
            <a:ext cx="1752600" cy="320040"/>
          </a:xfrm>
          <a:prstGeom prst="rect">
            <a:avLst/>
          </a:prstGeom>
          <a:noFill/>
          <a:ln/>
        </p:spPr>
        <p:txBody>
          <a:bodyPr wrap="square" rtlCol="0" anchor="ctr"/>
          <a:lstStyle/>
          <a:p>
            <a:pPr marL="0" indent="0" algn="l">
              <a:buNone/>
            </a:pPr>
            <a:r>
              <a:rPr lang="en-US" sz="950" b="1" dirty="0">
                <a:solidFill>
                  <a:srgbClr val="FFFFFF"/>
                </a:solidFill>
                <a:latin typeface="Arial" pitchFamily="34" charset="0"/>
                <a:ea typeface="Arial" pitchFamily="34" charset="-122"/>
                <a:cs typeface="Arial" pitchFamily="34" charset="-120"/>
              </a:rPr>
              <a:t>Context diagram</a:t>
            </a:r>
            <a:endParaRPr lang="en-US" sz="950" dirty="0"/>
          </a:p>
        </p:txBody>
      </p:sp>
      <p:sp>
        <p:nvSpPr>
          <p:cNvPr id="14" name="Shape 12"/>
          <p:cNvSpPr/>
          <p:nvPr/>
        </p:nvSpPr>
        <p:spPr>
          <a:xfrm>
            <a:off x="4456176" y="5687568"/>
            <a:ext cx="1624584" cy="0"/>
          </a:xfrm>
          <a:prstGeom prst="line">
            <a:avLst/>
          </a:prstGeom>
          <a:noFill/>
          <a:ln w="19050">
            <a:solidFill>
              <a:srgbClr val="1F4468"/>
            </a:solidFill>
            <a:prstDash val="solid"/>
          </a:ln>
        </p:spPr>
        <p:txBody>
          <a:bodyPr/>
          <a:lstStyle/>
          <a:p>
            <a:endParaRPr lang="nl-NL"/>
          </a:p>
        </p:txBody>
      </p:sp>
      <p:sp>
        <p:nvSpPr>
          <p:cNvPr id="15" name="Shape 13"/>
          <p:cNvSpPr/>
          <p:nvPr/>
        </p:nvSpPr>
        <p:spPr>
          <a:xfrm>
            <a:off x="4328160" y="5623560"/>
            <a:ext cx="128016" cy="128016"/>
          </a:xfrm>
          <a:prstGeom prst="ellipse">
            <a:avLst/>
          </a:prstGeom>
          <a:solidFill>
            <a:srgbClr val="1F4468"/>
          </a:solidFill>
          <a:ln/>
        </p:spPr>
        <p:txBody>
          <a:bodyPr/>
          <a:lstStyle/>
          <a:p>
            <a:endParaRPr lang="nl-NL"/>
          </a:p>
        </p:txBody>
      </p:sp>
      <p:sp>
        <p:nvSpPr>
          <p:cNvPr id="16" name="Text 14"/>
          <p:cNvSpPr/>
          <p:nvPr/>
        </p:nvSpPr>
        <p:spPr>
          <a:xfrm>
            <a:off x="3825240" y="5824728"/>
            <a:ext cx="1752600" cy="320040"/>
          </a:xfrm>
          <a:prstGeom prst="rect">
            <a:avLst/>
          </a:prstGeom>
          <a:noFill/>
          <a:ln/>
        </p:spPr>
        <p:txBody>
          <a:bodyPr wrap="square" rtlCol="0" anchor="ctr"/>
          <a:lstStyle/>
          <a:p>
            <a:pPr marL="0" indent="0" algn="l">
              <a:buNone/>
            </a:pPr>
            <a:r>
              <a:rPr lang="en-US" sz="950" dirty="0">
                <a:solidFill>
                  <a:srgbClr val="6E93B5"/>
                </a:solidFill>
                <a:latin typeface="Arial" pitchFamily="34" charset="0"/>
                <a:ea typeface="Arial" pitchFamily="34" charset="-122"/>
                <a:cs typeface="Arial" pitchFamily="34" charset="-120"/>
              </a:rPr>
              <a:t>Componenten</a:t>
            </a:r>
            <a:endParaRPr lang="en-US" sz="950" dirty="0"/>
          </a:p>
        </p:txBody>
      </p:sp>
      <p:sp>
        <p:nvSpPr>
          <p:cNvPr id="17" name="Shape 15"/>
          <p:cNvSpPr/>
          <p:nvPr/>
        </p:nvSpPr>
        <p:spPr>
          <a:xfrm>
            <a:off x="6208776" y="5687568"/>
            <a:ext cx="1624584" cy="0"/>
          </a:xfrm>
          <a:prstGeom prst="line">
            <a:avLst/>
          </a:prstGeom>
          <a:noFill/>
          <a:ln w="19050">
            <a:solidFill>
              <a:srgbClr val="1F4468"/>
            </a:solidFill>
            <a:prstDash val="solid"/>
          </a:ln>
        </p:spPr>
        <p:txBody>
          <a:bodyPr/>
          <a:lstStyle/>
          <a:p>
            <a:endParaRPr lang="nl-NL"/>
          </a:p>
        </p:txBody>
      </p:sp>
      <p:sp>
        <p:nvSpPr>
          <p:cNvPr id="18" name="Shape 16"/>
          <p:cNvSpPr/>
          <p:nvPr/>
        </p:nvSpPr>
        <p:spPr>
          <a:xfrm>
            <a:off x="6080760" y="5623560"/>
            <a:ext cx="128016" cy="128016"/>
          </a:xfrm>
          <a:prstGeom prst="ellipse">
            <a:avLst/>
          </a:prstGeom>
          <a:solidFill>
            <a:srgbClr val="1F4468"/>
          </a:solidFill>
          <a:ln/>
        </p:spPr>
        <p:txBody>
          <a:bodyPr/>
          <a:lstStyle/>
          <a:p>
            <a:endParaRPr lang="nl-NL"/>
          </a:p>
        </p:txBody>
      </p:sp>
      <p:sp>
        <p:nvSpPr>
          <p:cNvPr id="19" name="Text 17"/>
          <p:cNvSpPr/>
          <p:nvPr/>
        </p:nvSpPr>
        <p:spPr>
          <a:xfrm>
            <a:off x="5577840" y="5824728"/>
            <a:ext cx="1752600" cy="320040"/>
          </a:xfrm>
          <a:prstGeom prst="rect">
            <a:avLst/>
          </a:prstGeom>
          <a:noFill/>
          <a:ln/>
        </p:spPr>
        <p:txBody>
          <a:bodyPr wrap="square" rtlCol="0" anchor="ctr"/>
          <a:lstStyle/>
          <a:p>
            <a:pPr marL="0" indent="0" algn="l">
              <a:buNone/>
            </a:pPr>
            <a:r>
              <a:rPr lang="en-US" sz="950" dirty="0">
                <a:solidFill>
                  <a:srgbClr val="6E93B5"/>
                </a:solidFill>
                <a:latin typeface="Arial" pitchFamily="34" charset="0"/>
                <a:ea typeface="Arial" pitchFamily="34" charset="-122"/>
                <a:cs typeface="Arial" pitchFamily="34" charset="-120"/>
              </a:rPr>
              <a:t>Nieuwe functionaliteiten</a:t>
            </a:r>
            <a:endParaRPr lang="en-US" sz="950" dirty="0"/>
          </a:p>
        </p:txBody>
      </p:sp>
      <p:sp>
        <p:nvSpPr>
          <p:cNvPr id="20" name="Shape 18"/>
          <p:cNvSpPr/>
          <p:nvPr/>
        </p:nvSpPr>
        <p:spPr>
          <a:xfrm>
            <a:off x="7961376" y="5687568"/>
            <a:ext cx="1624584" cy="0"/>
          </a:xfrm>
          <a:prstGeom prst="line">
            <a:avLst/>
          </a:prstGeom>
          <a:noFill/>
          <a:ln w="19050">
            <a:solidFill>
              <a:srgbClr val="1F4468"/>
            </a:solidFill>
            <a:prstDash val="solid"/>
          </a:ln>
        </p:spPr>
        <p:txBody>
          <a:bodyPr/>
          <a:lstStyle/>
          <a:p>
            <a:endParaRPr lang="nl-NL"/>
          </a:p>
        </p:txBody>
      </p:sp>
      <p:sp>
        <p:nvSpPr>
          <p:cNvPr id="21" name="Shape 19"/>
          <p:cNvSpPr/>
          <p:nvPr/>
        </p:nvSpPr>
        <p:spPr>
          <a:xfrm>
            <a:off x="7833360" y="5623560"/>
            <a:ext cx="128016" cy="128016"/>
          </a:xfrm>
          <a:prstGeom prst="ellipse">
            <a:avLst/>
          </a:prstGeom>
          <a:solidFill>
            <a:srgbClr val="1F4468"/>
          </a:solidFill>
          <a:ln/>
        </p:spPr>
        <p:txBody>
          <a:bodyPr/>
          <a:lstStyle/>
          <a:p>
            <a:endParaRPr lang="nl-NL"/>
          </a:p>
        </p:txBody>
      </p:sp>
      <p:sp>
        <p:nvSpPr>
          <p:cNvPr id="22" name="Text 20"/>
          <p:cNvSpPr/>
          <p:nvPr/>
        </p:nvSpPr>
        <p:spPr>
          <a:xfrm>
            <a:off x="7330440" y="5824728"/>
            <a:ext cx="1752600" cy="320040"/>
          </a:xfrm>
          <a:prstGeom prst="rect">
            <a:avLst/>
          </a:prstGeom>
          <a:noFill/>
          <a:ln/>
        </p:spPr>
        <p:txBody>
          <a:bodyPr wrap="square" rtlCol="0" anchor="ctr"/>
          <a:lstStyle/>
          <a:p>
            <a:pPr marL="0" indent="0" algn="l">
              <a:buNone/>
            </a:pPr>
            <a:r>
              <a:rPr lang="en-US" sz="950" dirty="0">
                <a:solidFill>
                  <a:srgbClr val="6E93B5"/>
                </a:solidFill>
                <a:latin typeface="Arial" pitchFamily="34" charset="0"/>
                <a:ea typeface="Arial" pitchFamily="34" charset="-122"/>
                <a:cs typeface="Arial" pitchFamily="34" charset="-120"/>
              </a:rPr>
              <a:t>Architectuur &amp; deployment</a:t>
            </a:r>
            <a:endParaRPr lang="en-US" sz="950" dirty="0"/>
          </a:p>
        </p:txBody>
      </p:sp>
      <p:sp>
        <p:nvSpPr>
          <p:cNvPr id="23" name="Shape 21"/>
          <p:cNvSpPr/>
          <p:nvPr/>
        </p:nvSpPr>
        <p:spPr>
          <a:xfrm>
            <a:off x="9585960" y="5623560"/>
            <a:ext cx="128016" cy="128016"/>
          </a:xfrm>
          <a:prstGeom prst="ellipse">
            <a:avLst/>
          </a:prstGeom>
          <a:solidFill>
            <a:srgbClr val="1F4468"/>
          </a:solidFill>
          <a:ln/>
        </p:spPr>
        <p:txBody>
          <a:bodyPr/>
          <a:lstStyle/>
          <a:p>
            <a:endParaRPr lang="nl-NL"/>
          </a:p>
        </p:txBody>
      </p:sp>
      <p:sp>
        <p:nvSpPr>
          <p:cNvPr id="24" name="Text 22"/>
          <p:cNvSpPr/>
          <p:nvPr/>
        </p:nvSpPr>
        <p:spPr>
          <a:xfrm>
            <a:off x="9083040" y="5824728"/>
            <a:ext cx="1752600" cy="320040"/>
          </a:xfrm>
          <a:prstGeom prst="rect">
            <a:avLst/>
          </a:prstGeom>
          <a:noFill/>
          <a:ln/>
        </p:spPr>
        <p:txBody>
          <a:bodyPr wrap="square" rtlCol="0" anchor="ctr"/>
          <a:lstStyle/>
          <a:p>
            <a:pPr marL="0" indent="0" algn="l">
              <a:buNone/>
            </a:pPr>
            <a:r>
              <a:rPr lang="en-US" sz="950" dirty="0">
                <a:solidFill>
                  <a:srgbClr val="6E93B5"/>
                </a:solidFill>
                <a:latin typeface="Arial" pitchFamily="34" charset="0"/>
                <a:ea typeface="Arial" pitchFamily="34" charset="-122"/>
                <a:cs typeface="Arial" pitchFamily="34" charset="-120"/>
              </a:rPr>
              <a:t>Vervolgstappen</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274320"/>
            <a:ext cx="960120" cy="960120"/>
          </a:xfrm>
          <a:prstGeom prst="diamond">
            <a:avLst/>
          </a:prstGeom>
          <a:ln w="63500">
            <a:solidFill>
              <a:srgbClr val="89CDF2"/>
            </a:solidFill>
            <a:prstDash val="solid"/>
          </a:ln>
        </p:spPr>
        <p:txBody>
          <a:bodyPr/>
          <a:lstStyle/>
          <a:p>
            <a:endParaRPr lang="nl-NL"/>
          </a:p>
        </p:txBody>
      </p:sp>
      <p:sp>
        <p:nvSpPr>
          <p:cNvPr id="3" name="Text 1"/>
          <p:cNvSpPr/>
          <p:nvPr/>
        </p:nvSpPr>
        <p:spPr>
          <a:xfrm>
            <a:off x="502920" y="384048"/>
            <a:ext cx="10515600" cy="640080"/>
          </a:xfrm>
          <a:prstGeom prst="rect">
            <a:avLst/>
          </a:prstGeom>
          <a:noFill/>
          <a:ln/>
        </p:spPr>
        <p:txBody>
          <a:bodyPr wrap="square" rtlCol="0" anchor="ctr"/>
          <a:lstStyle/>
          <a:p>
            <a:pPr marL="0" indent="0">
              <a:buNone/>
            </a:pPr>
            <a:r>
              <a:rPr lang="en-US" sz="2600" b="1" dirty="0">
                <a:solidFill>
                  <a:srgbClr val="003362"/>
                </a:solidFill>
                <a:latin typeface="Helvetica" pitchFamily="34" charset="0"/>
                <a:ea typeface="Helvetica" pitchFamily="34" charset="-122"/>
                <a:cs typeface="Helvetica" pitchFamily="34" charset="-120"/>
              </a:rPr>
              <a:t>Context diagram</a:t>
            </a:r>
            <a:endParaRPr lang="en-US" sz="2600" dirty="0"/>
          </a:p>
        </p:txBody>
      </p:sp>
      <p:sp>
        <p:nvSpPr>
          <p:cNvPr id="4" name="Shape 2"/>
          <p:cNvSpPr/>
          <p:nvPr/>
        </p:nvSpPr>
        <p:spPr>
          <a:xfrm>
            <a:off x="0" y="6748272"/>
            <a:ext cx="12188952" cy="109728"/>
          </a:xfrm>
          <a:prstGeom prst="rect">
            <a:avLst/>
          </a:prstGeom>
          <a:solidFill>
            <a:srgbClr val="003362"/>
          </a:solidFill>
          <a:ln/>
        </p:spPr>
        <p:txBody>
          <a:bodyPr/>
          <a:lstStyle/>
          <a:p>
            <a:endParaRPr lang="nl-NL"/>
          </a:p>
        </p:txBody>
      </p:sp>
      <p:sp>
        <p:nvSpPr>
          <p:cNvPr id="5" name="Text 3"/>
          <p:cNvSpPr/>
          <p:nvPr/>
        </p:nvSpPr>
        <p:spPr>
          <a:xfrm>
            <a:off x="457200" y="6355080"/>
            <a:ext cx="5486400" cy="320040"/>
          </a:xfrm>
          <a:prstGeom prst="rect">
            <a:avLst/>
          </a:prstGeom>
          <a:noFill/>
          <a:ln/>
        </p:spPr>
        <p:txBody>
          <a:bodyPr wrap="square" rtlCol="0" anchor="ctr"/>
          <a:lstStyle/>
          <a:p>
            <a:pPr marL="0" indent="0">
              <a:buNone/>
            </a:pPr>
            <a:r>
              <a:rPr lang="en-US" sz="950" i="1" dirty="0">
                <a:solidFill>
                  <a:srgbClr val="6B7680"/>
                </a:solidFill>
                <a:latin typeface="Arial" pitchFamily="34" charset="0"/>
                <a:ea typeface="Arial" pitchFamily="34" charset="-122"/>
                <a:cs typeface="Arial" pitchFamily="34" charset="-120"/>
              </a:rPr>
              <a:t>Context diagram</a:t>
            </a:r>
            <a:endParaRPr lang="en-US" sz="950" dirty="0"/>
          </a:p>
        </p:txBody>
      </p:sp>
      <p:sp>
        <p:nvSpPr>
          <p:cNvPr id="6" name="Shape 4"/>
          <p:cNvSpPr/>
          <p:nvPr/>
        </p:nvSpPr>
        <p:spPr>
          <a:xfrm>
            <a:off x="9921240" y="292608"/>
            <a:ext cx="1325880" cy="329184"/>
          </a:xfrm>
          <a:prstGeom prst="roundRect">
            <a:avLst>
              <a:gd name="adj" fmla="val 50000"/>
            </a:avLst>
          </a:prstGeom>
          <a:solidFill>
            <a:srgbClr val="E76734"/>
          </a:solidFill>
          <a:ln/>
        </p:spPr>
        <p:txBody>
          <a:bodyPr/>
          <a:lstStyle/>
          <a:p>
            <a:endParaRPr lang="nl-NL"/>
          </a:p>
        </p:txBody>
      </p:sp>
      <p:sp>
        <p:nvSpPr>
          <p:cNvPr id="7" name="Text 5"/>
          <p:cNvSpPr/>
          <p:nvPr/>
        </p:nvSpPr>
        <p:spPr>
          <a:xfrm>
            <a:off x="9921240" y="292608"/>
            <a:ext cx="1325880" cy="329184"/>
          </a:xfrm>
          <a:prstGeom prst="rect">
            <a:avLst/>
          </a:prstGeom>
          <a:noFill/>
          <a:ln/>
        </p:spPr>
        <p:txBody>
          <a:bodyPr wrap="square" rtlCol="0" anchor="ctr"/>
          <a:lstStyle/>
          <a:p>
            <a:pPr marL="0" indent="0" algn="ctr">
              <a:buNone/>
            </a:pPr>
            <a:r>
              <a:rPr lang="en-US" sz="1000" b="1" kern="0" spc="50" dirty="0">
                <a:solidFill>
                  <a:srgbClr val="FFFFFF"/>
                </a:solidFill>
                <a:latin typeface="Arial" pitchFamily="34" charset="0"/>
                <a:ea typeface="Arial" pitchFamily="34" charset="-122"/>
                <a:cs typeface="Arial" pitchFamily="34" charset="-120"/>
              </a:rPr>
              <a:t>VOORBEELD</a:t>
            </a:r>
            <a:endParaRPr lang="en-US" sz="1000" dirty="0"/>
          </a:p>
        </p:txBody>
      </p:sp>
      <p:sp>
        <p:nvSpPr>
          <p:cNvPr id="8" name="Shape 6"/>
          <p:cNvSpPr/>
          <p:nvPr/>
        </p:nvSpPr>
        <p:spPr>
          <a:xfrm>
            <a:off x="5166360" y="3268980"/>
            <a:ext cx="1828800" cy="777240"/>
          </a:xfrm>
          <a:prstGeom prst="roundRect">
            <a:avLst>
              <a:gd name="adj" fmla="val 10588"/>
            </a:avLst>
          </a:prstGeom>
          <a:solidFill>
            <a:srgbClr val="003362"/>
          </a:solidFill>
          <a:ln/>
          <a:effectLst>
            <a:outerShdw blurRad="76200" dist="25400" dir="5400000" algn="bl" rotWithShape="0">
              <a:srgbClr val="000000">
                <a:alpha val="18000"/>
              </a:srgbClr>
            </a:outerShdw>
          </a:effectLst>
        </p:spPr>
        <p:txBody>
          <a:bodyPr/>
          <a:lstStyle/>
          <a:p>
            <a:endParaRPr lang="nl-NL"/>
          </a:p>
        </p:txBody>
      </p:sp>
      <p:sp>
        <p:nvSpPr>
          <p:cNvPr id="9" name="Text 7"/>
          <p:cNvSpPr/>
          <p:nvPr/>
        </p:nvSpPr>
        <p:spPr>
          <a:xfrm>
            <a:off x="5166360" y="3268980"/>
            <a:ext cx="1828800" cy="77724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Zaaksysteem</a:t>
            </a:r>
            <a:endParaRPr lang="en-US" sz="1400" dirty="0"/>
          </a:p>
        </p:txBody>
      </p:sp>
      <p:sp>
        <p:nvSpPr>
          <p:cNvPr id="10" name="Shape 8"/>
          <p:cNvSpPr/>
          <p:nvPr/>
        </p:nvSpPr>
        <p:spPr>
          <a:xfrm>
            <a:off x="1783080" y="1325880"/>
            <a:ext cx="1965960" cy="566928"/>
          </a:xfrm>
          <a:prstGeom prst="roundRect">
            <a:avLst>
              <a:gd name="adj" fmla="val 9677"/>
            </a:avLst>
          </a:prstGeom>
          <a:solidFill>
            <a:srgbClr val="F5F8FA"/>
          </a:solidFill>
          <a:ln w="15875">
            <a:solidFill>
              <a:srgbClr val="E76734"/>
            </a:solidFill>
            <a:prstDash val="solid"/>
          </a:ln>
        </p:spPr>
        <p:txBody>
          <a:bodyPr/>
          <a:lstStyle/>
          <a:p>
            <a:endParaRPr lang="nl-NL"/>
          </a:p>
        </p:txBody>
      </p:sp>
      <p:sp>
        <p:nvSpPr>
          <p:cNvPr id="11" name="Text 9"/>
          <p:cNvSpPr/>
          <p:nvPr/>
        </p:nvSpPr>
        <p:spPr>
          <a:xfrm>
            <a:off x="1874520" y="1325880"/>
            <a:ext cx="1783080" cy="566928"/>
          </a:xfrm>
          <a:prstGeom prst="rect">
            <a:avLst/>
          </a:prstGeom>
          <a:noFill/>
          <a:ln/>
        </p:spPr>
        <p:txBody>
          <a:bodyPr wrap="square" rtlCol="0" anchor="ctr"/>
          <a:lstStyle/>
          <a:p>
            <a:pPr marL="0" indent="0" algn="ctr">
              <a:lnSpc>
                <a:spcPts val="1100"/>
              </a:lnSpc>
              <a:buNone/>
            </a:pPr>
            <a:r>
              <a:rPr lang="en-US" sz="950" b="1" dirty="0">
                <a:solidFill>
                  <a:srgbClr val="003362"/>
                </a:solidFill>
                <a:latin typeface="Arial" pitchFamily="34" charset="0"/>
                <a:ea typeface="Arial" pitchFamily="34" charset="-122"/>
                <a:cs typeface="Arial" pitchFamily="34" charset="-120"/>
              </a:rPr>
              <a:t>Burgers / Inwoners</a:t>
            </a:r>
            <a:endParaRPr lang="en-US" sz="950" dirty="0"/>
          </a:p>
        </p:txBody>
      </p:sp>
      <p:sp>
        <p:nvSpPr>
          <p:cNvPr id="12" name="Shape 10"/>
          <p:cNvSpPr/>
          <p:nvPr/>
        </p:nvSpPr>
        <p:spPr>
          <a:xfrm>
            <a:off x="3749040" y="1609344"/>
            <a:ext cx="1417320" cy="2048256"/>
          </a:xfrm>
          <a:prstGeom prst="line">
            <a:avLst/>
          </a:prstGeom>
          <a:noFill/>
          <a:ln w="12700">
            <a:solidFill>
              <a:srgbClr val="C7D2D6"/>
            </a:solidFill>
            <a:prstDash val="solid"/>
          </a:ln>
        </p:spPr>
        <p:txBody>
          <a:bodyPr/>
          <a:lstStyle/>
          <a:p>
            <a:endParaRPr lang="nl-NL"/>
          </a:p>
        </p:txBody>
      </p:sp>
      <p:sp>
        <p:nvSpPr>
          <p:cNvPr id="13" name="Shape 11"/>
          <p:cNvSpPr/>
          <p:nvPr/>
        </p:nvSpPr>
        <p:spPr>
          <a:xfrm>
            <a:off x="1783080" y="1938528"/>
            <a:ext cx="1965960" cy="566928"/>
          </a:xfrm>
          <a:prstGeom prst="roundRect">
            <a:avLst>
              <a:gd name="adj" fmla="val 9677"/>
            </a:avLst>
          </a:prstGeom>
          <a:solidFill>
            <a:srgbClr val="F5F8FA"/>
          </a:solidFill>
          <a:ln w="15875">
            <a:solidFill>
              <a:srgbClr val="E76734"/>
            </a:solidFill>
            <a:prstDash val="solid"/>
          </a:ln>
        </p:spPr>
        <p:txBody>
          <a:bodyPr/>
          <a:lstStyle/>
          <a:p>
            <a:endParaRPr lang="nl-NL"/>
          </a:p>
        </p:txBody>
      </p:sp>
      <p:sp>
        <p:nvSpPr>
          <p:cNvPr id="14" name="Text 12"/>
          <p:cNvSpPr/>
          <p:nvPr/>
        </p:nvSpPr>
        <p:spPr>
          <a:xfrm>
            <a:off x="1874520" y="1938528"/>
            <a:ext cx="1783080" cy="566928"/>
          </a:xfrm>
          <a:prstGeom prst="rect">
            <a:avLst/>
          </a:prstGeom>
          <a:noFill/>
          <a:ln/>
        </p:spPr>
        <p:txBody>
          <a:bodyPr wrap="square" rtlCol="0" anchor="ctr"/>
          <a:lstStyle/>
          <a:p>
            <a:pPr marL="0" indent="0" algn="ctr">
              <a:lnSpc>
                <a:spcPts val="1100"/>
              </a:lnSpc>
              <a:buNone/>
            </a:pPr>
            <a:r>
              <a:rPr lang="en-US" sz="950" b="1" dirty="0">
                <a:solidFill>
                  <a:srgbClr val="003362"/>
                </a:solidFill>
                <a:latin typeface="Arial" pitchFamily="34" charset="0"/>
                <a:ea typeface="Arial" pitchFamily="34" charset="-122"/>
                <a:cs typeface="Arial" pitchFamily="34" charset="-120"/>
              </a:rPr>
              <a:t>Klantcontactcentrum</a:t>
            </a:r>
            <a:endParaRPr lang="en-US" sz="950" dirty="0"/>
          </a:p>
        </p:txBody>
      </p:sp>
      <p:sp>
        <p:nvSpPr>
          <p:cNvPr id="15" name="Shape 13"/>
          <p:cNvSpPr/>
          <p:nvPr/>
        </p:nvSpPr>
        <p:spPr>
          <a:xfrm>
            <a:off x="3749040" y="2221992"/>
            <a:ext cx="1417320" cy="1435608"/>
          </a:xfrm>
          <a:prstGeom prst="line">
            <a:avLst/>
          </a:prstGeom>
          <a:noFill/>
          <a:ln w="12700">
            <a:solidFill>
              <a:srgbClr val="C7D2D6"/>
            </a:solidFill>
            <a:prstDash val="solid"/>
          </a:ln>
        </p:spPr>
        <p:txBody>
          <a:bodyPr/>
          <a:lstStyle/>
          <a:p>
            <a:endParaRPr lang="nl-NL"/>
          </a:p>
        </p:txBody>
      </p:sp>
      <p:sp>
        <p:nvSpPr>
          <p:cNvPr id="16" name="Shape 14"/>
          <p:cNvSpPr/>
          <p:nvPr/>
        </p:nvSpPr>
        <p:spPr>
          <a:xfrm>
            <a:off x="1783080" y="2551176"/>
            <a:ext cx="1965960" cy="566928"/>
          </a:xfrm>
          <a:prstGeom prst="roundRect">
            <a:avLst>
              <a:gd name="adj" fmla="val 9677"/>
            </a:avLst>
          </a:prstGeom>
          <a:solidFill>
            <a:srgbClr val="F5F8FA"/>
          </a:solidFill>
          <a:ln w="15875">
            <a:solidFill>
              <a:srgbClr val="E76734"/>
            </a:solidFill>
            <a:prstDash val="solid"/>
          </a:ln>
        </p:spPr>
        <p:txBody>
          <a:bodyPr/>
          <a:lstStyle/>
          <a:p>
            <a:endParaRPr lang="nl-NL"/>
          </a:p>
        </p:txBody>
      </p:sp>
      <p:sp>
        <p:nvSpPr>
          <p:cNvPr id="17" name="Text 15"/>
          <p:cNvSpPr/>
          <p:nvPr/>
        </p:nvSpPr>
        <p:spPr>
          <a:xfrm>
            <a:off x="1874520" y="2551176"/>
            <a:ext cx="1783080" cy="566928"/>
          </a:xfrm>
          <a:prstGeom prst="rect">
            <a:avLst/>
          </a:prstGeom>
          <a:noFill/>
          <a:ln/>
        </p:spPr>
        <p:txBody>
          <a:bodyPr wrap="square" rtlCol="0" anchor="ctr"/>
          <a:lstStyle/>
          <a:p>
            <a:pPr marL="0" indent="0" algn="ctr">
              <a:lnSpc>
                <a:spcPts val="1100"/>
              </a:lnSpc>
              <a:buNone/>
            </a:pPr>
            <a:r>
              <a:rPr lang="en-US" sz="950" b="1" dirty="0">
                <a:solidFill>
                  <a:srgbClr val="003362"/>
                </a:solidFill>
                <a:latin typeface="Arial" pitchFamily="34" charset="0"/>
                <a:ea typeface="Arial" pitchFamily="34" charset="-122"/>
                <a:cs typeface="Arial" pitchFamily="34" charset="-120"/>
              </a:rPr>
              <a:t>VTH-medewerkers</a:t>
            </a:r>
            <a:endParaRPr lang="en-US" sz="950" dirty="0"/>
          </a:p>
          <a:p>
            <a:pPr marL="0" indent="0" algn="ctr">
              <a:lnSpc>
                <a:spcPts val="1100"/>
              </a:lnSpc>
              <a:buNone/>
            </a:pPr>
            <a:r>
              <a:rPr lang="en-US" sz="950" b="1" dirty="0">
                <a:solidFill>
                  <a:srgbClr val="003362"/>
                </a:solidFill>
                <a:latin typeface="Arial" pitchFamily="34" charset="0"/>
                <a:ea typeface="Arial" pitchFamily="34" charset="-122"/>
                <a:cs typeface="Arial" pitchFamily="34" charset="-120"/>
              </a:rPr>
              <a:t>(behandelaars)</a:t>
            </a:r>
            <a:endParaRPr lang="en-US" sz="950" dirty="0"/>
          </a:p>
        </p:txBody>
      </p:sp>
      <p:sp>
        <p:nvSpPr>
          <p:cNvPr id="18" name="Shape 16"/>
          <p:cNvSpPr/>
          <p:nvPr/>
        </p:nvSpPr>
        <p:spPr>
          <a:xfrm>
            <a:off x="3749040" y="2834640"/>
            <a:ext cx="1417320" cy="822960"/>
          </a:xfrm>
          <a:prstGeom prst="line">
            <a:avLst/>
          </a:prstGeom>
          <a:noFill/>
          <a:ln w="12700">
            <a:solidFill>
              <a:srgbClr val="C7D2D6"/>
            </a:solidFill>
            <a:prstDash val="solid"/>
          </a:ln>
        </p:spPr>
        <p:txBody>
          <a:bodyPr/>
          <a:lstStyle/>
          <a:p>
            <a:endParaRPr lang="nl-NL"/>
          </a:p>
        </p:txBody>
      </p:sp>
      <p:sp>
        <p:nvSpPr>
          <p:cNvPr id="19" name="Shape 17"/>
          <p:cNvSpPr/>
          <p:nvPr/>
        </p:nvSpPr>
        <p:spPr>
          <a:xfrm>
            <a:off x="1783080" y="3163824"/>
            <a:ext cx="1965960" cy="566928"/>
          </a:xfrm>
          <a:prstGeom prst="roundRect">
            <a:avLst>
              <a:gd name="adj" fmla="val 9677"/>
            </a:avLst>
          </a:prstGeom>
          <a:solidFill>
            <a:srgbClr val="F5F8FA"/>
          </a:solidFill>
          <a:ln w="15875">
            <a:solidFill>
              <a:srgbClr val="E76734"/>
            </a:solidFill>
            <a:prstDash val="solid"/>
          </a:ln>
        </p:spPr>
        <p:txBody>
          <a:bodyPr/>
          <a:lstStyle/>
          <a:p>
            <a:endParaRPr lang="nl-NL"/>
          </a:p>
        </p:txBody>
      </p:sp>
      <p:sp>
        <p:nvSpPr>
          <p:cNvPr id="20" name="Text 18"/>
          <p:cNvSpPr/>
          <p:nvPr/>
        </p:nvSpPr>
        <p:spPr>
          <a:xfrm>
            <a:off x="1874520" y="3163824"/>
            <a:ext cx="1783080" cy="566928"/>
          </a:xfrm>
          <a:prstGeom prst="rect">
            <a:avLst/>
          </a:prstGeom>
          <a:noFill/>
          <a:ln/>
        </p:spPr>
        <p:txBody>
          <a:bodyPr wrap="square" rtlCol="0" anchor="ctr"/>
          <a:lstStyle/>
          <a:p>
            <a:pPr marL="0" indent="0" algn="ctr">
              <a:lnSpc>
                <a:spcPts val="1100"/>
              </a:lnSpc>
              <a:buNone/>
            </a:pPr>
            <a:r>
              <a:rPr lang="en-US" sz="950" b="1" dirty="0">
                <a:solidFill>
                  <a:srgbClr val="003362"/>
                </a:solidFill>
                <a:latin typeface="Arial" pitchFamily="34" charset="0"/>
                <a:ea typeface="Arial" pitchFamily="34" charset="-122"/>
                <a:cs typeface="Arial" pitchFamily="34" charset="-120"/>
              </a:rPr>
              <a:t>Archiefsysteem / e-Depot</a:t>
            </a:r>
            <a:endParaRPr lang="en-US" sz="950" dirty="0"/>
          </a:p>
        </p:txBody>
      </p:sp>
      <p:sp>
        <p:nvSpPr>
          <p:cNvPr id="21" name="Shape 19"/>
          <p:cNvSpPr/>
          <p:nvPr/>
        </p:nvSpPr>
        <p:spPr>
          <a:xfrm>
            <a:off x="3749040" y="3447288"/>
            <a:ext cx="1417320" cy="210312"/>
          </a:xfrm>
          <a:prstGeom prst="line">
            <a:avLst/>
          </a:prstGeom>
          <a:noFill/>
          <a:ln w="12700">
            <a:solidFill>
              <a:srgbClr val="C7D2D6"/>
            </a:solidFill>
            <a:prstDash val="solid"/>
          </a:ln>
        </p:spPr>
        <p:txBody>
          <a:bodyPr/>
          <a:lstStyle/>
          <a:p>
            <a:endParaRPr lang="nl-NL"/>
          </a:p>
        </p:txBody>
      </p:sp>
      <p:sp>
        <p:nvSpPr>
          <p:cNvPr id="22" name="Shape 20"/>
          <p:cNvSpPr/>
          <p:nvPr/>
        </p:nvSpPr>
        <p:spPr>
          <a:xfrm>
            <a:off x="1783080" y="3776472"/>
            <a:ext cx="1965960" cy="566928"/>
          </a:xfrm>
          <a:prstGeom prst="roundRect">
            <a:avLst>
              <a:gd name="adj" fmla="val 9677"/>
            </a:avLst>
          </a:prstGeom>
          <a:solidFill>
            <a:srgbClr val="F5F8FA"/>
          </a:solidFill>
          <a:ln w="15875">
            <a:solidFill>
              <a:srgbClr val="E76734"/>
            </a:solidFill>
            <a:prstDash val="solid"/>
          </a:ln>
        </p:spPr>
        <p:txBody>
          <a:bodyPr/>
          <a:lstStyle/>
          <a:p>
            <a:endParaRPr lang="nl-NL"/>
          </a:p>
        </p:txBody>
      </p:sp>
      <p:sp>
        <p:nvSpPr>
          <p:cNvPr id="23" name="Text 21"/>
          <p:cNvSpPr/>
          <p:nvPr/>
        </p:nvSpPr>
        <p:spPr>
          <a:xfrm>
            <a:off x="1874520" y="3776472"/>
            <a:ext cx="1783080" cy="566928"/>
          </a:xfrm>
          <a:prstGeom prst="rect">
            <a:avLst/>
          </a:prstGeom>
          <a:noFill/>
          <a:ln/>
        </p:spPr>
        <p:txBody>
          <a:bodyPr wrap="square" rtlCol="0" anchor="ctr"/>
          <a:lstStyle/>
          <a:p>
            <a:pPr marL="0" indent="0" algn="ctr">
              <a:lnSpc>
                <a:spcPts val="1100"/>
              </a:lnSpc>
              <a:buNone/>
            </a:pPr>
            <a:r>
              <a:rPr lang="en-US" sz="950" b="1" dirty="0">
                <a:solidFill>
                  <a:srgbClr val="003362"/>
                </a:solidFill>
                <a:latin typeface="Arial" pitchFamily="34" charset="0"/>
                <a:ea typeface="Arial" pitchFamily="34" charset="-122"/>
                <a:cs typeface="Arial" pitchFamily="34" charset="-120"/>
              </a:rPr>
              <a:t>Teamleiders / Managers</a:t>
            </a:r>
            <a:endParaRPr lang="en-US" sz="950" dirty="0"/>
          </a:p>
        </p:txBody>
      </p:sp>
      <p:sp>
        <p:nvSpPr>
          <p:cNvPr id="24" name="Shape 22"/>
          <p:cNvSpPr/>
          <p:nvPr/>
        </p:nvSpPr>
        <p:spPr>
          <a:xfrm flipH="1">
            <a:off x="3749040" y="3657600"/>
            <a:ext cx="1417320" cy="402336"/>
          </a:xfrm>
          <a:prstGeom prst="line">
            <a:avLst/>
          </a:prstGeom>
          <a:noFill/>
          <a:ln w="12700">
            <a:solidFill>
              <a:srgbClr val="C7D2D6"/>
            </a:solidFill>
            <a:prstDash val="solid"/>
          </a:ln>
        </p:spPr>
        <p:txBody>
          <a:bodyPr/>
          <a:lstStyle/>
          <a:p>
            <a:endParaRPr lang="nl-NL"/>
          </a:p>
        </p:txBody>
      </p:sp>
      <p:sp>
        <p:nvSpPr>
          <p:cNvPr id="25" name="Shape 23"/>
          <p:cNvSpPr/>
          <p:nvPr/>
        </p:nvSpPr>
        <p:spPr>
          <a:xfrm>
            <a:off x="8412480" y="1325880"/>
            <a:ext cx="1965960" cy="566928"/>
          </a:xfrm>
          <a:prstGeom prst="roundRect">
            <a:avLst>
              <a:gd name="adj" fmla="val 9677"/>
            </a:avLst>
          </a:prstGeom>
          <a:solidFill>
            <a:srgbClr val="F5F8FA"/>
          </a:solidFill>
          <a:ln w="15875">
            <a:solidFill>
              <a:srgbClr val="89CDF2"/>
            </a:solidFill>
            <a:prstDash val="solid"/>
          </a:ln>
        </p:spPr>
        <p:txBody>
          <a:bodyPr/>
          <a:lstStyle/>
          <a:p>
            <a:endParaRPr lang="nl-NL"/>
          </a:p>
        </p:txBody>
      </p:sp>
      <p:sp>
        <p:nvSpPr>
          <p:cNvPr id="26" name="Text 24"/>
          <p:cNvSpPr/>
          <p:nvPr/>
        </p:nvSpPr>
        <p:spPr>
          <a:xfrm>
            <a:off x="8503920" y="1325880"/>
            <a:ext cx="1783080" cy="566928"/>
          </a:xfrm>
          <a:prstGeom prst="rect">
            <a:avLst/>
          </a:prstGeom>
          <a:noFill/>
          <a:ln/>
        </p:spPr>
        <p:txBody>
          <a:bodyPr wrap="square" rtlCol="0" anchor="ctr"/>
          <a:lstStyle/>
          <a:p>
            <a:pPr marL="0" indent="0" algn="ctr">
              <a:lnSpc>
                <a:spcPts val="1100"/>
              </a:lnSpc>
              <a:buNone/>
            </a:pPr>
            <a:r>
              <a:rPr lang="en-US" sz="950" b="1" dirty="0">
                <a:solidFill>
                  <a:srgbClr val="003362"/>
                </a:solidFill>
                <a:latin typeface="Arial" pitchFamily="34" charset="0"/>
                <a:ea typeface="Arial" pitchFamily="34" charset="-122"/>
                <a:cs typeface="Arial" pitchFamily="34" charset="-120"/>
              </a:rPr>
              <a:t>Omgevingsloket (DSO)</a:t>
            </a:r>
            <a:endParaRPr lang="en-US" sz="950" dirty="0"/>
          </a:p>
        </p:txBody>
      </p:sp>
      <p:sp>
        <p:nvSpPr>
          <p:cNvPr id="27" name="Shape 25"/>
          <p:cNvSpPr/>
          <p:nvPr/>
        </p:nvSpPr>
        <p:spPr>
          <a:xfrm flipH="1">
            <a:off x="6995160" y="1609344"/>
            <a:ext cx="1417320" cy="2048256"/>
          </a:xfrm>
          <a:prstGeom prst="line">
            <a:avLst/>
          </a:prstGeom>
          <a:noFill/>
          <a:ln w="12700">
            <a:solidFill>
              <a:srgbClr val="C7D2D6"/>
            </a:solidFill>
            <a:prstDash val="solid"/>
          </a:ln>
        </p:spPr>
        <p:txBody>
          <a:bodyPr/>
          <a:lstStyle/>
          <a:p>
            <a:endParaRPr lang="nl-NL"/>
          </a:p>
        </p:txBody>
      </p:sp>
      <p:sp>
        <p:nvSpPr>
          <p:cNvPr id="28" name="Shape 26"/>
          <p:cNvSpPr/>
          <p:nvPr/>
        </p:nvSpPr>
        <p:spPr>
          <a:xfrm>
            <a:off x="8412480" y="1938528"/>
            <a:ext cx="1965960" cy="566928"/>
          </a:xfrm>
          <a:prstGeom prst="roundRect">
            <a:avLst>
              <a:gd name="adj" fmla="val 9677"/>
            </a:avLst>
          </a:prstGeom>
          <a:solidFill>
            <a:srgbClr val="F5F8FA"/>
          </a:solidFill>
          <a:ln w="15875">
            <a:solidFill>
              <a:srgbClr val="89CDF2"/>
            </a:solidFill>
            <a:prstDash val="solid"/>
          </a:ln>
        </p:spPr>
        <p:txBody>
          <a:bodyPr/>
          <a:lstStyle/>
          <a:p>
            <a:endParaRPr lang="nl-NL"/>
          </a:p>
        </p:txBody>
      </p:sp>
      <p:sp>
        <p:nvSpPr>
          <p:cNvPr id="29" name="Text 27"/>
          <p:cNvSpPr/>
          <p:nvPr/>
        </p:nvSpPr>
        <p:spPr>
          <a:xfrm>
            <a:off x="8503920" y="1938528"/>
            <a:ext cx="1783080" cy="566928"/>
          </a:xfrm>
          <a:prstGeom prst="rect">
            <a:avLst/>
          </a:prstGeom>
          <a:noFill/>
          <a:ln/>
        </p:spPr>
        <p:txBody>
          <a:bodyPr wrap="square" rtlCol="0" anchor="ctr"/>
          <a:lstStyle/>
          <a:p>
            <a:pPr marL="0" indent="0" algn="ctr">
              <a:lnSpc>
                <a:spcPts val="1100"/>
              </a:lnSpc>
              <a:buNone/>
            </a:pPr>
            <a:r>
              <a:rPr lang="en-US" sz="950" b="1" dirty="0">
                <a:solidFill>
                  <a:srgbClr val="003362"/>
                </a:solidFill>
                <a:latin typeface="Arial" pitchFamily="34" charset="0"/>
                <a:ea typeface="Arial" pitchFamily="34" charset="-122"/>
                <a:cs typeface="Arial" pitchFamily="34" charset="-120"/>
              </a:rPr>
              <a:t>Basisregistraties</a:t>
            </a:r>
            <a:endParaRPr lang="en-US" sz="950" dirty="0"/>
          </a:p>
          <a:p>
            <a:pPr marL="0" indent="0" algn="ctr">
              <a:lnSpc>
                <a:spcPts val="1100"/>
              </a:lnSpc>
              <a:buNone/>
            </a:pPr>
            <a:r>
              <a:rPr lang="en-US" sz="950" b="1" dirty="0">
                <a:solidFill>
                  <a:srgbClr val="003362"/>
                </a:solidFill>
                <a:latin typeface="Arial" pitchFamily="34" charset="0"/>
                <a:ea typeface="Arial" pitchFamily="34" charset="-122"/>
                <a:cs typeface="Arial" pitchFamily="34" charset="-120"/>
              </a:rPr>
              <a:t>(BRP, BAG, WOZ, etc.)</a:t>
            </a:r>
            <a:endParaRPr lang="en-US" sz="950" dirty="0"/>
          </a:p>
        </p:txBody>
      </p:sp>
      <p:sp>
        <p:nvSpPr>
          <p:cNvPr id="30" name="Shape 28"/>
          <p:cNvSpPr/>
          <p:nvPr/>
        </p:nvSpPr>
        <p:spPr>
          <a:xfrm flipH="1">
            <a:off x="6995160" y="2221992"/>
            <a:ext cx="1417320" cy="1435608"/>
          </a:xfrm>
          <a:prstGeom prst="line">
            <a:avLst/>
          </a:prstGeom>
          <a:noFill/>
          <a:ln w="12700">
            <a:solidFill>
              <a:srgbClr val="C7D2D6"/>
            </a:solidFill>
            <a:prstDash val="solid"/>
          </a:ln>
        </p:spPr>
        <p:txBody>
          <a:bodyPr/>
          <a:lstStyle/>
          <a:p>
            <a:endParaRPr lang="nl-NL"/>
          </a:p>
        </p:txBody>
      </p:sp>
      <p:sp>
        <p:nvSpPr>
          <p:cNvPr id="31" name="Shape 29"/>
          <p:cNvSpPr/>
          <p:nvPr/>
        </p:nvSpPr>
        <p:spPr>
          <a:xfrm>
            <a:off x="8412480" y="2551176"/>
            <a:ext cx="1965960" cy="566928"/>
          </a:xfrm>
          <a:prstGeom prst="roundRect">
            <a:avLst>
              <a:gd name="adj" fmla="val 9677"/>
            </a:avLst>
          </a:prstGeom>
          <a:solidFill>
            <a:srgbClr val="F5F8FA"/>
          </a:solidFill>
          <a:ln w="15875">
            <a:solidFill>
              <a:srgbClr val="89CDF2"/>
            </a:solidFill>
            <a:prstDash val="solid"/>
          </a:ln>
        </p:spPr>
        <p:txBody>
          <a:bodyPr/>
          <a:lstStyle/>
          <a:p>
            <a:endParaRPr lang="nl-NL"/>
          </a:p>
        </p:txBody>
      </p:sp>
      <p:sp>
        <p:nvSpPr>
          <p:cNvPr id="32" name="Text 30"/>
          <p:cNvSpPr/>
          <p:nvPr/>
        </p:nvSpPr>
        <p:spPr>
          <a:xfrm>
            <a:off x="8503920" y="2551176"/>
            <a:ext cx="1783080" cy="566928"/>
          </a:xfrm>
          <a:prstGeom prst="rect">
            <a:avLst/>
          </a:prstGeom>
          <a:noFill/>
          <a:ln/>
        </p:spPr>
        <p:txBody>
          <a:bodyPr wrap="square" rtlCol="0" anchor="ctr"/>
          <a:lstStyle/>
          <a:p>
            <a:pPr marL="0" indent="0" algn="ctr">
              <a:lnSpc>
                <a:spcPts val="1100"/>
              </a:lnSpc>
              <a:buNone/>
            </a:pPr>
            <a:r>
              <a:rPr lang="en-US" sz="950" b="1" dirty="0">
                <a:solidFill>
                  <a:srgbClr val="003362"/>
                </a:solidFill>
                <a:latin typeface="Arial" pitchFamily="34" charset="0"/>
                <a:ea typeface="Arial" pitchFamily="34" charset="-122"/>
                <a:cs typeface="Arial" pitchFamily="34" charset="-120"/>
              </a:rPr>
              <a:t>Woo-portaal /</a:t>
            </a:r>
            <a:endParaRPr lang="en-US" sz="950" dirty="0"/>
          </a:p>
          <a:p>
            <a:pPr marL="0" indent="0" algn="ctr">
              <a:lnSpc>
                <a:spcPts val="1100"/>
              </a:lnSpc>
              <a:buNone/>
            </a:pPr>
            <a:r>
              <a:rPr lang="en-US" sz="950" b="1" dirty="0">
                <a:solidFill>
                  <a:srgbClr val="003362"/>
                </a:solidFill>
                <a:latin typeface="Arial" pitchFamily="34" charset="0"/>
                <a:ea typeface="Arial" pitchFamily="34" charset="-122"/>
                <a:cs typeface="Arial" pitchFamily="34" charset="-120"/>
              </a:rPr>
              <a:t>openbaarheidsmodule</a:t>
            </a:r>
            <a:endParaRPr lang="en-US" sz="950" dirty="0"/>
          </a:p>
        </p:txBody>
      </p:sp>
      <p:sp>
        <p:nvSpPr>
          <p:cNvPr id="33" name="Shape 31"/>
          <p:cNvSpPr/>
          <p:nvPr/>
        </p:nvSpPr>
        <p:spPr>
          <a:xfrm flipH="1">
            <a:off x="6995160" y="2834640"/>
            <a:ext cx="1417320" cy="822960"/>
          </a:xfrm>
          <a:prstGeom prst="line">
            <a:avLst/>
          </a:prstGeom>
          <a:noFill/>
          <a:ln w="12700">
            <a:solidFill>
              <a:srgbClr val="C7D2D6"/>
            </a:solidFill>
            <a:prstDash val="solid"/>
          </a:ln>
        </p:spPr>
        <p:txBody>
          <a:bodyPr/>
          <a:lstStyle/>
          <a:p>
            <a:endParaRPr lang="nl-NL"/>
          </a:p>
        </p:txBody>
      </p:sp>
      <p:sp>
        <p:nvSpPr>
          <p:cNvPr id="34" name="Shape 32"/>
          <p:cNvSpPr/>
          <p:nvPr/>
        </p:nvSpPr>
        <p:spPr>
          <a:xfrm>
            <a:off x="8412480" y="3163824"/>
            <a:ext cx="1965960" cy="566928"/>
          </a:xfrm>
          <a:prstGeom prst="roundRect">
            <a:avLst>
              <a:gd name="adj" fmla="val 9677"/>
            </a:avLst>
          </a:prstGeom>
          <a:solidFill>
            <a:srgbClr val="F5F8FA"/>
          </a:solidFill>
          <a:ln w="15875">
            <a:solidFill>
              <a:srgbClr val="89CDF2"/>
            </a:solidFill>
            <a:prstDash val="solid"/>
          </a:ln>
        </p:spPr>
        <p:txBody>
          <a:bodyPr/>
          <a:lstStyle/>
          <a:p>
            <a:endParaRPr lang="nl-NL"/>
          </a:p>
        </p:txBody>
      </p:sp>
      <p:sp>
        <p:nvSpPr>
          <p:cNvPr id="35" name="Text 33"/>
          <p:cNvSpPr/>
          <p:nvPr/>
        </p:nvSpPr>
        <p:spPr>
          <a:xfrm>
            <a:off x="8503920" y="3163824"/>
            <a:ext cx="1783080" cy="566928"/>
          </a:xfrm>
          <a:prstGeom prst="rect">
            <a:avLst/>
          </a:prstGeom>
          <a:noFill/>
          <a:ln/>
        </p:spPr>
        <p:txBody>
          <a:bodyPr wrap="square" rtlCol="0" anchor="ctr"/>
          <a:lstStyle/>
          <a:p>
            <a:pPr marL="0" indent="0" algn="ctr">
              <a:lnSpc>
                <a:spcPts val="1100"/>
              </a:lnSpc>
              <a:buNone/>
            </a:pPr>
            <a:r>
              <a:rPr lang="en-US" sz="950" b="1" dirty="0">
                <a:solidFill>
                  <a:srgbClr val="003362"/>
                </a:solidFill>
                <a:latin typeface="Arial" pitchFamily="34" charset="0"/>
                <a:ea typeface="Arial" pitchFamily="34" charset="-122"/>
                <a:cs typeface="Arial" pitchFamily="34" charset="-120"/>
              </a:rPr>
              <a:t>Bezwaarschriften-</a:t>
            </a:r>
            <a:endParaRPr lang="en-US" sz="950" dirty="0"/>
          </a:p>
          <a:p>
            <a:pPr marL="0" indent="0" algn="ctr">
              <a:lnSpc>
                <a:spcPts val="1100"/>
              </a:lnSpc>
              <a:buNone/>
            </a:pPr>
            <a:r>
              <a:rPr lang="en-US" sz="950" b="1" dirty="0">
                <a:solidFill>
                  <a:srgbClr val="003362"/>
                </a:solidFill>
                <a:latin typeface="Arial" pitchFamily="34" charset="0"/>
                <a:ea typeface="Arial" pitchFamily="34" charset="-122"/>
                <a:cs typeface="Arial" pitchFamily="34" charset="-120"/>
              </a:rPr>
              <a:t>commissie / Externe juristen</a:t>
            </a:r>
            <a:endParaRPr lang="en-US" sz="950" dirty="0"/>
          </a:p>
        </p:txBody>
      </p:sp>
      <p:sp>
        <p:nvSpPr>
          <p:cNvPr id="36" name="Shape 34"/>
          <p:cNvSpPr/>
          <p:nvPr/>
        </p:nvSpPr>
        <p:spPr>
          <a:xfrm flipH="1">
            <a:off x="6995160" y="3447288"/>
            <a:ext cx="1417320" cy="210312"/>
          </a:xfrm>
          <a:prstGeom prst="line">
            <a:avLst/>
          </a:prstGeom>
          <a:noFill/>
          <a:ln w="12700">
            <a:solidFill>
              <a:srgbClr val="C7D2D6"/>
            </a:solidFill>
            <a:prstDash val="solid"/>
          </a:ln>
        </p:spPr>
        <p:txBody>
          <a:bodyPr/>
          <a:lstStyle/>
          <a:p>
            <a:endParaRPr lang="nl-NL"/>
          </a:p>
        </p:txBody>
      </p:sp>
      <p:sp>
        <p:nvSpPr>
          <p:cNvPr id="37" name="Shape 35"/>
          <p:cNvSpPr/>
          <p:nvPr/>
        </p:nvSpPr>
        <p:spPr>
          <a:xfrm>
            <a:off x="8412480" y="3776472"/>
            <a:ext cx="1965960" cy="566928"/>
          </a:xfrm>
          <a:prstGeom prst="roundRect">
            <a:avLst>
              <a:gd name="adj" fmla="val 9677"/>
            </a:avLst>
          </a:prstGeom>
          <a:solidFill>
            <a:srgbClr val="F5F8FA"/>
          </a:solidFill>
          <a:ln w="15875">
            <a:solidFill>
              <a:srgbClr val="89CDF2"/>
            </a:solidFill>
            <a:prstDash val="solid"/>
          </a:ln>
        </p:spPr>
        <p:txBody>
          <a:bodyPr/>
          <a:lstStyle/>
          <a:p>
            <a:endParaRPr lang="nl-NL"/>
          </a:p>
        </p:txBody>
      </p:sp>
      <p:sp>
        <p:nvSpPr>
          <p:cNvPr id="38" name="Text 36"/>
          <p:cNvSpPr/>
          <p:nvPr/>
        </p:nvSpPr>
        <p:spPr>
          <a:xfrm>
            <a:off x="8503920" y="3776472"/>
            <a:ext cx="1783080" cy="566928"/>
          </a:xfrm>
          <a:prstGeom prst="rect">
            <a:avLst/>
          </a:prstGeom>
          <a:noFill/>
          <a:ln/>
        </p:spPr>
        <p:txBody>
          <a:bodyPr wrap="square" rtlCol="0" anchor="ctr"/>
          <a:lstStyle/>
          <a:p>
            <a:pPr marL="0" indent="0" algn="ctr">
              <a:lnSpc>
                <a:spcPts val="1100"/>
              </a:lnSpc>
              <a:buNone/>
            </a:pPr>
            <a:r>
              <a:rPr lang="en-US" sz="950" b="1" dirty="0">
                <a:solidFill>
                  <a:srgbClr val="003362"/>
                </a:solidFill>
                <a:latin typeface="Arial" pitchFamily="34" charset="0"/>
                <a:ea typeface="Arial" pitchFamily="34" charset="-122"/>
                <a:cs typeface="Arial" pitchFamily="34" charset="-120"/>
              </a:rPr>
              <a:t>Externe ketenpartners</a:t>
            </a:r>
            <a:endParaRPr lang="en-US" sz="950" dirty="0"/>
          </a:p>
          <a:p>
            <a:pPr marL="0" indent="0" algn="ctr">
              <a:lnSpc>
                <a:spcPts val="1100"/>
              </a:lnSpc>
              <a:buNone/>
            </a:pPr>
            <a:r>
              <a:rPr lang="en-US" sz="950" b="1" dirty="0">
                <a:solidFill>
                  <a:srgbClr val="003362"/>
                </a:solidFill>
                <a:latin typeface="Arial" pitchFamily="34" charset="0"/>
                <a:ea typeface="Arial" pitchFamily="34" charset="-122"/>
                <a:cs typeface="Arial" pitchFamily="34" charset="-120"/>
              </a:rPr>
              <a:t>(bijv. omgevingsdienst)</a:t>
            </a:r>
            <a:endParaRPr lang="en-US" sz="950" dirty="0"/>
          </a:p>
        </p:txBody>
      </p:sp>
      <p:sp>
        <p:nvSpPr>
          <p:cNvPr id="39" name="Shape 37"/>
          <p:cNvSpPr/>
          <p:nvPr/>
        </p:nvSpPr>
        <p:spPr>
          <a:xfrm>
            <a:off x="6995160" y="3657600"/>
            <a:ext cx="1417320" cy="402336"/>
          </a:xfrm>
          <a:prstGeom prst="line">
            <a:avLst/>
          </a:prstGeom>
          <a:noFill/>
          <a:ln w="12700">
            <a:solidFill>
              <a:srgbClr val="C7D2D6"/>
            </a:solidFill>
            <a:prstDash val="solid"/>
          </a:ln>
        </p:spPr>
        <p:txBody>
          <a:bodyPr/>
          <a:lstStyle/>
          <a:p>
            <a:endParaRPr lang="nl-NL"/>
          </a:p>
        </p:txBody>
      </p:sp>
      <p:sp>
        <p:nvSpPr>
          <p:cNvPr id="40" name="Shape 38"/>
          <p:cNvSpPr/>
          <p:nvPr/>
        </p:nvSpPr>
        <p:spPr>
          <a:xfrm>
            <a:off x="5097780" y="5189220"/>
            <a:ext cx="1965960" cy="566928"/>
          </a:xfrm>
          <a:prstGeom prst="roundRect">
            <a:avLst>
              <a:gd name="adj" fmla="val 9677"/>
            </a:avLst>
          </a:prstGeom>
          <a:solidFill>
            <a:srgbClr val="F5F8FA"/>
          </a:solidFill>
          <a:ln w="15875">
            <a:solidFill>
              <a:srgbClr val="8E8E93"/>
            </a:solidFill>
            <a:prstDash val="solid"/>
          </a:ln>
        </p:spPr>
        <p:txBody>
          <a:bodyPr/>
          <a:lstStyle/>
          <a:p>
            <a:endParaRPr lang="nl-NL"/>
          </a:p>
        </p:txBody>
      </p:sp>
      <p:sp>
        <p:nvSpPr>
          <p:cNvPr id="41" name="Text 39"/>
          <p:cNvSpPr/>
          <p:nvPr/>
        </p:nvSpPr>
        <p:spPr>
          <a:xfrm>
            <a:off x="5189220" y="5189220"/>
            <a:ext cx="1783080" cy="566928"/>
          </a:xfrm>
          <a:prstGeom prst="rect">
            <a:avLst/>
          </a:prstGeom>
          <a:noFill/>
          <a:ln/>
        </p:spPr>
        <p:txBody>
          <a:bodyPr wrap="square" rtlCol="0" anchor="ctr"/>
          <a:lstStyle/>
          <a:p>
            <a:pPr marL="0" indent="0" algn="ctr">
              <a:lnSpc>
                <a:spcPts val="1100"/>
              </a:lnSpc>
              <a:buNone/>
            </a:pPr>
            <a:r>
              <a:rPr lang="en-US" sz="950" b="1" dirty="0">
                <a:solidFill>
                  <a:srgbClr val="003362"/>
                </a:solidFill>
                <a:latin typeface="Arial" pitchFamily="34" charset="0"/>
                <a:ea typeface="Arial" pitchFamily="34" charset="-122"/>
                <a:cs typeface="Arial" pitchFamily="34" charset="-120"/>
              </a:rPr>
              <a:t>Gemeentelijk</a:t>
            </a:r>
            <a:endParaRPr lang="en-US" sz="950" dirty="0"/>
          </a:p>
          <a:p>
            <a:pPr marL="0" indent="0" algn="ctr">
              <a:lnSpc>
                <a:spcPts val="1100"/>
              </a:lnSpc>
              <a:buNone/>
            </a:pPr>
            <a:r>
              <a:rPr lang="en-US" sz="950" b="1" dirty="0">
                <a:solidFill>
                  <a:srgbClr val="003362"/>
                </a:solidFill>
                <a:latin typeface="Arial" pitchFamily="34" charset="0"/>
                <a:ea typeface="Arial" pitchFamily="34" charset="-122"/>
                <a:cs typeface="Arial" pitchFamily="34" charset="-120"/>
              </a:rPr>
              <a:t>zaaksysteembeheer / IT</a:t>
            </a:r>
            <a:endParaRPr lang="en-US" sz="950" dirty="0"/>
          </a:p>
        </p:txBody>
      </p:sp>
      <p:sp>
        <p:nvSpPr>
          <p:cNvPr id="42" name="Shape 40"/>
          <p:cNvSpPr/>
          <p:nvPr/>
        </p:nvSpPr>
        <p:spPr>
          <a:xfrm>
            <a:off x="6080760" y="4046220"/>
            <a:ext cx="0" cy="1143000"/>
          </a:xfrm>
          <a:prstGeom prst="line">
            <a:avLst/>
          </a:prstGeom>
          <a:noFill/>
          <a:ln w="12700">
            <a:solidFill>
              <a:srgbClr val="C7D2D6"/>
            </a:solidFill>
            <a:prstDash val="solid"/>
          </a:ln>
        </p:spPr>
        <p:txBody>
          <a:bodyPr/>
          <a:lstStyle/>
          <a:p>
            <a:endParaRPr lang="nl-NL"/>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274320"/>
            <a:ext cx="960120" cy="960120"/>
          </a:xfrm>
          <a:prstGeom prst="diamond">
            <a:avLst/>
          </a:prstGeom>
          <a:ln w="63500">
            <a:solidFill>
              <a:srgbClr val="89CDF2"/>
            </a:solidFill>
            <a:prstDash val="solid"/>
          </a:ln>
        </p:spPr>
        <p:txBody>
          <a:bodyPr/>
          <a:lstStyle/>
          <a:p>
            <a:endParaRPr lang="nl-NL"/>
          </a:p>
        </p:txBody>
      </p:sp>
      <p:sp>
        <p:nvSpPr>
          <p:cNvPr id="3" name="Text 1"/>
          <p:cNvSpPr/>
          <p:nvPr/>
        </p:nvSpPr>
        <p:spPr>
          <a:xfrm>
            <a:off x="502920" y="292608"/>
            <a:ext cx="9144000" cy="292608"/>
          </a:xfrm>
          <a:prstGeom prst="rect">
            <a:avLst/>
          </a:prstGeom>
          <a:noFill/>
          <a:ln/>
        </p:spPr>
        <p:txBody>
          <a:bodyPr wrap="square" rtlCol="0" anchor="ctr"/>
          <a:lstStyle/>
          <a:p>
            <a:pPr marL="0" indent="0">
              <a:buNone/>
            </a:pPr>
            <a:r>
              <a:rPr lang="en-US" sz="1100" b="1" kern="0" spc="150" dirty="0">
                <a:solidFill>
                  <a:srgbClr val="E76734"/>
                </a:solidFill>
                <a:latin typeface="Arial" pitchFamily="34" charset="0"/>
                <a:ea typeface="Arial" pitchFamily="34" charset="-122"/>
                <a:cs typeface="Arial" pitchFamily="34" charset="-120"/>
              </a:rPr>
              <a:t>CONTEXT DIAGRAM</a:t>
            </a:r>
            <a:endParaRPr lang="en-US" sz="1100" dirty="0"/>
          </a:p>
        </p:txBody>
      </p:sp>
      <p:sp>
        <p:nvSpPr>
          <p:cNvPr id="4" name="Text 2"/>
          <p:cNvSpPr/>
          <p:nvPr/>
        </p:nvSpPr>
        <p:spPr>
          <a:xfrm>
            <a:off x="502920" y="566928"/>
            <a:ext cx="10515600" cy="640080"/>
          </a:xfrm>
          <a:prstGeom prst="rect">
            <a:avLst/>
          </a:prstGeom>
          <a:noFill/>
          <a:ln/>
        </p:spPr>
        <p:txBody>
          <a:bodyPr wrap="square" rtlCol="0" anchor="ctr"/>
          <a:lstStyle/>
          <a:p>
            <a:pPr marL="0" indent="0">
              <a:buNone/>
            </a:pPr>
            <a:r>
              <a:rPr lang="en-US" sz="2600" b="1" dirty="0">
                <a:solidFill>
                  <a:srgbClr val="003362"/>
                </a:solidFill>
                <a:latin typeface="Helvetica" pitchFamily="34" charset="0"/>
                <a:ea typeface="Helvetica" pitchFamily="34" charset="-122"/>
                <a:cs typeface="Helvetica" pitchFamily="34" charset="-120"/>
              </a:rPr>
              <a:t>Context diagram: toelichting</a:t>
            </a:r>
            <a:endParaRPr lang="en-US" sz="2600" dirty="0"/>
          </a:p>
        </p:txBody>
      </p:sp>
      <p:sp>
        <p:nvSpPr>
          <p:cNvPr id="5" name="Shape 3"/>
          <p:cNvSpPr/>
          <p:nvPr/>
        </p:nvSpPr>
        <p:spPr>
          <a:xfrm>
            <a:off x="0" y="6748272"/>
            <a:ext cx="12188952" cy="109728"/>
          </a:xfrm>
          <a:prstGeom prst="rect">
            <a:avLst/>
          </a:prstGeom>
          <a:solidFill>
            <a:srgbClr val="003362"/>
          </a:solidFill>
          <a:ln/>
        </p:spPr>
        <p:txBody>
          <a:bodyPr/>
          <a:lstStyle/>
          <a:p>
            <a:endParaRPr lang="nl-NL"/>
          </a:p>
        </p:txBody>
      </p:sp>
      <p:sp>
        <p:nvSpPr>
          <p:cNvPr id="6" name="Text 4"/>
          <p:cNvSpPr/>
          <p:nvPr/>
        </p:nvSpPr>
        <p:spPr>
          <a:xfrm>
            <a:off x="457200" y="6355080"/>
            <a:ext cx="5486400" cy="320040"/>
          </a:xfrm>
          <a:prstGeom prst="rect">
            <a:avLst/>
          </a:prstGeom>
          <a:noFill/>
          <a:ln/>
        </p:spPr>
        <p:txBody>
          <a:bodyPr wrap="square" rtlCol="0" anchor="ctr"/>
          <a:lstStyle/>
          <a:p>
            <a:pPr marL="0" indent="0">
              <a:buNone/>
            </a:pPr>
            <a:r>
              <a:rPr lang="en-US" sz="950" i="1" dirty="0">
                <a:solidFill>
                  <a:srgbClr val="6B7680"/>
                </a:solidFill>
                <a:latin typeface="Arial" pitchFamily="34" charset="0"/>
                <a:ea typeface="Arial" pitchFamily="34" charset="-122"/>
                <a:cs typeface="Arial" pitchFamily="34" charset="-120"/>
              </a:rPr>
              <a:t>Context diagram</a:t>
            </a:r>
            <a:endParaRPr lang="en-US" sz="950" dirty="0"/>
          </a:p>
        </p:txBody>
      </p:sp>
      <p:sp>
        <p:nvSpPr>
          <p:cNvPr id="7" name="Shape 5"/>
          <p:cNvSpPr/>
          <p:nvPr/>
        </p:nvSpPr>
        <p:spPr>
          <a:xfrm>
            <a:off x="502920" y="1463040"/>
            <a:ext cx="11183112" cy="777240"/>
          </a:xfrm>
          <a:prstGeom prst="roundRect">
            <a:avLst>
              <a:gd name="adj" fmla="val 8235"/>
            </a:avLst>
          </a:prstGeom>
          <a:solidFill>
            <a:srgbClr val="F5F8FA"/>
          </a:solidFill>
          <a:ln w="9525">
            <a:solidFill>
              <a:srgbClr val="DCE6EA"/>
            </a:solidFill>
            <a:prstDash val="solid"/>
          </a:ln>
        </p:spPr>
        <p:txBody>
          <a:bodyPr/>
          <a:lstStyle/>
          <a:p>
            <a:endParaRPr lang="nl-NL"/>
          </a:p>
        </p:txBody>
      </p:sp>
      <p:sp>
        <p:nvSpPr>
          <p:cNvPr id="8" name="Shape 6"/>
          <p:cNvSpPr/>
          <p:nvPr/>
        </p:nvSpPr>
        <p:spPr>
          <a:xfrm>
            <a:off x="502920" y="1463040"/>
            <a:ext cx="82296" cy="777240"/>
          </a:xfrm>
          <a:prstGeom prst="rect">
            <a:avLst/>
          </a:prstGeom>
          <a:solidFill>
            <a:srgbClr val="89CDF2"/>
          </a:solidFill>
          <a:ln/>
        </p:spPr>
        <p:txBody>
          <a:bodyPr/>
          <a:lstStyle/>
          <a:p>
            <a:endParaRPr lang="nl-NL"/>
          </a:p>
        </p:txBody>
      </p:sp>
      <p:sp>
        <p:nvSpPr>
          <p:cNvPr id="9" name="Text 7"/>
          <p:cNvSpPr/>
          <p:nvPr/>
        </p:nvSpPr>
        <p:spPr>
          <a:xfrm>
            <a:off x="777240" y="1536192"/>
            <a:ext cx="10698480" cy="640080"/>
          </a:xfrm>
          <a:prstGeom prst="rect">
            <a:avLst/>
          </a:prstGeom>
          <a:noFill/>
          <a:ln/>
        </p:spPr>
        <p:txBody>
          <a:bodyPr wrap="square" rtlCol="0" anchor="ctr"/>
          <a:lstStyle/>
          <a:p>
            <a:pPr marL="0" indent="0">
              <a:lnSpc>
                <a:spcPts val="1500"/>
              </a:lnSpc>
              <a:buNone/>
            </a:pPr>
            <a:r>
              <a:rPr lang="en-US" sz="1250" i="1" dirty="0">
                <a:solidFill>
                  <a:srgbClr val="6B7680"/>
                </a:solidFill>
                <a:latin typeface="Arial" pitchFamily="34" charset="0"/>
                <a:ea typeface="Arial" pitchFamily="34" charset="-122"/>
                <a:cs typeface="Arial" pitchFamily="34" charset="-120"/>
              </a:rPr>
              <a:t>Voeg hier het uitgewerkte context diagram toe — welke partijen en systemen raken dit bedrijfsproces, en hoe?</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3362"/>
        </a:solidFill>
        <a:effectLst/>
      </p:bgPr>
    </p:bg>
    <p:spTree>
      <p:nvGrpSpPr>
        <p:cNvPr id="1" name=""/>
        <p:cNvGrpSpPr/>
        <p:nvPr/>
      </p:nvGrpSpPr>
      <p:grpSpPr>
        <a:xfrm>
          <a:off x="0" y="0"/>
          <a:ext cx="0" cy="0"/>
          <a:chOff x="0" y="0"/>
          <a:chExt cx="0" cy="0"/>
        </a:xfrm>
      </p:grpSpPr>
      <p:sp>
        <p:nvSpPr>
          <p:cNvPr id="2" name="Shape 0"/>
          <p:cNvSpPr/>
          <p:nvPr/>
        </p:nvSpPr>
        <p:spPr>
          <a:xfrm>
            <a:off x="9692640" y="2377440"/>
            <a:ext cx="3108960" cy="3108960"/>
          </a:xfrm>
          <a:prstGeom prst="diamond">
            <a:avLst/>
          </a:prstGeom>
          <a:ln w="38100">
            <a:solidFill>
              <a:srgbClr val="1F5488"/>
            </a:solidFill>
            <a:prstDash val="solid"/>
          </a:ln>
        </p:spPr>
        <p:txBody>
          <a:bodyPr/>
          <a:lstStyle/>
          <a:p>
            <a:endParaRPr lang="nl-NL"/>
          </a:p>
        </p:txBody>
      </p:sp>
      <p:sp>
        <p:nvSpPr>
          <p:cNvPr id="3" name="Text 1"/>
          <p:cNvSpPr/>
          <p:nvPr/>
        </p:nvSpPr>
        <p:spPr>
          <a:xfrm>
            <a:off x="822960" y="685800"/>
            <a:ext cx="7315200" cy="320040"/>
          </a:xfrm>
          <a:prstGeom prst="rect">
            <a:avLst/>
          </a:prstGeom>
          <a:noFill/>
          <a:ln/>
        </p:spPr>
        <p:txBody>
          <a:bodyPr wrap="square" rtlCol="0" anchor="ctr"/>
          <a:lstStyle/>
          <a:p>
            <a:pPr marL="0" indent="0">
              <a:buNone/>
            </a:pPr>
            <a:r>
              <a:rPr lang="en-US" sz="1200" b="1" kern="0" spc="200" dirty="0">
                <a:solidFill>
                  <a:srgbClr val="E76734"/>
                </a:solidFill>
                <a:latin typeface="Arial" pitchFamily="34" charset="0"/>
                <a:ea typeface="Arial" pitchFamily="34" charset="-122"/>
                <a:cs typeface="Arial" pitchFamily="34" charset="-120"/>
              </a:rPr>
              <a:t>HOOFDSTUK 03 VAN 06</a:t>
            </a:r>
            <a:endParaRPr lang="en-US" sz="1200" dirty="0"/>
          </a:p>
        </p:txBody>
      </p:sp>
      <p:sp>
        <p:nvSpPr>
          <p:cNvPr id="4" name="Text 2"/>
          <p:cNvSpPr/>
          <p:nvPr/>
        </p:nvSpPr>
        <p:spPr>
          <a:xfrm>
            <a:off x="822960" y="1417320"/>
            <a:ext cx="2743200" cy="1371600"/>
          </a:xfrm>
          <a:prstGeom prst="rect">
            <a:avLst/>
          </a:prstGeom>
          <a:noFill/>
          <a:ln/>
        </p:spPr>
        <p:txBody>
          <a:bodyPr wrap="square" rtlCol="0" anchor="ctr"/>
          <a:lstStyle/>
          <a:p>
            <a:pPr marL="0" indent="0">
              <a:buNone/>
            </a:pPr>
            <a:r>
              <a:rPr lang="en-US" sz="6600" b="1" dirty="0">
                <a:solidFill>
                  <a:srgbClr val="2E6592"/>
                </a:solidFill>
                <a:latin typeface="Helvetica" pitchFamily="34" charset="0"/>
                <a:ea typeface="Helvetica" pitchFamily="34" charset="-122"/>
                <a:cs typeface="Helvetica" pitchFamily="34" charset="-120"/>
              </a:rPr>
              <a:t>03</a:t>
            </a:r>
            <a:endParaRPr lang="en-US" sz="6600" dirty="0"/>
          </a:p>
        </p:txBody>
      </p:sp>
      <p:sp>
        <p:nvSpPr>
          <p:cNvPr id="5" name="Text 3"/>
          <p:cNvSpPr/>
          <p:nvPr/>
        </p:nvSpPr>
        <p:spPr>
          <a:xfrm>
            <a:off x="822960" y="2514600"/>
            <a:ext cx="9144000" cy="914400"/>
          </a:xfrm>
          <a:prstGeom prst="rect">
            <a:avLst/>
          </a:prstGeom>
          <a:noFill/>
          <a:ln/>
        </p:spPr>
        <p:txBody>
          <a:bodyPr wrap="square" rtlCol="0" anchor="ctr"/>
          <a:lstStyle/>
          <a:p>
            <a:pPr marL="0" indent="0">
              <a:buNone/>
            </a:pPr>
            <a:r>
              <a:rPr lang="en-US" sz="3200" b="1" dirty="0">
                <a:solidFill>
                  <a:srgbClr val="FFFFFF"/>
                </a:solidFill>
                <a:latin typeface="Helvetica" pitchFamily="34" charset="0"/>
                <a:ea typeface="Helvetica" pitchFamily="34" charset="-122"/>
                <a:cs typeface="Helvetica" pitchFamily="34" charset="-120"/>
              </a:rPr>
              <a:t>Componenten</a:t>
            </a:r>
            <a:endParaRPr lang="en-US" sz="3200" dirty="0"/>
          </a:p>
        </p:txBody>
      </p:sp>
      <p:sp>
        <p:nvSpPr>
          <p:cNvPr id="6" name="Shape 4"/>
          <p:cNvSpPr/>
          <p:nvPr/>
        </p:nvSpPr>
        <p:spPr>
          <a:xfrm>
            <a:off x="822960" y="3310128"/>
            <a:ext cx="1463040" cy="41148"/>
          </a:xfrm>
          <a:prstGeom prst="rect">
            <a:avLst/>
          </a:prstGeom>
          <a:solidFill>
            <a:srgbClr val="E76734"/>
          </a:solidFill>
          <a:ln/>
        </p:spPr>
        <p:txBody>
          <a:bodyPr/>
          <a:lstStyle/>
          <a:p>
            <a:endParaRPr lang="nl-NL"/>
          </a:p>
        </p:txBody>
      </p:sp>
      <p:sp>
        <p:nvSpPr>
          <p:cNvPr id="7" name="Text 5"/>
          <p:cNvSpPr/>
          <p:nvPr/>
        </p:nvSpPr>
        <p:spPr>
          <a:xfrm>
            <a:off x="822960" y="3474720"/>
            <a:ext cx="8503920" cy="640080"/>
          </a:xfrm>
          <a:prstGeom prst="rect">
            <a:avLst/>
          </a:prstGeom>
          <a:noFill/>
          <a:ln/>
        </p:spPr>
        <p:txBody>
          <a:bodyPr wrap="square" rtlCol="0" anchor="ctr"/>
          <a:lstStyle/>
          <a:p>
            <a:pPr marL="0" indent="0">
              <a:lnSpc>
                <a:spcPts val="1800"/>
              </a:lnSpc>
              <a:buNone/>
            </a:pPr>
            <a:r>
              <a:rPr lang="en-US" sz="1400" i="1" dirty="0">
                <a:solidFill>
                  <a:srgbClr val="89CDF2"/>
                </a:solidFill>
                <a:latin typeface="Arial" pitchFamily="34" charset="0"/>
                <a:ea typeface="Arial" pitchFamily="34" charset="-122"/>
                <a:cs typeface="Arial" pitchFamily="34" charset="-120"/>
              </a:rPr>
              <a:t>Hoe past GZAC in het bredere ZGW-platform, en welke componenten zijn nodig?</a:t>
            </a:r>
            <a:endParaRPr lang="en-US" sz="1400" dirty="0"/>
          </a:p>
        </p:txBody>
      </p:sp>
      <p:sp>
        <p:nvSpPr>
          <p:cNvPr id="8" name="Shape 6"/>
          <p:cNvSpPr/>
          <p:nvPr/>
        </p:nvSpPr>
        <p:spPr>
          <a:xfrm>
            <a:off x="950976" y="5687568"/>
            <a:ext cx="1624584" cy="0"/>
          </a:xfrm>
          <a:prstGeom prst="line">
            <a:avLst/>
          </a:prstGeom>
          <a:noFill/>
          <a:ln w="19050">
            <a:solidFill>
              <a:srgbClr val="5C88AC"/>
            </a:solidFill>
            <a:prstDash val="solid"/>
          </a:ln>
        </p:spPr>
        <p:txBody>
          <a:bodyPr/>
          <a:lstStyle/>
          <a:p>
            <a:endParaRPr lang="nl-NL"/>
          </a:p>
        </p:txBody>
      </p:sp>
      <p:sp>
        <p:nvSpPr>
          <p:cNvPr id="9" name="Shape 7"/>
          <p:cNvSpPr/>
          <p:nvPr/>
        </p:nvSpPr>
        <p:spPr>
          <a:xfrm>
            <a:off x="822960" y="5623560"/>
            <a:ext cx="128016" cy="128016"/>
          </a:xfrm>
          <a:prstGeom prst="ellipse">
            <a:avLst/>
          </a:prstGeom>
          <a:solidFill>
            <a:srgbClr val="5C88AC"/>
          </a:solidFill>
          <a:ln/>
        </p:spPr>
        <p:txBody>
          <a:bodyPr/>
          <a:lstStyle/>
          <a:p>
            <a:endParaRPr lang="nl-NL"/>
          </a:p>
        </p:txBody>
      </p:sp>
      <p:sp>
        <p:nvSpPr>
          <p:cNvPr id="10" name="Text 8"/>
          <p:cNvSpPr/>
          <p:nvPr/>
        </p:nvSpPr>
        <p:spPr>
          <a:xfrm>
            <a:off x="320040" y="5824728"/>
            <a:ext cx="1752600" cy="320040"/>
          </a:xfrm>
          <a:prstGeom prst="rect">
            <a:avLst/>
          </a:prstGeom>
          <a:noFill/>
          <a:ln/>
        </p:spPr>
        <p:txBody>
          <a:bodyPr wrap="square" rtlCol="0" anchor="ctr"/>
          <a:lstStyle/>
          <a:p>
            <a:pPr marL="0" indent="0" algn="l">
              <a:buNone/>
            </a:pPr>
            <a:r>
              <a:rPr lang="en-US" sz="950" dirty="0">
                <a:solidFill>
                  <a:srgbClr val="6E93B5"/>
                </a:solidFill>
                <a:latin typeface="Arial" pitchFamily="34" charset="0"/>
                <a:ea typeface="Arial" pitchFamily="34" charset="-122"/>
                <a:cs typeface="Arial" pitchFamily="34" charset="-120"/>
              </a:rPr>
              <a:t>Hosting</a:t>
            </a:r>
            <a:endParaRPr lang="en-US" sz="950" dirty="0"/>
          </a:p>
        </p:txBody>
      </p:sp>
      <p:sp>
        <p:nvSpPr>
          <p:cNvPr id="11" name="Shape 9"/>
          <p:cNvSpPr/>
          <p:nvPr/>
        </p:nvSpPr>
        <p:spPr>
          <a:xfrm>
            <a:off x="2703576" y="5687568"/>
            <a:ext cx="1624584" cy="0"/>
          </a:xfrm>
          <a:prstGeom prst="line">
            <a:avLst/>
          </a:prstGeom>
          <a:noFill/>
          <a:ln w="19050">
            <a:solidFill>
              <a:srgbClr val="5C88AC"/>
            </a:solidFill>
            <a:prstDash val="solid"/>
          </a:ln>
        </p:spPr>
        <p:txBody>
          <a:bodyPr/>
          <a:lstStyle/>
          <a:p>
            <a:endParaRPr lang="nl-NL"/>
          </a:p>
        </p:txBody>
      </p:sp>
      <p:sp>
        <p:nvSpPr>
          <p:cNvPr id="12" name="Shape 10"/>
          <p:cNvSpPr/>
          <p:nvPr/>
        </p:nvSpPr>
        <p:spPr>
          <a:xfrm>
            <a:off x="2575560" y="5623560"/>
            <a:ext cx="128016" cy="128016"/>
          </a:xfrm>
          <a:prstGeom prst="ellipse">
            <a:avLst/>
          </a:prstGeom>
          <a:solidFill>
            <a:srgbClr val="5C88AC"/>
          </a:solidFill>
          <a:ln/>
        </p:spPr>
        <p:txBody>
          <a:bodyPr/>
          <a:lstStyle/>
          <a:p>
            <a:endParaRPr lang="nl-NL"/>
          </a:p>
        </p:txBody>
      </p:sp>
      <p:sp>
        <p:nvSpPr>
          <p:cNvPr id="13" name="Text 11"/>
          <p:cNvSpPr/>
          <p:nvPr/>
        </p:nvSpPr>
        <p:spPr>
          <a:xfrm>
            <a:off x="2072640" y="5824728"/>
            <a:ext cx="1752600" cy="320040"/>
          </a:xfrm>
          <a:prstGeom prst="rect">
            <a:avLst/>
          </a:prstGeom>
          <a:noFill/>
          <a:ln/>
        </p:spPr>
        <p:txBody>
          <a:bodyPr wrap="square" rtlCol="0" anchor="ctr"/>
          <a:lstStyle/>
          <a:p>
            <a:pPr marL="0" indent="0" algn="l">
              <a:buNone/>
            </a:pPr>
            <a:r>
              <a:rPr lang="en-US" sz="950" dirty="0">
                <a:solidFill>
                  <a:srgbClr val="6E93B5"/>
                </a:solidFill>
                <a:latin typeface="Arial" pitchFamily="34" charset="0"/>
                <a:ea typeface="Arial" pitchFamily="34" charset="-122"/>
                <a:cs typeface="Arial" pitchFamily="34" charset="-120"/>
              </a:rPr>
              <a:t>Context diagram</a:t>
            </a:r>
            <a:endParaRPr lang="en-US" sz="950" dirty="0"/>
          </a:p>
        </p:txBody>
      </p:sp>
      <p:sp>
        <p:nvSpPr>
          <p:cNvPr id="14" name="Shape 12"/>
          <p:cNvSpPr/>
          <p:nvPr/>
        </p:nvSpPr>
        <p:spPr>
          <a:xfrm>
            <a:off x="4456176" y="5687568"/>
            <a:ext cx="1624584" cy="0"/>
          </a:xfrm>
          <a:prstGeom prst="line">
            <a:avLst/>
          </a:prstGeom>
          <a:noFill/>
          <a:ln w="19050">
            <a:solidFill>
              <a:srgbClr val="1F4468"/>
            </a:solidFill>
            <a:prstDash val="solid"/>
          </a:ln>
        </p:spPr>
        <p:txBody>
          <a:bodyPr/>
          <a:lstStyle/>
          <a:p>
            <a:endParaRPr lang="nl-NL"/>
          </a:p>
        </p:txBody>
      </p:sp>
      <p:sp>
        <p:nvSpPr>
          <p:cNvPr id="15" name="Shape 13"/>
          <p:cNvSpPr/>
          <p:nvPr/>
        </p:nvSpPr>
        <p:spPr>
          <a:xfrm>
            <a:off x="4328160" y="5623560"/>
            <a:ext cx="128016" cy="128016"/>
          </a:xfrm>
          <a:prstGeom prst="ellipse">
            <a:avLst/>
          </a:prstGeom>
          <a:solidFill>
            <a:srgbClr val="E76734"/>
          </a:solidFill>
          <a:ln w="19050">
            <a:solidFill>
              <a:srgbClr val="FFFFFF"/>
            </a:solidFill>
            <a:prstDash val="solid"/>
          </a:ln>
        </p:spPr>
        <p:txBody>
          <a:bodyPr/>
          <a:lstStyle/>
          <a:p>
            <a:endParaRPr lang="nl-NL"/>
          </a:p>
        </p:txBody>
      </p:sp>
      <p:sp>
        <p:nvSpPr>
          <p:cNvPr id="16" name="Text 14"/>
          <p:cNvSpPr/>
          <p:nvPr/>
        </p:nvSpPr>
        <p:spPr>
          <a:xfrm>
            <a:off x="3825240" y="5824728"/>
            <a:ext cx="1752600" cy="320040"/>
          </a:xfrm>
          <a:prstGeom prst="rect">
            <a:avLst/>
          </a:prstGeom>
          <a:noFill/>
          <a:ln/>
        </p:spPr>
        <p:txBody>
          <a:bodyPr wrap="square" rtlCol="0" anchor="ctr"/>
          <a:lstStyle/>
          <a:p>
            <a:pPr marL="0" indent="0" algn="l">
              <a:buNone/>
            </a:pPr>
            <a:r>
              <a:rPr lang="en-US" sz="950" b="1" dirty="0">
                <a:solidFill>
                  <a:srgbClr val="FFFFFF"/>
                </a:solidFill>
                <a:latin typeface="Arial" pitchFamily="34" charset="0"/>
                <a:ea typeface="Arial" pitchFamily="34" charset="-122"/>
                <a:cs typeface="Arial" pitchFamily="34" charset="-120"/>
              </a:rPr>
              <a:t>Componenten</a:t>
            </a:r>
            <a:endParaRPr lang="en-US" sz="950" dirty="0"/>
          </a:p>
        </p:txBody>
      </p:sp>
      <p:sp>
        <p:nvSpPr>
          <p:cNvPr id="17" name="Shape 15"/>
          <p:cNvSpPr/>
          <p:nvPr/>
        </p:nvSpPr>
        <p:spPr>
          <a:xfrm>
            <a:off x="6208776" y="5687568"/>
            <a:ext cx="1624584" cy="0"/>
          </a:xfrm>
          <a:prstGeom prst="line">
            <a:avLst/>
          </a:prstGeom>
          <a:noFill/>
          <a:ln w="19050">
            <a:solidFill>
              <a:srgbClr val="1F4468"/>
            </a:solidFill>
            <a:prstDash val="solid"/>
          </a:ln>
        </p:spPr>
        <p:txBody>
          <a:bodyPr/>
          <a:lstStyle/>
          <a:p>
            <a:endParaRPr lang="nl-NL"/>
          </a:p>
        </p:txBody>
      </p:sp>
      <p:sp>
        <p:nvSpPr>
          <p:cNvPr id="18" name="Shape 16"/>
          <p:cNvSpPr/>
          <p:nvPr/>
        </p:nvSpPr>
        <p:spPr>
          <a:xfrm>
            <a:off x="6080760" y="5623560"/>
            <a:ext cx="128016" cy="128016"/>
          </a:xfrm>
          <a:prstGeom prst="ellipse">
            <a:avLst/>
          </a:prstGeom>
          <a:solidFill>
            <a:srgbClr val="1F4468"/>
          </a:solidFill>
          <a:ln/>
        </p:spPr>
        <p:txBody>
          <a:bodyPr/>
          <a:lstStyle/>
          <a:p>
            <a:endParaRPr lang="nl-NL"/>
          </a:p>
        </p:txBody>
      </p:sp>
      <p:sp>
        <p:nvSpPr>
          <p:cNvPr id="19" name="Text 17"/>
          <p:cNvSpPr/>
          <p:nvPr/>
        </p:nvSpPr>
        <p:spPr>
          <a:xfrm>
            <a:off x="5577840" y="5824728"/>
            <a:ext cx="1752600" cy="320040"/>
          </a:xfrm>
          <a:prstGeom prst="rect">
            <a:avLst/>
          </a:prstGeom>
          <a:noFill/>
          <a:ln/>
        </p:spPr>
        <p:txBody>
          <a:bodyPr wrap="square" rtlCol="0" anchor="ctr"/>
          <a:lstStyle/>
          <a:p>
            <a:pPr marL="0" indent="0" algn="l">
              <a:buNone/>
            </a:pPr>
            <a:r>
              <a:rPr lang="en-US" sz="950" dirty="0">
                <a:solidFill>
                  <a:srgbClr val="6E93B5"/>
                </a:solidFill>
                <a:latin typeface="Arial" pitchFamily="34" charset="0"/>
                <a:ea typeface="Arial" pitchFamily="34" charset="-122"/>
                <a:cs typeface="Arial" pitchFamily="34" charset="-120"/>
              </a:rPr>
              <a:t>Nieuwe functionaliteiten</a:t>
            </a:r>
            <a:endParaRPr lang="en-US" sz="950" dirty="0"/>
          </a:p>
        </p:txBody>
      </p:sp>
      <p:sp>
        <p:nvSpPr>
          <p:cNvPr id="20" name="Shape 18"/>
          <p:cNvSpPr/>
          <p:nvPr/>
        </p:nvSpPr>
        <p:spPr>
          <a:xfrm>
            <a:off x="7961376" y="5687568"/>
            <a:ext cx="1624584" cy="0"/>
          </a:xfrm>
          <a:prstGeom prst="line">
            <a:avLst/>
          </a:prstGeom>
          <a:noFill/>
          <a:ln w="19050">
            <a:solidFill>
              <a:srgbClr val="1F4468"/>
            </a:solidFill>
            <a:prstDash val="solid"/>
          </a:ln>
        </p:spPr>
        <p:txBody>
          <a:bodyPr/>
          <a:lstStyle/>
          <a:p>
            <a:endParaRPr lang="nl-NL"/>
          </a:p>
        </p:txBody>
      </p:sp>
      <p:sp>
        <p:nvSpPr>
          <p:cNvPr id="21" name="Shape 19"/>
          <p:cNvSpPr/>
          <p:nvPr/>
        </p:nvSpPr>
        <p:spPr>
          <a:xfrm>
            <a:off x="7833360" y="5623560"/>
            <a:ext cx="128016" cy="128016"/>
          </a:xfrm>
          <a:prstGeom prst="ellipse">
            <a:avLst/>
          </a:prstGeom>
          <a:solidFill>
            <a:srgbClr val="1F4468"/>
          </a:solidFill>
          <a:ln/>
        </p:spPr>
        <p:txBody>
          <a:bodyPr/>
          <a:lstStyle/>
          <a:p>
            <a:endParaRPr lang="nl-NL"/>
          </a:p>
        </p:txBody>
      </p:sp>
      <p:sp>
        <p:nvSpPr>
          <p:cNvPr id="22" name="Text 20"/>
          <p:cNvSpPr/>
          <p:nvPr/>
        </p:nvSpPr>
        <p:spPr>
          <a:xfrm>
            <a:off x="7330440" y="5824728"/>
            <a:ext cx="1752600" cy="320040"/>
          </a:xfrm>
          <a:prstGeom prst="rect">
            <a:avLst/>
          </a:prstGeom>
          <a:noFill/>
          <a:ln/>
        </p:spPr>
        <p:txBody>
          <a:bodyPr wrap="square" rtlCol="0" anchor="ctr"/>
          <a:lstStyle/>
          <a:p>
            <a:pPr marL="0" indent="0" algn="l">
              <a:buNone/>
            </a:pPr>
            <a:r>
              <a:rPr lang="en-US" sz="950" dirty="0">
                <a:solidFill>
                  <a:srgbClr val="6E93B5"/>
                </a:solidFill>
                <a:latin typeface="Arial" pitchFamily="34" charset="0"/>
                <a:ea typeface="Arial" pitchFamily="34" charset="-122"/>
                <a:cs typeface="Arial" pitchFamily="34" charset="-120"/>
              </a:rPr>
              <a:t>Architectuur &amp; deployment</a:t>
            </a:r>
            <a:endParaRPr lang="en-US" sz="950" dirty="0"/>
          </a:p>
        </p:txBody>
      </p:sp>
      <p:sp>
        <p:nvSpPr>
          <p:cNvPr id="23" name="Shape 21"/>
          <p:cNvSpPr/>
          <p:nvPr/>
        </p:nvSpPr>
        <p:spPr>
          <a:xfrm>
            <a:off x="9585960" y="5623560"/>
            <a:ext cx="128016" cy="128016"/>
          </a:xfrm>
          <a:prstGeom prst="ellipse">
            <a:avLst/>
          </a:prstGeom>
          <a:solidFill>
            <a:srgbClr val="1F4468"/>
          </a:solidFill>
          <a:ln/>
        </p:spPr>
        <p:txBody>
          <a:bodyPr/>
          <a:lstStyle/>
          <a:p>
            <a:endParaRPr lang="nl-NL"/>
          </a:p>
        </p:txBody>
      </p:sp>
      <p:sp>
        <p:nvSpPr>
          <p:cNvPr id="24" name="Text 22"/>
          <p:cNvSpPr/>
          <p:nvPr/>
        </p:nvSpPr>
        <p:spPr>
          <a:xfrm>
            <a:off x="9083040" y="5824728"/>
            <a:ext cx="1752600" cy="320040"/>
          </a:xfrm>
          <a:prstGeom prst="rect">
            <a:avLst/>
          </a:prstGeom>
          <a:noFill/>
          <a:ln/>
        </p:spPr>
        <p:txBody>
          <a:bodyPr wrap="square" rtlCol="0" anchor="ctr"/>
          <a:lstStyle/>
          <a:p>
            <a:pPr marL="0" indent="0" algn="l">
              <a:buNone/>
            </a:pPr>
            <a:r>
              <a:rPr lang="en-US" sz="950" dirty="0">
                <a:solidFill>
                  <a:srgbClr val="6E93B5"/>
                </a:solidFill>
                <a:latin typeface="Arial" pitchFamily="34" charset="0"/>
                <a:ea typeface="Arial" pitchFamily="34" charset="-122"/>
                <a:cs typeface="Arial" pitchFamily="34" charset="-120"/>
              </a:rPr>
              <a:t>Vervolgstappen</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274320"/>
            <a:ext cx="960120" cy="960120"/>
          </a:xfrm>
          <a:prstGeom prst="diamond">
            <a:avLst/>
          </a:prstGeom>
          <a:ln w="63500">
            <a:solidFill>
              <a:srgbClr val="89CDF2"/>
            </a:solidFill>
            <a:prstDash val="solid"/>
          </a:ln>
        </p:spPr>
        <p:txBody>
          <a:bodyPr/>
          <a:lstStyle/>
          <a:p>
            <a:endParaRPr lang="nl-NL"/>
          </a:p>
        </p:txBody>
      </p:sp>
      <p:sp>
        <p:nvSpPr>
          <p:cNvPr id="3" name="Text 1"/>
          <p:cNvSpPr/>
          <p:nvPr/>
        </p:nvSpPr>
        <p:spPr>
          <a:xfrm>
            <a:off x="502920" y="384048"/>
            <a:ext cx="10515600" cy="640080"/>
          </a:xfrm>
          <a:prstGeom prst="rect">
            <a:avLst/>
          </a:prstGeom>
          <a:noFill/>
          <a:ln/>
        </p:spPr>
        <p:txBody>
          <a:bodyPr wrap="square" rtlCol="0" anchor="ctr"/>
          <a:lstStyle/>
          <a:p>
            <a:pPr marL="0" indent="0">
              <a:buNone/>
            </a:pPr>
            <a:r>
              <a:rPr lang="en-US" sz="2600" b="1" dirty="0">
                <a:solidFill>
                  <a:srgbClr val="003362"/>
                </a:solidFill>
                <a:latin typeface="Helvetica" pitchFamily="34" charset="0"/>
                <a:ea typeface="Helvetica" pitchFamily="34" charset="-122"/>
                <a:cs typeface="Helvetica" pitchFamily="34" charset="-120"/>
              </a:rPr>
              <a:t>Applicatie architectuur</a:t>
            </a:r>
            <a:endParaRPr lang="en-US" sz="2600" dirty="0"/>
          </a:p>
        </p:txBody>
      </p:sp>
      <p:sp>
        <p:nvSpPr>
          <p:cNvPr id="4" name="Shape 2"/>
          <p:cNvSpPr/>
          <p:nvPr/>
        </p:nvSpPr>
        <p:spPr>
          <a:xfrm>
            <a:off x="0" y="6748272"/>
            <a:ext cx="12188952" cy="109728"/>
          </a:xfrm>
          <a:prstGeom prst="rect">
            <a:avLst/>
          </a:prstGeom>
          <a:solidFill>
            <a:srgbClr val="003362"/>
          </a:solidFill>
          <a:ln/>
        </p:spPr>
        <p:txBody>
          <a:bodyPr/>
          <a:lstStyle/>
          <a:p>
            <a:endParaRPr lang="nl-NL"/>
          </a:p>
        </p:txBody>
      </p:sp>
      <p:sp>
        <p:nvSpPr>
          <p:cNvPr id="5" name="Text 3"/>
          <p:cNvSpPr/>
          <p:nvPr/>
        </p:nvSpPr>
        <p:spPr>
          <a:xfrm>
            <a:off x="457200" y="6355080"/>
            <a:ext cx="5486400" cy="320040"/>
          </a:xfrm>
          <a:prstGeom prst="rect">
            <a:avLst/>
          </a:prstGeom>
          <a:noFill/>
          <a:ln/>
        </p:spPr>
        <p:txBody>
          <a:bodyPr wrap="square" rtlCol="0" anchor="ctr"/>
          <a:lstStyle/>
          <a:p>
            <a:pPr marL="0" indent="0">
              <a:buNone/>
            </a:pPr>
            <a:r>
              <a:rPr lang="en-US" sz="950" i="1" dirty="0">
                <a:solidFill>
                  <a:srgbClr val="6B7680"/>
                </a:solidFill>
                <a:latin typeface="Arial" pitchFamily="34" charset="0"/>
                <a:ea typeface="Arial" pitchFamily="34" charset="-122"/>
                <a:cs typeface="Arial" pitchFamily="34" charset="-120"/>
              </a:rPr>
              <a:t>Componenten</a:t>
            </a:r>
            <a:endParaRPr lang="en-US" sz="950" dirty="0"/>
          </a:p>
        </p:txBody>
      </p:sp>
      <p:sp>
        <p:nvSpPr>
          <p:cNvPr id="7" name="Text 5"/>
          <p:cNvSpPr/>
          <p:nvPr/>
        </p:nvSpPr>
        <p:spPr>
          <a:xfrm>
            <a:off x="9646920" y="292608"/>
            <a:ext cx="1600200" cy="329184"/>
          </a:xfrm>
          <a:prstGeom prst="rect">
            <a:avLst/>
          </a:prstGeom>
          <a:noFill/>
          <a:ln/>
        </p:spPr>
        <p:txBody>
          <a:bodyPr wrap="square" rtlCol="0" anchor="ctr"/>
          <a:lstStyle/>
          <a:p>
            <a:pPr marL="0" indent="0" algn="ctr">
              <a:buNone/>
            </a:pPr>
            <a:r>
              <a:rPr lang="en-US" sz="850" b="1" kern="0" spc="50" dirty="0">
                <a:solidFill>
                  <a:srgbClr val="FFFFFF"/>
                </a:solidFill>
                <a:latin typeface="Arial" pitchFamily="34" charset="0"/>
                <a:ea typeface="Arial" pitchFamily="34" charset="-122"/>
                <a:cs typeface="Arial" pitchFamily="34" charset="-120"/>
              </a:rPr>
              <a:t>NOG UIT TE WERKEN</a:t>
            </a:r>
            <a:endParaRPr lang="en-US" sz="850" dirty="0"/>
          </a:p>
        </p:txBody>
      </p:sp>
      <p:sp>
        <p:nvSpPr>
          <p:cNvPr id="8" name="Shape 6"/>
          <p:cNvSpPr/>
          <p:nvPr/>
        </p:nvSpPr>
        <p:spPr>
          <a:xfrm>
            <a:off x="502920" y="1371600"/>
            <a:ext cx="11183112" cy="1828800"/>
          </a:xfrm>
          <a:prstGeom prst="roundRect">
            <a:avLst>
              <a:gd name="adj" fmla="val 4000"/>
            </a:avLst>
          </a:prstGeom>
          <a:solidFill>
            <a:srgbClr val="F5F8FA"/>
          </a:solidFill>
          <a:ln w="12700">
            <a:solidFill>
              <a:srgbClr val="DCE6EA"/>
            </a:solidFill>
            <a:prstDash val="dash"/>
          </a:ln>
        </p:spPr>
        <p:txBody>
          <a:bodyPr/>
          <a:lstStyle/>
          <a:p>
            <a:endParaRPr lang="nl-NL"/>
          </a:p>
        </p:txBody>
      </p:sp>
      <p:sp>
        <p:nvSpPr>
          <p:cNvPr id="9" name="Text 7"/>
          <p:cNvSpPr/>
          <p:nvPr/>
        </p:nvSpPr>
        <p:spPr>
          <a:xfrm>
            <a:off x="914400" y="2103120"/>
            <a:ext cx="10332720" cy="457200"/>
          </a:xfrm>
          <a:prstGeom prst="rect">
            <a:avLst/>
          </a:prstGeom>
          <a:noFill/>
          <a:ln/>
        </p:spPr>
        <p:txBody>
          <a:bodyPr wrap="square" rtlCol="0" anchor="ctr"/>
          <a:lstStyle/>
          <a:p>
            <a:pPr marL="0" indent="0" algn="ctr">
              <a:buNone/>
            </a:pPr>
            <a:r>
              <a:rPr lang="en-US" sz="1200" i="1" dirty="0">
                <a:solidFill>
                  <a:srgbClr val="6B7680"/>
                </a:solidFill>
                <a:latin typeface="Arial" pitchFamily="34" charset="0"/>
                <a:ea typeface="Arial" pitchFamily="34" charset="-122"/>
                <a:cs typeface="Arial" pitchFamily="34" charset="-120"/>
              </a:rPr>
              <a:t>[ Plak hier het architectuurdiagram: GZAC, aanvrager/behandelaar-stromen, IAM, e-mail service, documentgeneratie, Objects API, Open Notificaties, Open Zaak ]</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274320"/>
            <a:ext cx="960120" cy="960120"/>
          </a:xfrm>
          <a:prstGeom prst="diamond">
            <a:avLst/>
          </a:prstGeom>
          <a:ln w="63500">
            <a:solidFill>
              <a:srgbClr val="89CDF2"/>
            </a:solidFill>
            <a:prstDash val="solid"/>
          </a:ln>
        </p:spPr>
        <p:txBody>
          <a:bodyPr/>
          <a:lstStyle/>
          <a:p>
            <a:endParaRPr lang="nl-NL"/>
          </a:p>
        </p:txBody>
      </p:sp>
      <p:sp>
        <p:nvSpPr>
          <p:cNvPr id="3" name="Text 1"/>
          <p:cNvSpPr/>
          <p:nvPr/>
        </p:nvSpPr>
        <p:spPr>
          <a:xfrm>
            <a:off x="502920" y="384048"/>
            <a:ext cx="10515600" cy="640080"/>
          </a:xfrm>
          <a:prstGeom prst="rect">
            <a:avLst/>
          </a:prstGeom>
          <a:noFill/>
          <a:ln/>
        </p:spPr>
        <p:txBody>
          <a:bodyPr wrap="square" rtlCol="0" anchor="ctr"/>
          <a:lstStyle/>
          <a:p>
            <a:pPr marL="0" indent="0">
              <a:buNone/>
            </a:pPr>
            <a:r>
              <a:rPr lang="en-US" sz="2600" b="1" dirty="0">
                <a:solidFill>
                  <a:srgbClr val="003362"/>
                </a:solidFill>
                <a:latin typeface="Helvetica" pitchFamily="34" charset="0"/>
                <a:ea typeface="Helvetica" pitchFamily="34" charset="-122"/>
                <a:cs typeface="Helvetica" pitchFamily="34" charset="-120"/>
              </a:rPr>
              <a:t>To do: Hasura</a:t>
            </a:r>
            <a:endParaRPr lang="en-US" sz="2600" dirty="0"/>
          </a:p>
        </p:txBody>
      </p:sp>
      <p:sp>
        <p:nvSpPr>
          <p:cNvPr id="4" name="Shape 2"/>
          <p:cNvSpPr/>
          <p:nvPr/>
        </p:nvSpPr>
        <p:spPr>
          <a:xfrm>
            <a:off x="0" y="6748272"/>
            <a:ext cx="12188952" cy="109728"/>
          </a:xfrm>
          <a:prstGeom prst="rect">
            <a:avLst/>
          </a:prstGeom>
          <a:solidFill>
            <a:srgbClr val="003362"/>
          </a:solidFill>
          <a:ln/>
        </p:spPr>
        <p:txBody>
          <a:bodyPr/>
          <a:lstStyle/>
          <a:p>
            <a:endParaRPr lang="nl-NL"/>
          </a:p>
        </p:txBody>
      </p:sp>
      <p:sp>
        <p:nvSpPr>
          <p:cNvPr id="5" name="Text 3"/>
          <p:cNvSpPr/>
          <p:nvPr/>
        </p:nvSpPr>
        <p:spPr>
          <a:xfrm>
            <a:off x="457200" y="6355080"/>
            <a:ext cx="5486400" cy="320040"/>
          </a:xfrm>
          <a:prstGeom prst="rect">
            <a:avLst/>
          </a:prstGeom>
          <a:noFill/>
          <a:ln/>
        </p:spPr>
        <p:txBody>
          <a:bodyPr wrap="square" rtlCol="0" anchor="ctr"/>
          <a:lstStyle/>
          <a:p>
            <a:pPr marL="0" indent="0">
              <a:buNone/>
            </a:pPr>
            <a:r>
              <a:rPr lang="en-US" sz="950" i="1" dirty="0">
                <a:solidFill>
                  <a:srgbClr val="6B7680"/>
                </a:solidFill>
                <a:latin typeface="Arial" pitchFamily="34" charset="0"/>
                <a:ea typeface="Arial" pitchFamily="34" charset="-122"/>
                <a:cs typeface="Arial" pitchFamily="34" charset="-120"/>
              </a:rPr>
              <a:t>Componenten</a:t>
            </a:r>
            <a:endParaRPr lang="en-US" sz="950" dirty="0"/>
          </a:p>
        </p:txBody>
      </p:sp>
      <p:sp>
        <p:nvSpPr>
          <p:cNvPr id="7" name="Text 5"/>
          <p:cNvSpPr/>
          <p:nvPr/>
        </p:nvSpPr>
        <p:spPr>
          <a:xfrm>
            <a:off x="9646920" y="292608"/>
            <a:ext cx="1600200" cy="329184"/>
          </a:xfrm>
          <a:prstGeom prst="rect">
            <a:avLst/>
          </a:prstGeom>
          <a:noFill/>
          <a:ln/>
        </p:spPr>
        <p:txBody>
          <a:bodyPr wrap="square" rtlCol="0" anchor="ctr"/>
          <a:lstStyle/>
          <a:p>
            <a:pPr marL="0" indent="0" algn="ctr">
              <a:buNone/>
            </a:pPr>
            <a:r>
              <a:rPr lang="en-US" sz="850" b="1" kern="0" spc="50" dirty="0">
                <a:solidFill>
                  <a:srgbClr val="FFFFFF"/>
                </a:solidFill>
                <a:latin typeface="Arial" pitchFamily="34" charset="0"/>
                <a:ea typeface="Arial" pitchFamily="34" charset="-122"/>
                <a:cs typeface="Arial" pitchFamily="34" charset="-120"/>
              </a:rPr>
              <a:t>NOG UIT TE WERKEN</a:t>
            </a:r>
            <a:endParaRPr lang="en-US" sz="850" dirty="0"/>
          </a:p>
        </p:txBody>
      </p:sp>
      <p:sp>
        <p:nvSpPr>
          <p:cNvPr id="8" name="Shape 6"/>
          <p:cNvSpPr/>
          <p:nvPr/>
        </p:nvSpPr>
        <p:spPr>
          <a:xfrm>
            <a:off x="502920" y="1463040"/>
            <a:ext cx="11183112" cy="1188720"/>
          </a:xfrm>
          <a:prstGeom prst="roundRect">
            <a:avLst>
              <a:gd name="adj" fmla="val 6154"/>
            </a:avLst>
          </a:prstGeom>
          <a:solidFill>
            <a:srgbClr val="F5F8FA"/>
          </a:solidFill>
          <a:ln w="12700">
            <a:solidFill>
              <a:srgbClr val="DCE6EA"/>
            </a:solidFill>
            <a:prstDash val="dash"/>
          </a:ln>
        </p:spPr>
        <p:txBody>
          <a:bodyPr/>
          <a:lstStyle/>
          <a:p>
            <a:endParaRPr lang="nl-NL" dirty="0"/>
          </a:p>
        </p:txBody>
      </p:sp>
      <p:sp>
        <p:nvSpPr>
          <p:cNvPr id="9" name="Text 7"/>
          <p:cNvSpPr/>
          <p:nvPr/>
        </p:nvSpPr>
        <p:spPr>
          <a:xfrm>
            <a:off x="914400" y="1874520"/>
            <a:ext cx="10332720" cy="457200"/>
          </a:xfrm>
          <a:prstGeom prst="rect">
            <a:avLst/>
          </a:prstGeom>
          <a:noFill/>
          <a:ln/>
        </p:spPr>
        <p:txBody>
          <a:bodyPr wrap="square" rtlCol="0" anchor="ctr"/>
          <a:lstStyle/>
          <a:p>
            <a:pPr marL="0" indent="0" algn="ctr">
              <a:buNone/>
            </a:pPr>
            <a:r>
              <a:rPr lang="en-US" sz="1250" i="1" dirty="0">
                <a:solidFill>
                  <a:srgbClr val="6B7680"/>
                </a:solidFill>
                <a:latin typeface="Arial" pitchFamily="34" charset="0"/>
                <a:ea typeface="Arial" pitchFamily="34" charset="-122"/>
                <a:cs typeface="Arial" pitchFamily="34" charset="-120"/>
              </a:rPr>
              <a:t>Hoe </a:t>
            </a:r>
            <a:r>
              <a:rPr lang="en-US" sz="1250" i="1" dirty="0" err="1">
                <a:solidFill>
                  <a:srgbClr val="6B7680"/>
                </a:solidFill>
                <a:latin typeface="Arial" pitchFamily="34" charset="0"/>
                <a:ea typeface="Arial" pitchFamily="34" charset="-122"/>
                <a:cs typeface="Arial" pitchFamily="34" charset="-120"/>
              </a:rPr>
              <a:t>kan</a:t>
            </a:r>
            <a:r>
              <a:rPr lang="en-US" sz="1250" i="1" dirty="0">
                <a:solidFill>
                  <a:srgbClr val="6B7680"/>
                </a:solidFill>
                <a:latin typeface="Arial" pitchFamily="34" charset="0"/>
                <a:ea typeface="Arial" pitchFamily="34" charset="-122"/>
                <a:cs typeface="Arial" pitchFamily="34" charset="-120"/>
              </a:rPr>
              <a:t> </a:t>
            </a:r>
            <a:r>
              <a:rPr lang="en-US" sz="1250" i="1" dirty="0" err="1">
                <a:solidFill>
                  <a:srgbClr val="6B7680"/>
                </a:solidFill>
                <a:latin typeface="Arial" pitchFamily="34" charset="0"/>
                <a:ea typeface="Arial" pitchFamily="34" charset="-122"/>
                <a:cs typeface="Arial" pitchFamily="34" charset="-120"/>
              </a:rPr>
              <a:t>Hasura</a:t>
            </a:r>
            <a:r>
              <a:rPr lang="en-US" sz="1250" i="1" dirty="0">
                <a:solidFill>
                  <a:srgbClr val="6B7680"/>
                </a:solidFill>
                <a:latin typeface="Arial" pitchFamily="34" charset="0"/>
                <a:ea typeface="Arial" pitchFamily="34" charset="-122"/>
                <a:cs typeface="Arial" pitchFamily="34" charset="-120"/>
              </a:rPr>
              <a:t> van </a:t>
            </a:r>
            <a:r>
              <a:rPr lang="en-US" sz="1250" i="1" dirty="0" err="1">
                <a:solidFill>
                  <a:srgbClr val="6B7680"/>
                </a:solidFill>
                <a:latin typeface="Arial" pitchFamily="34" charset="0"/>
                <a:ea typeface="Arial" pitchFamily="34" charset="-122"/>
                <a:cs typeface="Arial" pitchFamily="34" charset="-120"/>
              </a:rPr>
              <a:t>waarde</a:t>
            </a:r>
            <a:r>
              <a:rPr lang="en-US" sz="1250" i="1" dirty="0">
                <a:solidFill>
                  <a:srgbClr val="6B7680"/>
                </a:solidFill>
                <a:latin typeface="Arial" pitchFamily="34" charset="0"/>
                <a:ea typeface="Arial" pitchFamily="34" charset="-122"/>
                <a:cs typeface="Arial" pitchFamily="34" charset="-120"/>
              </a:rPr>
              <a:t> </a:t>
            </a:r>
            <a:r>
              <a:rPr lang="en-US" sz="1250" i="1" dirty="0" err="1">
                <a:solidFill>
                  <a:srgbClr val="6B7680"/>
                </a:solidFill>
                <a:latin typeface="Arial" pitchFamily="34" charset="0"/>
                <a:ea typeface="Arial" pitchFamily="34" charset="-122"/>
                <a:cs typeface="Arial" pitchFamily="34" charset="-120"/>
              </a:rPr>
              <a:t>zijn</a:t>
            </a:r>
            <a:r>
              <a:rPr lang="en-US" sz="1250" i="1" dirty="0">
                <a:solidFill>
                  <a:srgbClr val="6B7680"/>
                </a:solidFill>
                <a:latin typeface="Arial" pitchFamily="34" charset="0"/>
                <a:ea typeface="Arial" pitchFamily="34" charset="-122"/>
                <a:cs typeface="Arial" pitchFamily="34" charset="-120"/>
              </a:rPr>
              <a:t> </a:t>
            </a:r>
            <a:r>
              <a:rPr lang="en-US" sz="1250" i="1" dirty="0" err="1">
                <a:solidFill>
                  <a:srgbClr val="6B7680"/>
                </a:solidFill>
                <a:latin typeface="Arial" pitchFamily="34" charset="0"/>
                <a:ea typeface="Arial" pitchFamily="34" charset="-122"/>
                <a:cs typeface="Arial" pitchFamily="34" charset="-120"/>
              </a:rPr>
              <a:t>voor</a:t>
            </a:r>
            <a:r>
              <a:rPr lang="en-US" sz="1250" i="1" dirty="0">
                <a:solidFill>
                  <a:srgbClr val="6B7680"/>
                </a:solidFill>
                <a:latin typeface="Arial" pitchFamily="34" charset="0"/>
                <a:ea typeface="Arial" pitchFamily="34" charset="-122"/>
                <a:cs typeface="Arial" pitchFamily="34" charset="-120"/>
              </a:rPr>
              <a:t> </a:t>
            </a:r>
            <a:r>
              <a:rPr lang="en-US" sz="1250" i="1" dirty="0" err="1">
                <a:solidFill>
                  <a:srgbClr val="6B7680"/>
                </a:solidFill>
                <a:latin typeface="Arial" pitchFamily="34" charset="0"/>
                <a:ea typeface="Arial" pitchFamily="34" charset="-122"/>
                <a:cs typeface="Arial" pitchFamily="34" charset="-120"/>
              </a:rPr>
              <a:t>deze</a:t>
            </a:r>
            <a:r>
              <a:rPr lang="en-US" sz="1250" i="1" dirty="0">
                <a:solidFill>
                  <a:srgbClr val="6B7680"/>
                </a:solidFill>
                <a:latin typeface="Arial" pitchFamily="34" charset="0"/>
                <a:ea typeface="Arial" pitchFamily="34" charset="-122"/>
                <a:cs typeface="Arial" pitchFamily="34" charset="-120"/>
              </a:rPr>
              <a:t> </a:t>
            </a:r>
            <a:r>
              <a:rPr lang="en-US" sz="1250" i="1" dirty="0" err="1">
                <a:solidFill>
                  <a:srgbClr val="6B7680"/>
                </a:solidFill>
                <a:latin typeface="Arial" pitchFamily="34" charset="0"/>
                <a:ea typeface="Arial" pitchFamily="34" charset="-122"/>
                <a:cs typeface="Arial" pitchFamily="34" charset="-120"/>
              </a:rPr>
              <a:t>implementatie</a:t>
            </a:r>
            <a:r>
              <a:rPr lang="en-US" sz="1250" i="1" dirty="0">
                <a:solidFill>
                  <a:srgbClr val="6B7680"/>
                </a:solidFill>
                <a:latin typeface="Arial" pitchFamily="34" charset="0"/>
                <a:ea typeface="Arial" pitchFamily="34" charset="-122"/>
                <a:cs typeface="Arial" pitchFamily="34" charset="-120"/>
              </a:rPr>
              <a:t>? – Denk </a:t>
            </a:r>
            <a:r>
              <a:rPr lang="en-US" sz="1250" i="1" dirty="0" err="1">
                <a:solidFill>
                  <a:srgbClr val="6B7680"/>
                </a:solidFill>
                <a:latin typeface="Arial" pitchFamily="34" charset="0"/>
                <a:ea typeface="Arial" pitchFamily="34" charset="-122"/>
                <a:cs typeface="Arial" pitchFamily="34" charset="-120"/>
              </a:rPr>
              <a:t>aan</a:t>
            </a:r>
            <a:r>
              <a:rPr lang="en-US" sz="1250" i="1" dirty="0">
                <a:solidFill>
                  <a:srgbClr val="6B7680"/>
                </a:solidFill>
                <a:latin typeface="Arial" pitchFamily="34" charset="0"/>
                <a:ea typeface="Arial" pitchFamily="34" charset="-122"/>
                <a:cs typeface="Arial" pitchFamily="34" charset="-120"/>
              </a:rPr>
              <a:t> </a:t>
            </a:r>
            <a:r>
              <a:rPr lang="en-US" sz="1250" i="1" dirty="0" err="1">
                <a:solidFill>
                  <a:srgbClr val="6B7680"/>
                </a:solidFill>
                <a:latin typeface="Arial" pitchFamily="34" charset="0"/>
                <a:ea typeface="Arial" pitchFamily="34" charset="-122"/>
                <a:cs typeface="Arial" pitchFamily="34" charset="-120"/>
              </a:rPr>
              <a:t>relationele</a:t>
            </a:r>
            <a:r>
              <a:rPr lang="en-US" sz="1250" i="1" dirty="0">
                <a:solidFill>
                  <a:srgbClr val="6B7680"/>
                </a:solidFill>
                <a:latin typeface="Arial" pitchFamily="34" charset="0"/>
                <a:ea typeface="Arial" pitchFamily="34" charset="-122"/>
                <a:cs typeface="Arial" pitchFamily="34" charset="-120"/>
              </a:rPr>
              <a:t> data, </a:t>
            </a:r>
            <a:r>
              <a:rPr lang="en-US" sz="1250" i="1" dirty="0" err="1">
                <a:solidFill>
                  <a:srgbClr val="6B7680"/>
                </a:solidFill>
                <a:latin typeface="Arial" pitchFamily="34" charset="0"/>
                <a:ea typeface="Arial" pitchFamily="34" charset="-122"/>
                <a:cs typeface="Arial" pitchFamily="34" charset="-120"/>
              </a:rPr>
              <a:t>gebruik</a:t>
            </a:r>
            <a:r>
              <a:rPr lang="en-US" sz="1250" i="1" dirty="0">
                <a:solidFill>
                  <a:srgbClr val="6B7680"/>
                </a:solidFill>
                <a:latin typeface="Arial" pitchFamily="34" charset="0"/>
                <a:ea typeface="Arial" pitchFamily="34" charset="-122"/>
                <a:cs typeface="Arial" pitchFamily="34" charset="-120"/>
              </a:rPr>
              <a:t> van </a:t>
            </a:r>
            <a:r>
              <a:rPr lang="en-US" sz="1250" i="1" dirty="0" err="1">
                <a:solidFill>
                  <a:srgbClr val="6B7680"/>
                </a:solidFill>
                <a:latin typeface="Arial" pitchFamily="34" charset="0"/>
                <a:ea typeface="Arial" pitchFamily="34" charset="-122"/>
                <a:cs typeface="Arial" pitchFamily="34" charset="-120"/>
              </a:rPr>
              <a:t>stamtabellen</a:t>
            </a:r>
            <a:r>
              <a:rPr lang="en-US" sz="1250" i="1" dirty="0">
                <a:solidFill>
                  <a:srgbClr val="6B7680"/>
                </a:solidFill>
                <a:latin typeface="Arial" pitchFamily="34" charset="0"/>
                <a:ea typeface="Arial" pitchFamily="34" charset="-122"/>
                <a:cs typeface="Arial" pitchFamily="34" charset="-120"/>
              </a:rPr>
              <a:t> etc.</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274320"/>
            <a:ext cx="960120" cy="960120"/>
          </a:xfrm>
          <a:prstGeom prst="diamond">
            <a:avLst/>
          </a:prstGeom>
          <a:ln w="63500">
            <a:solidFill>
              <a:srgbClr val="89CDF2"/>
            </a:solidFill>
            <a:prstDash val="solid"/>
          </a:ln>
        </p:spPr>
        <p:txBody>
          <a:bodyPr/>
          <a:lstStyle/>
          <a:p>
            <a:endParaRPr lang="nl-NL"/>
          </a:p>
        </p:txBody>
      </p:sp>
      <p:sp>
        <p:nvSpPr>
          <p:cNvPr id="3" name="Text 1"/>
          <p:cNvSpPr/>
          <p:nvPr/>
        </p:nvSpPr>
        <p:spPr>
          <a:xfrm>
            <a:off x="502920" y="384048"/>
            <a:ext cx="10515600" cy="640080"/>
          </a:xfrm>
          <a:prstGeom prst="rect">
            <a:avLst/>
          </a:prstGeom>
          <a:noFill/>
          <a:ln/>
        </p:spPr>
        <p:txBody>
          <a:bodyPr wrap="square" rtlCol="0" anchor="ctr"/>
          <a:lstStyle/>
          <a:p>
            <a:pPr marL="0" indent="0">
              <a:buNone/>
            </a:pPr>
            <a:r>
              <a:rPr lang="en-US" sz="2600" b="1" dirty="0">
                <a:solidFill>
                  <a:srgbClr val="003362"/>
                </a:solidFill>
                <a:latin typeface="Helvetica" pitchFamily="34" charset="0"/>
                <a:ea typeface="Helvetica" pitchFamily="34" charset="-122"/>
                <a:cs typeface="Helvetica" pitchFamily="34" charset="-120"/>
              </a:rPr>
              <a:t>Applicatie architectuur: Componenten</a:t>
            </a:r>
            <a:endParaRPr lang="en-US" sz="2600" dirty="0"/>
          </a:p>
        </p:txBody>
      </p:sp>
      <p:sp>
        <p:nvSpPr>
          <p:cNvPr id="4" name="Shape 2"/>
          <p:cNvSpPr/>
          <p:nvPr/>
        </p:nvSpPr>
        <p:spPr>
          <a:xfrm>
            <a:off x="0" y="6748272"/>
            <a:ext cx="12188952" cy="109728"/>
          </a:xfrm>
          <a:prstGeom prst="rect">
            <a:avLst/>
          </a:prstGeom>
          <a:solidFill>
            <a:srgbClr val="003362"/>
          </a:solidFill>
          <a:ln/>
        </p:spPr>
        <p:txBody>
          <a:bodyPr/>
          <a:lstStyle/>
          <a:p>
            <a:endParaRPr lang="nl-NL"/>
          </a:p>
        </p:txBody>
      </p:sp>
      <p:sp>
        <p:nvSpPr>
          <p:cNvPr id="5" name="Text 3"/>
          <p:cNvSpPr/>
          <p:nvPr/>
        </p:nvSpPr>
        <p:spPr>
          <a:xfrm>
            <a:off x="457200" y="6355080"/>
            <a:ext cx="5486400" cy="320040"/>
          </a:xfrm>
          <a:prstGeom prst="rect">
            <a:avLst/>
          </a:prstGeom>
          <a:noFill/>
          <a:ln/>
        </p:spPr>
        <p:txBody>
          <a:bodyPr wrap="square" rtlCol="0" anchor="ctr"/>
          <a:lstStyle/>
          <a:p>
            <a:pPr marL="0" indent="0">
              <a:buNone/>
            </a:pPr>
            <a:r>
              <a:rPr lang="en-US" sz="950" i="1" dirty="0">
                <a:solidFill>
                  <a:srgbClr val="6B7680"/>
                </a:solidFill>
                <a:latin typeface="Arial" pitchFamily="34" charset="0"/>
                <a:ea typeface="Arial" pitchFamily="34" charset="-122"/>
                <a:cs typeface="Arial" pitchFamily="34" charset="-120"/>
              </a:rPr>
              <a:t>Componenten</a:t>
            </a:r>
            <a:endParaRPr lang="en-US" sz="950" dirty="0"/>
          </a:p>
        </p:txBody>
      </p:sp>
      <p:sp>
        <p:nvSpPr>
          <p:cNvPr id="6" name="Shape 4"/>
          <p:cNvSpPr/>
          <p:nvPr/>
        </p:nvSpPr>
        <p:spPr>
          <a:xfrm>
            <a:off x="9921240" y="292608"/>
            <a:ext cx="1325880" cy="329184"/>
          </a:xfrm>
          <a:prstGeom prst="roundRect">
            <a:avLst>
              <a:gd name="adj" fmla="val 50000"/>
            </a:avLst>
          </a:prstGeom>
          <a:solidFill>
            <a:srgbClr val="E76734"/>
          </a:solidFill>
          <a:ln/>
        </p:spPr>
        <p:txBody>
          <a:bodyPr/>
          <a:lstStyle/>
          <a:p>
            <a:endParaRPr lang="nl-NL"/>
          </a:p>
        </p:txBody>
      </p:sp>
      <p:sp>
        <p:nvSpPr>
          <p:cNvPr id="7" name="Text 5"/>
          <p:cNvSpPr/>
          <p:nvPr/>
        </p:nvSpPr>
        <p:spPr>
          <a:xfrm>
            <a:off x="9921240" y="292608"/>
            <a:ext cx="1325880" cy="329184"/>
          </a:xfrm>
          <a:prstGeom prst="rect">
            <a:avLst/>
          </a:prstGeom>
          <a:noFill/>
          <a:ln/>
        </p:spPr>
        <p:txBody>
          <a:bodyPr wrap="square" rtlCol="0" anchor="ctr"/>
          <a:lstStyle/>
          <a:p>
            <a:pPr marL="0" indent="0" algn="ctr">
              <a:buNone/>
            </a:pPr>
            <a:r>
              <a:rPr lang="en-US" sz="1000" b="1" kern="0" spc="50" dirty="0">
                <a:solidFill>
                  <a:srgbClr val="FFFFFF"/>
                </a:solidFill>
                <a:latin typeface="Arial" pitchFamily="34" charset="0"/>
                <a:ea typeface="Arial" pitchFamily="34" charset="-122"/>
                <a:cs typeface="Arial" pitchFamily="34" charset="-120"/>
              </a:rPr>
              <a:t>VOORBEELD</a:t>
            </a:r>
            <a:endParaRPr lang="en-US" sz="1000" dirty="0"/>
          </a:p>
        </p:txBody>
      </p:sp>
      <p:sp>
        <p:nvSpPr>
          <p:cNvPr id="8" name="Text 6"/>
          <p:cNvSpPr/>
          <p:nvPr/>
        </p:nvSpPr>
        <p:spPr>
          <a:xfrm>
            <a:off x="502920" y="868680"/>
            <a:ext cx="11155680" cy="457200"/>
          </a:xfrm>
          <a:prstGeom prst="rect">
            <a:avLst/>
          </a:prstGeom>
          <a:noFill/>
          <a:ln/>
        </p:spPr>
        <p:txBody>
          <a:bodyPr wrap="square" rtlCol="0" anchor="ctr"/>
          <a:lstStyle/>
          <a:p>
            <a:pPr marL="0" indent="0">
              <a:lnSpc>
                <a:spcPts val="1400"/>
              </a:lnSpc>
              <a:buNone/>
            </a:pPr>
            <a:r>
              <a:rPr lang="en-US" sz="1150" i="1" dirty="0">
                <a:solidFill>
                  <a:srgbClr val="6B7680"/>
                </a:solidFill>
                <a:latin typeface="Arial" pitchFamily="34" charset="0"/>
                <a:ea typeface="Arial" pitchFamily="34" charset="-122"/>
                <a:cs typeface="Arial" pitchFamily="34" charset="-120"/>
              </a:rPr>
              <a:t>Ondanks dat GZAC een user-facing applicatie is, is het onderdeel van een groter geheel: het ZGW-platform. Dit platform bestaat uit componenten die gezamenlijk zorgen voor de data-opslag.</a:t>
            </a:r>
            <a:endParaRPr lang="en-US" sz="1150" dirty="0"/>
          </a:p>
        </p:txBody>
      </p:sp>
      <p:sp>
        <p:nvSpPr>
          <p:cNvPr id="9" name="Shape 7"/>
          <p:cNvSpPr/>
          <p:nvPr/>
        </p:nvSpPr>
        <p:spPr>
          <a:xfrm>
            <a:off x="502920" y="2551176"/>
            <a:ext cx="777240" cy="777240"/>
          </a:xfrm>
          <a:prstGeom prst="roundRect">
            <a:avLst>
              <a:gd name="adj" fmla="val 11765"/>
            </a:avLst>
          </a:prstGeom>
          <a:solidFill>
            <a:srgbClr val="F5F8FA"/>
          </a:solidFill>
          <a:ln w="19050">
            <a:solidFill>
              <a:srgbClr val="E76734"/>
            </a:solidFill>
            <a:prstDash val="solid"/>
          </a:ln>
        </p:spPr>
        <p:txBody>
          <a:bodyPr/>
          <a:lstStyle/>
          <a:p>
            <a:endParaRPr lang="nl-NL"/>
          </a:p>
        </p:txBody>
      </p:sp>
      <p:sp>
        <p:nvSpPr>
          <p:cNvPr id="10" name="Shape 8"/>
          <p:cNvSpPr/>
          <p:nvPr/>
        </p:nvSpPr>
        <p:spPr>
          <a:xfrm>
            <a:off x="772668" y="2729484"/>
            <a:ext cx="237744" cy="310896"/>
          </a:xfrm>
          <a:prstGeom prst="rect">
            <a:avLst/>
          </a:prstGeom>
          <a:ln w="19050">
            <a:solidFill>
              <a:srgbClr val="E76734"/>
            </a:solidFill>
            <a:prstDash val="solid"/>
          </a:ln>
        </p:spPr>
        <p:txBody>
          <a:bodyPr/>
          <a:lstStyle/>
          <a:p>
            <a:endParaRPr lang="nl-NL"/>
          </a:p>
        </p:txBody>
      </p:sp>
      <p:sp>
        <p:nvSpPr>
          <p:cNvPr id="11" name="Shape 9"/>
          <p:cNvSpPr/>
          <p:nvPr/>
        </p:nvSpPr>
        <p:spPr>
          <a:xfrm>
            <a:off x="827532" y="2830068"/>
            <a:ext cx="128016" cy="0"/>
          </a:xfrm>
          <a:prstGeom prst="line">
            <a:avLst/>
          </a:prstGeom>
          <a:noFill/>
          <a:ln w="9525">
            <a:solidFill>
              <a:srgbClr val="E76734"/>
            </a:solidFill>
            <a:prstDash val="solid"/>
          </a:ln>
        </p:spPr>
        <p:txBody>
          <a:bodyPr/>
          <a:lstStyle/>
          <a:p>
            <a:endParaRPr lang="nl-NL"/>
          </a:p>
        </p:txBody>
      </p:sp>
      <p:sp>
        <p:nvSpPr>
          <p:cNvPr id="12" name="Shape 10"/>
          <p:cNvSpPr/>
          <p:nvPr/>
        </p:nvSpPr>
        <p:spPr>
          <a:xfrm>
            <a:off x="827532" y="2903220"/>
            <a:ext cx="128016" cy="0"/>
          </a:xfrm>
          <a:prstGeom prst="line">
            <a:avLst/>
          </a:prstGeom>
          <a:noFill/>
          <a:ln w="9525">
            <a:solidFill>
              <a:srgbClr val="E76734"/>
            </a:solidFill>
            <a:prstDash val="solid"/>
          </a:ln>
        </p:spPr>
        <p:txBody>
          <a:bodyPr/>
          <a:lstStyle/>
          <a:p>
            <a:endParaRPr lang="nl-NL"/>
          </a:p>
        </p:txBody>
      </p:sp>
      <p:sp>
        <p:nvSpPr>
          <p:cNvPr id="13" name="Shape 11"/>
          <p:cNvSpPr/>
          <p:nvPr/>
        </p:nvSpPr>
        <p:spPr>
          <a:xfrm>
            <a:off x="827532" y="2976372"/>
            <a:ext cx="128016" cy="0"/>
          </a:xfrm>
          <a:prstGeom prst="line">
            <a:avLst/>
          </a:prstGeom>
          <a:noFill/>
          <a:ln w="9525">
            <a:solidFill>
              <a:srgbClr val="E76734"/>
            </a:solidFill>
            <a:prstDash val="solid"/>
          </a:ln>
        </p:spPr>
        <p:txBody>
          <a:bodyPr/>
          <a:lstStyle/>
          <a:p>
            <a:endParaRPr lang="nl-NL"/>
          </a:p>
        </p:txBody>
      </p:sp>
      <p:sp>
        <p:nvSpPr>
          <p:cNvPr id="14" name="Text 12"/>
          <p:cNvSpPr/>
          <p:nvPr/>
        </p:nvSpPr>
        <p:spPr>
          <a:xfrm>
            <a:off x="274320" y="3374136"/>
            <a:ext cx="1234440" cy="274320"/>
          </a:xfrm>
          <a:prstGeom prst="rect">
            <a:avLst/>
          </a:prstGeom>
          <a:noFill/>
          <a:ln/>
        </p:spPr>
        <p:txBody>
          <a:bodyPr wrap="square" rtlCol="0" anchor="ctr"/>
          <a:lstStyle/>
          <a:p>
            <a:pPr marL="0" indent="0" algn="ctr">
              <a:buNone/>
            </a:pPr>
            <a:r>
              <a:rPr lang="en-US" sz="850" b="1" dirty="0">
                <a:solidFill>
                  <a:srgbClr val="E76734"/>
                </a:solidFill>
                <a:latin typeface="Arial" pitchFamily="34" charset="0"/>
                <a:ea typeface="Arial" pitchFamily="34" charset="-122"/>
                <a:cs typeface="Arial" pitchFamily="34" charset="-120"/>
              </a:rPr>
              <a:t>Verzoek</a:t>
            </a:r>
            <a:endParaRPr lang="en-US" sz="850" dirty="0"/>
          </a:p>
        </p:txBody>
      </p:sp>
      <p:sp>
        <p:nvSpPr>
          <p:cNvPr id="15" name="Shape 13"/>
          <p:cNvSpPr/>
          <p:nvPr/>
        </p:nvSpPr>
        <p:spPr>
          <a:xfrm>
            <a:off x="1508760" y="2857500"/>
            <a:ext cx="411480" cy="164592"/>
          </a:xfrm>
          <a:prstGeom prst="rightArrow">
            <a:avLst/>
          </a:prstGeom>
          <a:solidFill>
            <a:srgbClr val="D8DEDF"/>
          </a:solidFill>
          <a:ln/>
        </p:spPr>
        <p:txBody>
          <a:bodyPr/>
          <a:lstStyle/>
          <a:p>
            <a:endParaRPr lang="nl-NL"/>
          </a:p>
        </p:txBody>
      </p:sp>
      <p:sp>
        <p:nvSpPr>
          <p:cNvPr id="16" name="Shape 14"/>
          <p:cNvSpPr/>
          <p:nvPr/>
        </p:nvSpPr>
        <p:spPr>
          <a:xfrm>
            <a:off x="2148840" y="2414016"/>
            <a:ext cx="7406640" cy="1691640"/>
          </a:xfrm>
          <a:prstGeom prst="roundRect">
            <a:avLst>
              <a:gd name="adj" fmla="val 4324"/>
            </a:avLst>
          </a:prstGeom>
          <a:ln w="12700">
            <a:solidFill>
              <a:srgbClr val="C7D2D6"/>
            </a:solidFill>
            <a:prstDash val="dash"/>
          </a:ln>
        </p:spPr>
        <p:txBody>
          <a:bodyPr/>
          <a:lstStyle/>
          <a:p>
            <a:endParaRPr lang="nl-NL"/>
          </a:p>
        </p:txBody>
      </p:sp>
      <p:sp>
        <p:nvSpPr>
          <p:cNvPr id="17" name="Shape 15"/>
          <p:cNvSpPr/>
          <p:nvPr/>
        </p:nvSpPr>
        <p:spPr>
          <a:xfrm>
            <a:off x="2948940" y="2551176"/>
            <a:ext cx="777240" cy="777240"/>
          </a:xfrm>
          <a:prstGeom prst="roundRect">
            <a:avLst>
              <a:gd name="adj" fmla="val 11765"/>
            </a:avLst>
          </a:prstGeom>
          <a:solidFill>
            <a:srgbClr val="F5F8FA"/>
          </a:solidFill>
          <a:ln w="19050">
            <a:solidFill>
              <a:srgbClr val="003362"/>
            </a:solidFill>
            <a:prstDash val="solid"/>
          </a:ln>
        </p:spPr>
        <p:txBody>
          <a:bodyPr/>
          <a:lstStyle/>
          <a:p>
            <a:endParaRPr lang="nl-NL"/>
          </a:p>
        </p:txBody>
      </p:sp>
      <p:sp>
        <p:nvSpPr>
          <p:cNvPr id="18" name="Shape 16"/>
          <p:cNvSpPr/>
          <p:nvPr/>
        </p:nvSpPr>
        <p:spPr>
          <a:xfrm>
            <a:off x="3182112" y="2793492"/>
            <a:ext cx="310896" cy="201168"/>
          </a:xfrm>
          <a:prstGeom prst="roundRect">
            <a:avLst>
              <a:gd name="adj" fmla="val 13636"/>
            </a:avLst>
          </a:prstGeom>
          <a:ln w="19050">
            <a:solidFill>
              <a:srgbClr val="003362"/>
            </a:solidFill>
            <a:prstDash val="solid"/>
          </a:ln>
        </p:spPr>
        <p:txBody>
          <a:bodyPr/>
          <a:lstStyle/>
          <a:p>
            <a:endParaRPr lang="nl-NL"/>
          </a:p>
        </p:txBody>
      </p:sp>
      <p:sp>
        <p:nvSpPr>
          <p:cNvPr id="19" name="Shape 17"/>
          <p:cNvSpPr/>
          <p:nvPr/>
        </p:nvSpPr>
        <p:spPr>
          <a:xfrm>
            <a:off x="3182112" y="2738628"/>
            <a:ext cx="146304" cy="73152"/>
          </a:xfrm>
          <a:prstGeom prst="roundRect">
            <a:avLst>
              <a:gd name="adj" fmla="val 25000"/>
            </a:avLst>
          </a:prstGeom>
          <a:ln w="19050">
            <a:solidFill>
              <a:srgbClr val="003362"/>
            </a:solidFill>
            <a:prstDash val="solid"/>
          </a:ln>
        </p:spPr>
        <p:txBody>
          <a:bodyPr/>
          <a:lstStyle/>
          <a:p>
            <a:endParaRPr lang="nl-NL"/>
          </a:p>
        </p:txBody>
      </p:sp>
      <p:sp>
        <p:nvSpPr>
          <p:cNvPr id="20" name="Text 18"/>
          <p:cNvSpPr/>
          <p:nvPr/>
        </p:nvSpPr>
        <p:spPr>
          <a:xfrm>
            <a:off x="2720340" y="3374136"/>
            <a:ext cx="1234440" cy="365760"/>
          </a:xfrm>
          <a:prstGeom prst="rect">
            <a:avLst/>
          </a:prstGeom>
          <a:noFill/>
          <a:ln/>
        </p:spPr>
        <p:txBody>
          <a:bodyPr wrap="square" rtlCol="0" anchor="ctr"/>
          <a:lstStyle/>
          <a:p>
            <a:pPr marL="0" indent="0" algn="ctr">
              <a:lnSpc>
                <a:spcPts val="950"/>
              </a:lnSpc>
              <a:buNone/>
            </a:pPr>
            <a:r>
              <a:rPr lang="en-US" sz="850" b="1" dirty="0">
                <a:solidFill>
                  <a:srgbClr val="003362"/>
                </a:solidFill>
                <a:latin typeface="Arial" pitchFamily="34" charset="0"/>
                <a:ea typeface="Arial" pitchFamily="34" charset="-122"/>
                <a:cs typeface="Arial" pitchFamily="34" charset="-120"/>
              </a:rPr>
              <a:t>Zaak-</a:t>
            </a:r>
            <a:endParaRPr lang="en-US" sz="850" dirty="0"/>
          </a:p>
          <a:p>
            <a:pPr marL="0" indent="0" algn="ctr">
              <a:lnSpc>
                <a:spcPts val="950"/>
              </a:lnSpc>
              <a:buNone/>
            </a:pPr>
            <a:r>
              <a:rPr lang="en-US" sz="850" b="1" dirty="0">
                <a:solidFill>
                  <a:srgbClr val="003362"/>
                </a:solidFill>
                <a:latin typeface="Arial" pitchFamily="34" charset="0"/>
                <a:ea typeface="Arial" pitchFamily="34" charset="-122"/>
                <a:cs typeface="Arial" pitchFamily="34" charset="-120"/>
              </a:rPr>
              <a:t>metagegevens</a:t>
            </a:r>
            <a:endParaRPr lang="en-US" sz="850" dirty="0"/>
          </a:p>
        </p:txBody>
      </p:sp>
      <p:sp>
        <p:nvSpPr>
          <p:cNvPr id="21" name="Shape 19"/>
          <p:cNvSpPr/>
          <p:nvPr/>
        </p:nvSpPr>
        <p:spPr>
          <a:xfrm>
            <a:off x="3954780" y="2551176"/>
            <a:ext cx="777240" cy="777240"/>
          </a:xfrm>
          <a:prstGeom prst="roundRect">
            <a:avLst>
              <a:gd name="adj" fmla="val 11765"/>
            </a:avLst>
          </a:prstGeom>
          <a:solidFill>
            <a:srgbClr val="F5F8FA"/>
          </a:solidFill>
          <a:ln w="19050">
            <a:solidFill>
              <a:srgbClr val="003362"/>
            </a:solidFill>
            <a:prstDash val="solid"/>
          </a:ln>
        </p:spPr>
        <p:txBody>
          <a:bodyPr/>
          <a:lstStyle/>
          <a:p>
            <a:endParaRPr lang="nl-NL"/>
          </a:p>
        </p:txBody>
      </p:sp>
      <p:sp>
        <p:nvSpPr>
          <p:cNvPr id="22" name="Shape 20"/>
          <p:cNvSpPr/>
          <p:nvPr/>
        </p:nvSpPr>
        <p:spPr>
          <a:xfrm>
            <a:off x="4206240" y="2752344"/>
            <a:ext cx="274320" cy="82296"/>
          </a:xfrm>
          <a:prstGeom prst="ellipse">
            <a:avLst/>
          </a:prstGeom>
          <a:ln w="15875">
            <a:solidFill>
              <a:srgbClr val="003362"/>
            </a:solidFill>
            <a:prstDash val="solid"/>
          </a:ln>
        </p:spPr>
        <p:txBody>
          <a:bodyPr/>
          <a:lstStyle/>
          <a:p>
            <a:endParaRPr lang="nl-NL"/>
          </a:p>
        </p:txBody>
      </p:sp>
      <p:sp>
        <p:nvSpPr>
          <p:cNvPr id="23" name="Shape 21"/>
          <p:cNvSpPr/>
          <p:nvPr/>
        </p:nvSpPr>
        <p:spPr>
          <a:xfrm>
            <a:off x="4206240" y="2843784"/>
            <a:ext cx="274320" cy="82296"/>
          </a:xfrm>
          <a:prstGeom prst="ellipse">
            <a:avLst/>
          </a:prstGeom>
          <a:ln w="15875">
            <a:solidFill>
              <a:srgbClr val="003362"/>
            </a:solidFill>
            <a:prstDash val="solid"/>
          </a:ln>
        </p:spPr>
        <p:txBody>
          <a:bodyPr/>
          <a:lstStyle/>
          <a:p>
            <a:endParaRPr lang="nl-NL"/>
          </a:p>
        </p:txBody>
      </p:sp>
      <p:sp>
        <p:nvSpPr>
          <p:cNvPr id="24" name="Shape 22"/>
          <p:cNvSpPr/>
          <p:nvPr/>
        </p:nvSpPr>
        <p:spPr>
          <a:xfrm>
            <a:off x="4206240" y="2935224"/>
            <a:ext cx="274320" cy="82296"/>
          </a:xfrm>
          <a:prstGeom prst="ellipse">
            <a:avLst/>
          </a:prstGeom>
          <a:ln w="15875">
            <a:solidFill>
              <a:srgbClr val="003362"/>
            </a:solidFill>
            <a:prstDash val="solid"/>
          </a:ln>
        </p:spPr>
        <p:txBody>
          <a:bodyPr/>
          <a:lstStyle/>
          <a:p>
            <a:endParaRPr lang="nl-NL"/>
          </a:p>
        </p:txBody>
      </p:sp>
      <p:sp>
        <p:nvSpPr>
          <p:cNvPr id="25" name="Text 23"/>
          <p:cNvSpPr/>
          <p:nvPr/>
        </p:nvSpPr>
        <p:spPr>
          <a:xfrm>
            <a:off x="3726180" y="3374136"/>
            <a:ext cx="1234440" cy="365760"/>
          </a:xfrm>
          <a:prstGeom prst="rect">
            <a:avLst/>
          </a:prstGeom>
          <a:noFill/>
          <a:ln/>
        </p:spPr>
        <p:txBody>
          <a:bodyPr wrap="square" rtlCol="0" anchor="ctr"/>
          <a:lstStyle/>
          <a:p>
            <a:pPr marL="0" indent="0" algn="ctr">
              <a:lnSpc>
                <a:spcPts val="950"/>
              </a:lnSpc>
              <a:buNone/>
            </a:pPr>
            <a:r>
              <a:rPr lang="en-US" sz="850" b="1" dirty="0">
                <a:solidFill>
                  <a:srgbClr val="003362"/>
                </a:solidFill>
                <a:latin typeface="Arial" pitchFamily="34" charset="0"/>
                <a:ea typeface="Arial" pitchFamily="34" charset="-122"/>
                <a:cs typeface="Arial" pitchFamily="34" charset="-120"/>
              </a:rPr>
              <a:t>Zaak-</a:t>
            </a:r>
            <a:endParaRPr lang="en-US" sz="850" dirty="0"/>
          </a:p>
          <a:p>
            <a:pPr marL="0" indent="0" algn="ctr">
              <a:lnSpc>
                <a:spcPts val="950"/>
              </a:lnSpc>
              <a:buNone/>
            </a:pPr>
            <a:r>
              <a:rPr lang="en-US" sz="850" b="1" dirty="0">
                <a:solidFill>
                  <a:srgbClr val="003362"/>
                </a:solidFill>
                <a:latin typeface="Arial" pitchFamily="34" charset="0"/>
                <a:ea typeface="Arial" pitchFamily="34" charset="-122"/>
                <a:cs typeface="Arial" pitchFamily="34" charset="-120"/>
              </a:rPr>
              <a:t>detail</a:t>
            </a:r>
            <a:endParaRPr lang="en-US" sz="850" dirty="0"/>
          </a:p>
        </p:txBody>
      </p:sp>
      <p:sp>
        <p:nvSpPr>
          <p:cNvPr id="26" name="Shape 24"/>
          <p:cNvSpPr/>
          <p:nvPr/>
        </p:nvSpPr>
        <p:spPr>
          <a:xfrm>
            <a:off x="4960620" y="2551176"/>
            <a:ext cx="777240" cy="777240"/>
          </a:xfrm>
          <a:prstGeom prst="roundRect">
            <a:avLst>
              <a:gd name="adj" fmla="val 11765"/>
            </a:avLst>
          </a:prstGeom>
          <a:solidFill>
            <a:srgbClr val="F5F8FA"/>
          </a:solidFill>
          <a:ln w="19050">
            <a:solidFill>
              <a:srgbClr val="003362"/>
            </a:solidFill>
            <a:prstDash val="solid"/>
          </a:ln>
        </p:spPr>
        <p:txBody>
          <a:bodyPr/>
          <a:lstStyle/>
          <a:p>
            <a:endParaRPr lang="nl-NL"/>
          </a:p>
        </p:txBody>
      </p:sp>
      <p:sp>
        <p:nvSpPr>
          <p:cNvPr id="27" name="Shape 25"/>
          <p:cNvSpPr/>
          <p:nvPr/>
        </p:nvSpPr>
        <p:spPr>
          <a:xfrm>
            <a:off x="5202936" y="2702052"/>
            <a:ext cx="292608" cy="128016"/>
          </a:xfrm>
          <a:prstGeom prst="roundRect">
            <a:avLst>
              <a:gd name="adj" fmla="val 14286"/>
            </a:avLst>
          </a:prstGeom>
          <a:ln w="15875">
            <a:solidFill>
              <a:srgbClr val="003362"/>
            </a:solidFill>
            <a:prstDash val="solid"/>
          </a:ln>
        </p:spPr>
        <p:txBody>
          <a:bodyPr/>
          <a:lstStyle/>
          <a:p>
            <a:endParaRPr lang="nl-NL"/>
          </a:p>
        </p:txBody>
      </p:sp>
      <p:sp>
        <p:nvSpPr>
          <p:cNvPr id="28" name="Shape 26"/>
          <p:cNvSpPr/>
          <p:nvPr/>
        </p:nvSpPr>
        <p:spPr>
          <a:xfrm>
            <a:off x="5202936" y="2903220"/>
            <a:ext cx="118872" cy="118872"/>
          </a:xfrm>
          <a:prstGeom prst="rect">
            <a:avLst/>
          </a:prstGeom>
          <a:ln w="13970">
            <a:solidFill>
              <a:srgbClr val="003362"/>
            </a:solidFill>
            <a:prstDash val="solid"/>
          </a:ln>
        </p:spPr>
        <p:txBody>
          <a:bodyPr/>
          <a:lstStyle/>
          <a:p>
            <a:endParaRPr lang="nl-NL"/>
          </a:p>
        </p:txBody>
      </p:sp>
      <p:sp>
        <p:nvSpPr>
          <p:cNvPr id="29" name="Shape 27"/>
          <p:cNvSpPr/>
          <p:nvPr/>
        </p:nvSpPr>
        <p:spPr>
          <a:xfrm>
            <a:off x="5330952" y="2903220"/>
            <a:ext cx="118872" cy="118872"/>
          </a:xfrm>
          <a:prstGeom prst="rect">
            <a:avLst/>
          </a:prstGeom>
          <a:ln w="13970">
            <a:solidFill>
              <a:srgbClr val="003362"/>
            </a:solidFill>
            <a:prstDash val="solid"/>
          </a:ln>
        </p:spPr>
        <p:txBody>
          <a:bodyPr/>
          <a:lstStyle/>
          <a:p>
            <a:endParaRPr lang="nl-NL"/>
          </a:p>
        </p:txBody>
      </p:sp>
      <p:sp>
        <p:nvSpPr>
          <p:cNvPr id="30" name="Shape 28"/>
          <p:cNvSpPr/>
          <p:nvPr/>
        </p:nvSpPr>
        <p:spPr>
          <a:xfrm>
            <a:off x="5468112" y="2903220"/>
            <a:ext cx="118872" cy="118872"/>
          </a:xfrm>
          <a:prstGeom prst="rect">
            <a:avLst/>
          </a:prstGeom>
          <a:ln w="13970">
            <a:solidFill>
              <a:srgbClr val="003362"/>
            </a:solidFill>
            <a:prstDash val="solid"/>
          </a:ln>
        </p:spPr>
        <p:txBody>
          <a:bodyPr/>
          <a:lstStyle/>
          <a:p>
            <a:endParaRPr lang="nl-NL"/>
          </a:p>
        </p:txBody>
      </p:sp>
      <p:sp>
        <p:nvSpPr>
          <p:cNvPr id="31" name="Text 29"/>
          <p:cNvSpPr/>
          <p:nvPr/>
        </p:nvSpPr>
        <p:spPr>
          <a:xfrm>
            <a:off x="4732020" y="3374136"/>
            <a:ext cx="1234440" cy="365760"/>
          </a:xfrm>
          <a:prstGeom prst="rect">
            <a:avLst/>
          </a:prstGeom>
          <a:noFill/>
          <a:ln/>
        </p:spPr>
        <p:txBody>
          <a:bodyPr wrap="square" rtlCol="0" anchor="ctr"/>
          <a:lstStyle/>
          <a:p>
            <a:pPr marL="0" indent="0" algn="ctr">
              <a:lnSpc>
                <a:spcPts val="950"/>
              </a:lnSpc>
              <a:buNone/>
            </a:pPr>
            <a:r>
              <a:rPr lang="en-US" sz="850" b="1" dirty="0">
                <a:solidFill>
                  <a:srgbClr val="003362"/>
                </a:solidFill>
                <a:latin typeface="Arial" pitchFamily="34" charset="0"/>
                <a:ea typeface="Arial" pitchFamily="34" charset="-122"/>
                <a:cs typeface="Arial" pitchFamily="34" charset="-120"/>
              </a:rPr>
              <a:t>Brondata</a:t>
            </a:r>
            <a:endParaRPr lang="en-US" sz="850" dirty="0"/>
          </a:p>
        </p:txBody>
      </p:sp>
      <p:sp>
        <p:nvSpPr>
          <p:cNvPr id="32" name="Shape 30"/>
          <p:cNvSpPr/>
          <p:nvPr/>
        </p:nvSpPr>
        <p:spPr>
          <a:xfrm>
            <a:off x="5966460" y="2551176"/>
            <a:ext cx="777240" cy="777240"/>
          </a:xfrm>
          <a:prstGeom prst="roundRect">
            <a:avLst>
              <a:gd name="adj" fmla="val 11765"/>
            </a:avLst>
          </a:prstGeom>
          <a:solidFill>
            <a:srgbClr val="F5F8FA"/>
          </a:solidFill>
          <a:ln w="19050">
            <a:solidFill>
              <a:srgbClr val="003362"/>
            </a:solidFill>
            <a:prstDash val="solid"/>
          </a:ln>
        </p:spPr>
        <p:txBody>
          <a:bodyPr/>
          <a:lstStyle/>
          <a:p>
            <a:endParaRPr lang="nl-NL"/>
          </a:p>
        </p:txBody>
      </p:sp>
      <p:sp>
        <p:nvSpPr>
          <p:cNvPr id="33" name="Shape 31"/>
          <p:cNvSpPr/>
          <p:nvPr/>
        </p:nvSpPr>
        <p:spPr>
          <a:xfrm>
            <a:off x="6236208" y="2729484"/>
            <a:ext cx="237744" cy="310896"/>
          </a:xfrm>
          <a:prstGeom prst="rect">
            <a:avLst/>
          </a:prstGeom>
          <a:ln w="19050">
            <a:solidFill>
              <a:srgbClr val="003362"/>
            </a:solidFill>
            <a:prstDash val="solid"/>
          </a:ln>
        </p:spPr>
        <p:txBody>
          <a:bodyPr/>
          <a:lstStyle/>
          <a:p>
            <a:endParaRPr lang="nl-NL"/>
          </a:p>
        </p:txBody>
      </p:sp>
      <p:sp>
        <p:nvSpPr>
          <p:cNvPr id="34" name="Shape 32"/>
          <p:cNvSpPr/>
          <p:nvPr/>
        </p:nvSpPr>
        <p:spPr>
          <a:xfrm>
            <a:off x="6291072" y="2830068"/>
            <a:ext cx="128016" cy="0"/>
          </a:xfrm>
          <a:prstGeom prst="line">
            <a:avLst/>
          </a:prstGeom>
          <a:noFill/>
          <a:ln w="9525">
            <a:solidFill>
              <a:srgbClr val="003362"/>
            </a:solidFill>
            <a:prstDash val="solid"/>
          </a:ln>
        </p:spPr>
        <p:txBody>
          <a:bodyPr/>
          <a:lstStyle/>
          <a:p>
            <a:endParaRPr lang="nl-NL"/>
          </a:p>
        </p:txBody>
      </p:sp>
      <p:sp>
        <p:nvSpPr>
          <p:cNvPr id="35" name="Shape 33"/>
          <p:cNvSpPr/>
          <p:nvPr/>
        </p:nvSpPr>
        <p:spPr>
          <a:xfrm>
            <a:off x="6291072" y="2903220"/>
            <a:ext cx="128016" cy="0"/>
          </a:xfrm>
          <a:prstGeom prst="line">
            <a:avLst/>
          </a:prstGeom>
          <a:noFill/>
          <a:ln w="9525">
            <a:solidFill>
              <a:srgbClr val="003362"/>
            </a:solidFill>
            <a:prstDash val="solid"/>
          </a:ln>
        </p:spPr>
        <p:txBody>
          <a:bodyPr/>
          <a:lstStyle/>
          <a:p>
            <a:endParaRPr lang="nl-NL"/>
          </a:p>
        </p:txBody>
      </p:sp>
      <p:sp>
        <p:nvSpPr>
          <p:cNvPr id="36" name="Shape 34"/>
          <p:cNvSpPr/>
          <p:nvPr/>
        </p:nvSpPr>
        <p:spPr>
          <a:xfrm>
            <a:off x="6291072" y="2976372"/>
            <a:ext cx="128016" cy="0"/>
          </a:xfrm>
          <a:prstGeom prst="line">
            <a:avLst/>
          </a:prstGeom>
          <a:noFill/>
          <a:ln w="9525">
            <a:solidFill>
              <a:srgbClr val="003362"/>
            </a:solidFill>
            <a:prstDash val="solid"/>
          </a:ln>
        </p:spPr>
        <p:txBody>
          <a:bodyPr/>
          <a:lstStyle/>
          <a:p>
            <a:endParaRPr lang="nl-NL"/>
          </a:p>
        </p:txBody>
      </p:sp>
      <p:sp>
        <p:nvSpPr>
          <p:cNvPr id="37" name="Text 35"/>
          <p:cNvSpPr/>
          <p:nvPr/>
        </p:nvSpPr>
        <p:spPr>
          <a:xfrm>
            <a:off x="5737860" y="3374136"/>
            <a:ext cx="1234440" cy="365760"/>
          </a:xfrm>
          <a:prstGeom prst="rect">
            <a:avLst/>
          </a:prstGeom>
          <a:noFill/>
          <a:ln/>
        </p:spPr>
        <p:txBody>
          <a:bodyPr wrap="square" rtlCol="0" anchor="ctr"/>
          <a:lstStyle/>
          <a:p>
            <a:pPr marL="0" indent="0" algn="ctr">
              <a:lnSpc>
                <a:spcPts val="950"/>
              </a:lnSpc>
              <a:buNone/>
            </a:pPr>
            <a:r>
              <a:rPr lang="en-US" sz="850" b="1" dirty="0">
                <a:solidFill>
                  <a:srgbClr val="003362"/>
                </a:solidFill>
                <a:latin typeface="Arial" pitchFamily="34" charset="0"/>
                <a:ea typeface="Arial" pitchFamily="34" charset="-122"/>
                <a:cs typeface="Arial" pitchFamily="34" charset="-120"/>
              </a:rPr>
              <a:t>Zaak-Informatie-</a:t>
            </a:r>
            <a:endParaRPr lang="en-US" sz="850" dirty="0"/>
          </a:p>
          <a:p>
            <a:pPr marL="0" indent="0" algn="ctr">
              <a:lnSpc>
                <a:spcPts val="950"/>
              </a:lnSpc>
              <a:buNone/>
            </a:pPr>
            <a:r>
              <a:rPr lang="en-US" sz="850" b="1" dirty="0">
                <a:solidFill>
                  <a:srgbClr val="003362"/>
                </a:solidFill>
                <a:latin typeface="Arial" pitchFamily="34" charset="0"/>
                <a:ea typeface="Arial" pitchFamily="34" charset="-122"/>
                <a:cs typeface="Arial" pitchFamily="34" charset="-120"/>
              </a:rPr>
              <a:t>objecten</a:t>
            </a:r>
            <a:endParaRPr lang="en-US" sz="850" dirty="0"/>
          </a:p>
        </p:txBody>
      </p:sp>
      <p:sp>
        <p:nvSpPr>
          <p:cNvPr id="38" name="Shape 36"/>
          <p:cNvSpPr/>
          <p:nvPr/>
        </p:nvSpPr>
        <p:spPr>
          <a:xfrm>
            <a:off x="6972300" y="2551176"/>
            <a:ext cx="777240" cy="777240"/>
          </a:xfrm>
          <a:prstGeom prst="roundRect">
            <a:avLst>
              <a:gd name="adj" fmla="val 11765"/>
            </a:avLst>
          </a:prstGeom>
          <a:solidFill>
            <a:srgbClr val="F5F8FA"/>
          </a:solidFill>
          <a:ln w="19050">
            <a:solidFill>
              <a:srgbClr val="003362"/>
            </a:solidFill>
            <a:prstDash val="solid"/>
          </a:ln>
        </p:spPr>
        <p:txBody>
          <a:bodyPr/>
          <a:lstStyle/>
          <a:p>
            <a:endParaRPr lang="nl-NL"/>
          </a:p>
        </p:txBody>
      </p:sp>
      <p:sp>
        <p:nvSpPr>
          <p:cNvPr id="39" name="Shape 37"/>
          <p:cNvSpPr/>
          <p:nvPr/>
        </p:nvSpPr>
        <p:spPr>
          <a:xfrm>
            <a:off x="7242048" y="2729484"/>
            <a:ext cx="237744" cy="310896"/>
          </a:xfrm>
          <a:prstGeom prst="rect">
            <a:avLst/>
          </a:prstGeom>
          <a:ln w="19050">
            <a:solidFill>
              <a:srgbClr val="003362"/>
            </a:solidFill>
            <a:prstDash val="solid"/>
          </a:ln>
        </p:spPr>
        <p:txBody>
          <a:bodyPr/>
          <a:lstStyle/>
          <a:p>
            <a:endParaRPr lang="nl-NL"/>
          </a:p>
        </p:txBody>
      </p:sp>
      <p:sp>
        <p:nvSpPr>
          <p:cNvPr id="40" name="Shape 38"/>
          <p:cNvSpPr/>
          <p:nvPr/>
        </p:nvSpPr>
        <p:spPr>
          <a:xfrm>
            <a:off x="7306056" y="2903220"/>
            <a:ext cx="45720" cy="64008"/>
          </a:xfrm>
          <a:prstGeom prst="line">
            <a:avLst/>
          </a:prstGeom>
          <a:noFill/>
          <a:ln w="19050">
            <a:solidFill>
              <a:srgbClr val="003362"/>
            </a:solidFill>
            <a:prstDash val="solid"/>
          </a:ln>
        </p:spPr>
        <p:txBody>
          <a:bodyPr/>
          <a:lstStyle/>
          <a:p>
            <a:endParaRPr lang="nl-NL"/>
          </a:p>
        </p:txBody>
      </p:sp>
      <p:sp>
        <p:nvSpPr>
          <p:cNvPr id="41" name="Shape 39"/>
          <p:cNvSpPr/>
          <p:nvPr/>
        </p:nvSpPr>
        <p:spPr>
          <a:xfrm flipH="1">
            <a:off x="7351776" y="2820924"/>
            <a:ext cx="91440" cy="146304"/>
          </a:xfrm>
          <a:prstGeom prst="line">
            <a:avLst/>
          </a:prstGeom>
          <a:noFill/>
          <a:ln w="19050">
            <a:solidFill>
              <a:srgbClr val="003362"/>
            </a:solidFill>
            <a:prstDash val="solid"/>
          </a:ln>
        </p:spPr>
        <p:txBody>
          <a:bodyPr/>
          <a:lstStyle/>
          <a:p>
            <a:endParaRPr lang="nl-NL"/>
          </a:p>
        </p:txBody>
      </p:sp>
      <p:sp>
        <p:nvSpPr>
          <p:cNvPr id="42" name="Text 40"/>
          <p:cNvSpPr/>
          <p:nvPr/>
        </p:nvSpPr>
        <p:spPr>
          <a:xfrm>
            <a:off x="6743700" y="3374136"/>
            <a:ext cx="1234440" cy="365760"/>
          </a:xfrm>
          <a:prstGeom prst="rect">
            <a:avLst/>
          </a:prstGeom>
          <a:noFill/>
          <a:ln/>
        </p:spPr>
        <p:txBody>
          <a:bodyPr wrap="square" rtlCol="0" anchor="ctr"/>
          <a:lstStyle/>
          <a:p>
            <a:pPr marL="0" indent="0" algn="ctr">
              <a:lnSpc>
                <a:spcPts val="950"/>
              </a:lnSpc>
              <a:buNone/>
            </a:pPr>
            <a:r>
              <a:rPr lang="en-US" sz="850" b="1" dirty="0">
                <a:solidFill>
                  <a:srgbClr val="003362"/>
                </a:solidFill>
                <a:latin typeface="Arial" pitchFamily="34" charset="0"/>
                <a:ea typeface="Arial" pitchFamily="34" charset="-122"/>
                <a:cs typeface="Arial" pitchFamily="34" charset="-120"/>
              </a:rPr>
              <a:t>Besluit</a:t>
            </a:r>
            <a:endParaRPr lang="en-US" sz="850" dirty="0"/>
          </a:p>
        </p:txBody>
      </p:sp>
      <p:sp>
        <p:nvSpPr>
          <p:cNvPr id="43" name="Shape 41"/>
          <p:cNvSpPr/>
          <p:nvPr/>
        </p:nvSpPr>
        <p:spPr>
          <a:xfrm>
            <a:off x="7978140" y="2551176"/>
            <a:ext cx="777240" cy="777240"/>
          </a:xfrm>
          <a:prstGeom prst="roundRect">
            <a:avLst>
              <a:gd name="adj" fmla="val 11765"/>
            </a:avLst>
          </a:prstGeom>
          <a:solidFill>
            <a:srgbClr val="F5F8FA"/>
          </a:solidFill>
          <a:ln w="19050">
            <a:solidFill>
              <a:srgbClr val="003362"/>
            </a:solidFill>
            <a:prstDash val="solid"/>
          </a:ln>
        </p:spPr>
        <p:txBody>
          <a:bodyPr/>
          <a:lstStyle/>
          <a:p>
            <a:endParaRPr lang="nl-NL"/>
          </a:p>
        </p:txBody>
      </p:sp>
      <p:sp>
        <p:nvSpPr>
          <p:cNvPr id="44" name="Shape 42"/>
          <p:cNvSpPr/>
          <p:nvPr/>
        </p:nvSpPr>
        <p:spPr>
          <a:xfrm>
            <a:off x="8211312" y="2793492"/>
            <a:ext cx="310896" cy="201168"/>
          </a:xfrm>
          <a:prstGeom prst="roundRect">
            <a:avLst>
              <a:gd name="adj" fmla="val 13636"/>
            </a:avLst>
          </a:prstGeom>
          <a:ln w="19050">
            <a:solidFill>
              <a:srgbClr val="003362"/>
            </a:solidFill>
            <a:prstDash val="solid"/>
          </a:ln>
        </p:spPr>
        <p:txBody>
          <a:bodyPr/>
          <a:lstStyle/>
          <a:p>
            <a:endParaRPr lang="nl-NL"/>
          </a:p>
        </p:txBody>
      </p:sp>
      <p:sp>
        <p:nvSpPr>
          <p:cNvPr id="45" name="Shape 43"/>
          <p:cNvSpPr/>
          <p:nvPr/>
        </p:nvSpPr>
        <p:spPr>
          <a:xfrm>
            <a:off x="8211312" y="2738628"/>
            <a:ext cx="146304" cy="73152"/>
          </a:xfrm>
          <a:prstGeom prst="roundRect">
            <a:avLst>
              <a:gd name="adj" fmla="val 25000"/>
            </a:avLst>
          </a:prstGeom>
          <a:ln w="19050">
            <a:solidFill>
              <a:srgbClr val="003362"/>
            </a:solidFill>
            <a:prstDash val="solid"/>
          </a:ln>
        </p:spPr>
        <p:txBody>
          <a:bodyPr/>
          <a:lstStyle/>
          <a:p>
            <a:endParaRPr lang="nl-NL"/>
          </a:p>
        </p:txBody>
      </p:sp>
      <p:sp>
        <p:nvSpPr>
          <p:cNvPr id="46" name="Text 44"/>
          <p:cNvSpPr/>
          <p:nvPr/>
        </p:nvSpPr>
        <p:spPr>
          <a:xfrm>
            <a:off x="7749540" y="3374136"/>
            <a:ext cx="1234440" cy="365760"/>
          </a:xfrm>
          <a:prstGeom prst="rect">
            <a:avLst/>
          </a:prstGeom>
          <a:noFill/>
          <a:ln/>
        </p:spPr>
        <p:txBody>
          <a:bodyPr wrap="square" rtlCol="0" anchor="ctr"/>
          <a:lstStyle/>
          <a:p>
            <a:pPr marL="0" indent="0" algn="ctr">
              <a:lnSpc>
                <a:spcPts val="950"/>
              </a:lnSpc>
              <a:buNone/>
            </a:pPr>
            <a:r>
              <a:rPr lang="en-US" sz="850" b="1" dirty="0">
                <a:solidFill>
                  <a:srgbClr val="003362"/>
                </a:solidFill>
                <a:latin typeface="Arial" pitchFamily="34" charset="0"/>
                <a:ea typeface="Arial" pitchFamily="34" charset="-122"/>
                <a:cs typeface="Arial" pitchFamily="34" charset="-120"/>
              </a:rPr>
              <a:t>zaakobjecten</a:t>
            </a:r>
            <a:endParaRPr lang="en-US" sz="850" dirty="0"/>
          </a:p>
        </p:txBody>
      </p:sp>
      <p:sp>
        <p:nvSpPr>
          <p:cNvPr id="47" name="Shape 45"/>
          <p:cNvSpPr/>
          <p:nvPr/>
        </p:nvSpPr>
        <p:spPr>
          <a:xfrm>
            <a:off x="9692640" y="2857500"/>
            <a:ext cx="411480" cy="164592"/>
          </a:xfrm>
          <a:prstGeom prst="rightArrow">
            <a:avLst/>
          </a:prstGeom>
          <a:solidFill>
            <a:srgbClr val="D8DEDF"/>
          </a:solidFill>
          <a:ln/>
        </p:spPr>
        <p:txBody>
          <a:bodyPr/>
          <a:lstStyle/>
          <a:p>
            <a:endParaRPr lang="nl-NL"/>
          </a:p>
        </p:txBody>
      </p:sp>
      <p:sp>
        <p:nvSpPr>
          <p:cNvPr id="48" name="Shape 46"/>
          <p:cNvSpPr/>
          <p:nvPr/>
        </p:nvSpPr>
        <p:spPr>
          <a:xfrm>
            <a:off x="10241280" y="2551176"/>
            <a:ext cx="777240" cy="777240"/>
          </a:xfrm>
          <a:prstGeom prst="roundRect">
            <a:avLst>
              <a:gd name="adj" fmla="val 11765"/>
            </a:avLst>
          </a:prstGeom>
          <a:solidFill>
            <a:srgbClr val="F5F8FA"/>
          </a:solidFill>
          <a:ln w="19050">
            <a:solidFill>
              <a:srgbClr val="E76734"/>
            </a:solidFill>
            <a:prstDash val="solid"/>
          </a:ln>
        </p:spPr>
        <p:txBody>
          <a:bodyPr/>
          <a:lstStyle/>
          <a:p>
            <a:endParaRPr lang="nl-NL"/>
          </a:p>
        </p:txBody>
      </p:sp>
      <p:sp>
        <p:nvSpPr>
          <p:cNvPr id="49" name="Shape 47"/>
          <p:cNvSpPr/>
          <p:nvPr/>
        </p:nvSpPr>
        <p:spPr>
          <a:xfrm>
            <a:off x="10474452" y="2729484"/>
            <a:ext cx="310896" cy="310896"/>
          </a:xfrm>
          <a:prstGeom prst="diamond">
            <a:avLst/>
          </a:prstGeom>
          <a:ln w="19050">
            <a:solidFill>
              <a:srgbClr val="E76734"/>
            </a:solidFill>
            <a:prstDash val="solid"/>
          </a:ln>
        </p:spPr>
        <p:txBody>
          <a:bodyPr/>
          <a:lstStyle/>
          <a:p>
            <a:endParaRPr lang="nl-NL"/>
          </a:p>
        </p:txBody>
      </p:sp>
      <p:sp>
        <p:nvSpPr>
          <p:cNvPr id="50" name="Text 48"/>
          <p:cNvSpPr/>
          <p:nvPr/>
        </p:nvSpPr>
        <p:spPr>
          <a:xfrm>
            <a:off x="9966960" y="3374136"/>
            <a:ext cx="1325880" cy="274320"/>
          </a:xfrm>
          <a:prstGeom prst="rect">
            <a:avLst/>
          </a:prstGeom>
          <a:noFill/>
          <a:ln/>
        </p:spPr>
        <p:txBody>
          <a:bodyPr wrap="square" rtlCol="0" anchor="ctr"/>
          <a:lstStyle/>
          <a:p>
            <a:pPr marL="0" indent="0" algn="ctr">
              <a:buNone/>
            </a:pPr>
            <a:r>
              <a:rPr lang="en-US" sz="850" b="1" dirty="0">
                <a:solidFill>
                  <a:srgbClr val="E76734"/>
                </a:solidFill>
                <a:latin typeface="Arial" pitchFamily="34" charset="0"/>
                <a:ea typeface="Arial" pitchFamily="34" charset="-122"/>
                <a:cs typeface="Arial" pitchFamily="34" charset="-120"/>
              </a:rPr>
              <a:t>Product(en)</a:t>
            </a:r>
            <a:endParaRPr lang="en-US" sz="850" dirty="0"/>
          </a:p>
        </p:txBody>
      </p:sp>
      <p:sp>
        <p:nvSpPr>
          <p:cNvPr id="51" name="Text 49"/>
          <p:cNvSpPr/>
          <p:nvPr/>
        </p:nvSpPr>
        <p:spPr>
          <a:xfrm>
            <a:off x="516636" y="4558284"/>
            <a:ext cx="11155680" cy="1188720"/>
          </a:xfrm>
          <a:prstGeom prst="rect">
            <a:avLst/>
          </a:prstGeom>
          <a:noFill/>
          <a:ln/>
        </p:spPr>
        <p:txBody>
          <a:bodyPr wrap="square" rtlCol="0" anchor="t"/>
          <a:lstStyle/>
          <a:p>
            <a:pPr marL="0" indent="0">
              <a:lnSpc>
                <a:spcPts val="1400"/>
              </a:lnSpc>
              <a:buNone/>
            </a:pPr>
            <a:r>
              <a:rPr lang="en-US" sz="1050" dirty="0">
                <a:solidFill>
                  <a:srgbClr val="2B3033"/>
                </a:solidFill>
                <a:latin typeface="Arial" pitchFamily="34" charset="0"/>
                <a:ea typeface="Arial" pitchFamily="34" charset="-122"/>
                <a:cs typeface="Arial" pitchFamily="34" charset="-120"/>
              </a:rPr>
              <a:t>Een Aanvraag zaak X wordt via een portaal in GZAC ingediend, dus wordt er een Verzoek geconfigureerd. Het zaakdossier bevat zaak-metagegevens, vastgelegd in Open Zaak. Inhoudelijke gegevens worden als zaakdetail object in de Objects API vastgelegd en verrijkt met brondata. Gerelateerde zaakinformatieobjecten (documenten) worden in Documenten API geregistreerd en gelinkt aan de zaak. Er wordt een formeel/juridisch besluit genomen en vastgelegd, en een afgerond zaakdossier levert product(en) op.</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274320"/>
            <a:ext cx="960120" cy="960120"/>
          </a:xfrm>
          <a:prstGeom prst="diamond">
            <a:avLst/>
          </a:prstGeom>
          <a:ln w="63500">
            <a:solidFill>
              <a:srgbClr val="89CDF2"/>
            </a:solidFill>
            <a:prstDash val="solid"/>
          </a:ln>
        </p:spPr>
        <p:txBody>
          <a:bodyPr/>
          <a:lstStyle/>
          <a:p>
            <a:endParaRPr lang="nl-NL"/>
          </a:p>
        </p:txBody>
      </p:sp>
      <p:sp>
        <p:nvSpPr>
          <p:cNvPr id="3" name="Text 1"/>
          <p:cNvSpPr/>
          <p:nvPr/>
        </p:nvSpPr>
        <p:spPr>
          <a:xfrm>
            <a:off x="502920" y="384048"/>
            <a:ext cx="10515600" cy="640080"/>
          </a:xfrm>
          <a:prstGeom prst="rect">
            <a:avLst/>
          </a:prstGeom>
          <a:noFill/>
          <a:ln/>
        </p:spPr>
        <p:txBody>
          <a:bodyPr wrap="square" rtlCol="0" anchor="ctr"/>
          <a:lstStyle/>
          <a:p>
            <a:pPr marL="0" indent="0">
              <a:buNone/>
            </a:pPr>
            <a:r>
              <a:rPr lang="en-US" sz="2600" b="1" dirty="0">
                <a:solidFill>
                  <a:srgbClr val="003362"/>
                </a:solidFill>
                <a:latin typeface="Helvetica" pitchFamily="34" charset="0"/>
                <a:ea typeface="Helvetica" pitchFamily="34" charset="-122"/>
                <a:cs typeface="Helvetica" pitchFamily="34" charset="-120"/>
              </a:rPr>
              <a:t>Componenten: toelichting</a:t>
            </a:r>
            <a:endParaRPr lang="en-US" sz="2600" dirty="0"/>
          </a:p>
        </p:txBody>
      </p:sp>
      <p:sp>
        <p:nvSpPr>
          <p:cNvPr id="4" name="Shape 2"/>
          <p:cNvSpPr/>
          <p:nvPr/>
        </p:nvSpPr>
        <p:spPr>
          <a:xfrm>
            <a:off x="0" y="6748272"/>
            <a:ext cx="12188952" cy="109728"/>
          </a:xfrm>
          <a:prstGeom prst="rect">
            <a:avLst/>
          </a:prstGeom>
          <a:solidFill>
            <a:srgbClr val="003362"/>
          </a:solidFill>
          <a:ln/>
        </p:spPr>
        <p:txBody>
          <a:bodyPr/>
          <a:lstStyle/>
          <a:p>
            <a:endParaRPr lang="nl-NL"/>
          </a:p>
        </p:txBody>
      </p:sp>
      <p:sp>
        <p:nvSpPr>
          <p:cNvPr id="5" name="Text 3"/>
          <p:cNvSpPr/>
          <p:nvPr/>
        </p:nvSpPr>
        <p:spPr>
          <a:xfrm>
            <a:off x="457200" y="6355080"/>
            <a:ext cx="5486400" cy="320040"/>
          </a:xfrm>
          <a:prstGeom prst="rect">
            <a:avLst/>
          </a:prstGeom>
          <a:noFill/>
          <a:ln/>
        </p:spPr>
        <p:txBody>
          <a:bodyPr wrap="square" rtlCol="0" anchor="ctr"/>
          <a:lstStyle/>
          <a:p>
            <a:pPr marL="0" indent="0">
              <a:buNone/>
            </a:pPr>
            <a:r>
              <a:rPr lang="en-US" sz="950" i="1" dirty="0">
                <a:solidFill>
                  <a:srgbClr val="6B7680"/>
                </a:solidFill>
                <a:latin typeface="Arial" pitchFamily="34" charset="0"/>
                <a:ea typeface="Arial" pitchFamily="34" charset="-122"/>
                <a:cs typeface="Arial" pitchFamily="34" charset="-120"/>
              </a:rPr>
              <a:t>Componenten</a:t>
            </a:r>
            <a:endParaRPr lang="en-US" sz="950" dirty="0"/>
          </a:p>
        </p:txBody>
      </p:sp>
      <p:sp>
        <p:nvSpPr>
          <p:cNvPr id="6" name="Shape 4"/>
          <p:cNvSpPr/>
          <p:nvPr/>
        </p:nvSpPr>
        <p:spPr>
          <a:xfrm>
            <a:off x="9921240" y="292608"/>
            <a:ext cx="1325880" cy="329184"/>
          </a:xfrm>
          <a:prstGeom prst="roundRect">
            <a:avLst>
              <a:gd name="adj" fmla="val 50000"/>
            </a:avLst>
          </a:prstGeom>
          <a:solidFill>
            <a:srgbClr val="E76734"/>
          </a:solidFill>
          <a:ln/>
        </p:spPr>
        <p:txBody>
          <a:bodyPr/>
          <a:lstStyle/>
          <a:p>
            <a:endParaRPr lang="nl-NL"/>
          </a:p>
        </p:txBody>
      </p:sp>
      <p:sp>
        <p:nvSpPr>
          <p:cNvPr id="7" name="Text 5"/>
          <p:cNvSpPr/>
          <p:nvPr/>
        </p:nvSpPr>
        <p:spPr>
          <a:xfrm>
            <a:off x="9921240" y="292608"/>
            <a:ext cx="1325880" cy="329184"/>
          </a:xfrm>
          <a:prstGeom prst="rect">
            <a:avLst/>
          </a:prstGeom>
          <a:noFill/>
          <a:ln/>
        </p:spPr>
        <p:txBody>
          <a:bodyPr wrap="square" rtlCol="0" anchor="ctr"/>
          <a:lstStyle/>
          <a:p>
            <a:pPr marL="0" indent="0" algn="ctr">
              <a:buNone/>
            </a:pPr>
            <a:r>
              <a:rPr lang="en-US" sz="1000" b="1" kern="0" spc="50" dirty="0">
                <a:solidFill>
                  <a:srgbClr val="FFFFFF"/>
                </a:solidFill>
                <a:latin typeface="Arial" pitchFamily="34" charset="0"/>
                <a:ea typeface="Arial" pitchFamily="34" charset="-122"/>
                <a:cs typeface="Arial" pitchFamily="34" charset="-120"/>
              </a:rPr>
              <a:t>VOORBEELD</a:t>
            </a:r>
            <a:endParaRPr lang="en-US" sz="1000" dirty="0"/>
          </a:p>
        </p:txBody>
      </p:sp>
      <p:sp>
        <p:nvSpPr>
          <p:cNvPr id="8" name="Text 6"/>
          <p:cNvSpPr/>
          <p:nvPr/>
        </p:nvSpPr>
        <p:spPr>
          <a:xfrm>
            <a:off x="502920" y="868680"/>
            <a:ext cx="10058400" cy="320040"/>
          </a:xfrm>
          <a:prstGeom prst="rect">
            <a:avLst/>
          </a:prstGeom>
          <a:noFill/>
          <a:ln/>
        </p:spPr>
        <p:txBody>
          <a:bodyPr wrap="square" rtlCol="0" anchor="ctr"/>
          <a:lstStyle/>
          <a:p>
            <a:pPr marL="0" indent="0">
              <a:buNone/>
            </a:pPr>
            <a:r>
              <a:rPr lang="en-US" sz="1200" i="1" dirty="0">
                <a:solidFill>
                  <a:srgbClr val="6B7680"/>
                </a:solidFill>
                <a:latin typeface="Arial" pitchFamily="34" charset="0"/>
                <a:ea typeface="Arial" pitchFamily="34" charset="-122"/>
                <a:cs typeface="Arial" pitchFamily="34" charset="-120"/>
              </a:rPr>
              <a:t>Pas ingevulde waardes aan naar de nodige componenten voor deze implementatie.</a:t>
            </a:r>
            <a:endParaRPr lang="en-US" sz="1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11183112" cy="4608576"/>
        </p:xfrm>
        <a:graphic>
          <a:graphicData uri="http://schemas.openxmlformats.org/drawingml/2006/table">
            <a:tbl>
              <a:tblPr/>
              <a:tblGrid>
                <a:gridCol w="2743200">
                  <a:extLst>
                    <a:ext uri="{9D8B030D-6E8A-4147-A177-3AD203B41FA5}">
                      <a16:colId xmlns:a16="http://schemas.microsoft.com/office/drawing/2014/main" val="20000"/>
                    </a:ext>
                  </a:extLst>
                </a:gridCol>
                <a:gridCol w="6245352">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tblGrid>
              <a:tr h="365760">
                <a:tc>
                  <a:txBody>
                    <a:bodyPr/>
                    <a:lstStyle/>
                    <a:p>
                      <a:pPr marL="0" indent="0">
                        <a:buNone/>
                      </a:pPr>
                      <a:r>
                        <a:rPr lang="en-US" sz="1250" b="1" dirty="0">
                          <a:solidFill>
                            <a:srgbClr val="FFFFFF"/>
                          </a:solidFill>
                          <a:latin typeface="Arial" pitchFamily="34" charset="0"/>
                          <a:ea typeface="Arial" pitchFamily="34" charset="-122"/>
                          <a:cs typeface="Arial" pitchFamily="34" charset="-120"/>
                        </a:rPr>
                        <a:t>Component</a:t>
                      </a:r>
                      <a:endParaRPr lang="en-US" sz="1250" dirty="0">
                        <a:latin typeface="Arial" charset="0"/>
                        <a:ea typeface="Arial" charset="0"/>
                        <a:cs typeface="Arial" charset="0"/>
                      </a:endParaRPr>
                    </a:p>
                  </a:txBody>
                  <a:tcPr anchor="ctr">
                    <a:lnL w="7620" cap="flat" cmpd="sng" algn="ctr">
                      <a:solidFill>
                        <a:srgbClr val="E3E8EA"/>
                      </a:solidFill>
                      <a:prstDash val="solid"/>
                      <a:round/>
                      <a:headEnd type="none" w="med" len="med"/>
                      <a:tailEnd type="none" w="med" len="med"/>
                    </a:lnL>
                    <a:lnR w="7620" cap="flat" cmpd="sng" algn="ctr">
                      <a:solidFill>
                        <a:srgbClr val="E3E8EA"/>
                      </a:solidFill>
                      <a:prstDash val="solid"/>
                      <a:round/>
                      <a:headEnd type="none" w="med" len="med"/>
                      <a:tailEnd type="none" w="med" len="med"/>
                    </a:lnR>
                    <a:lnT w="7620" cap="flat" cmpd="sng" algn="ctr">
                      <a:solidFill>
                        <a:srgbClr val="E3E8EA"/>
                      </a:solidFill>
                      <a:prstDash val="solid"/>
                      <a:round/>
                      <a:headEnd type="none" w="med" len="med"/>
                      <a:tailEnd type="none" w="med" len="med"/>
                    </a:lnT>
                    <a:lnB w="7620" cap="flat" cmpd="sng" algn="ctr">
                      <a:solidFill>
                        <a:srgbClr val="E3E8EA"/>
                      </a:solidFill>
                      <a:prstDash val="solid"/>
                      <a:round/>
                      <a:headEnd type="none" w="med" len="med"/>
                      <a:tailEnd type="none" w="med" len="med"/>
                    </a:lnB>
                    <a:solidFill>
                      <a:srgbClr val="003362"/>
                    </a:solidFill>
                  </a:tcPr>
                </a:tc>
                <a:tc>
                  <a:txBody>
                    <a:bodyPr/>
                    <a:lstStyle/>
                    <a:p>
                      <a:pPr marL="0" indent="0">
                        <a:buNone/>
                      </a:pPr>
                      <a:r>
                        <a:rPr lang="en-US" sz="1250" b="1" dirty="0">
                          <a:solidFill>
                            <a:srgbClr val="FFFFFF"/>
                          </a:solidFill>
                          <a:latin typeface="Arial" pitchFamily="34" charset="0"/>
                          <a:ea typeface="Arial" pitchFamily="34" charset="-122"/>
                          <a:cs typeface="Arial" pitchFamily="34" charset="-120"/>
                        </a:rPr>
                        <a:t>Omschrijving</a:t>
                      </a:r>
                      <a:endParaRPr lang="en-US" sz="1250" dirty="0">
                        <a:latin typeface="Arial" charset="0"/>
                        <a:ea typeface="Arial" charset="0"/>
                        <a:cs typeface="Arial" charset="0"/>
                      </a:endParaRPr>
                    </a:p>
                  </a:txBody>
                  <a:tcPr anchor="ctr">
                    <a:lnL w="7620" cap="flat" cmpd="sng" algn="ctr">
                      <a:solidFill>
                        <a:srgbClr val="E3E8EA"/>
                      </a:solidFill>
                      <a:prstDash val="solid"/>
                      <a:round/>
                      <a:headEnd type="none" w="med" len="med"/>
                      <a:tailEnd type="none" w="med" len="med"/>
                    </a:lnL>
                    <a:lnR w="7620" cap="flat" cmpd="sng" algn="ctr">
                      <a:solidFill>
                        <a:srgbClr val="E3E8EA"/>
                      </a:solidFill>
                      <a:prstDash val="solid"/>
                      <a:round/>
                      <a:headEnd type="none" w="med" len="med"/>
                      <a:tailEnd type="none" w="med" len="med"/>
                    </a:lnR>
                    <a:lnT w="7620" cap="flat" cmpd="sng" algn="ctr">
                      <a:solidFill>
                        <a:srgbClr val="E3E8EA"/>
                      </a:solidFill>
                      <a:prstDash val="solid"/>
                      <a:round/>
                      <a:headEnd type="none" w="med" len="med"/>
                      <a:tailEnd type="none" w="med" len="med"/>
                    </a:lnT>
                    <a:lnB w="7620" cap="flat" cmpd="sng" algn="ctr">
                      <a:solidFill>
                        <a:srgbClr val="E3E8EA"/>
                      </a:solidFill>
                      <a:prstDash val="solid"/>
                      <a:round/>
                      <a:headEnd type="none" w="med" len="med"/>
                      <a:tailEnd type="none" w="med" len="med"/>
                    </a:lnB>
                    <a:solidFill>
                      <a:srgbClr val="003362"/>
                    </a:solidFill>
                  </a:tcPr>
                </a:tc>
                <a:tc>
                  <a:txBody>
                    <a:bodyPr/>
                    <a:lstStyle/>
                    <a:p>
                      <a:pPr marL="0" indent="0" algn="ctr">
                        <a:buNone/>
                      </a:pPr>
                      <a:r>
                        <a:rPr lang="en-US" sz="1250" b="1" dirty="0">
                          <a:solidFill>
                            <a:srgbClr val="FFFFFF"/>
                          </a:solidFill>
                          <a:latin typeface="Arial" pitchFamily="34" charset="0"/>
                          <a:ea typeface="Arial" pitchFamily="34" charset="-122"/>
                          <a:cs typeface="Arial" pitchFamily="34" charset="-120"/>
                        </a:rPr>
                        <a:t>Beschikbaarheid</a:t>
                      </a:r>
                      <a:endParaRPr lang="en-US" sz="1250" dirty="0">
                        <a:latin typeface="Arial" charset="0"/>
                        <a:ea typeface="Arial" charset="0"/>
                        <a:cs typeface="Arial" charset="0"/>
                      </a:endParaRPr>
                    </a:p>
                  </a:txBody>
                  <a:tcPr anchor="ctr">
                    <a:lnL w="7620" cap="flat" cmpd="sng" algn="ctr">
                      <a:solidFill>
                        <a:srgbClr val="E3E8EA"/>
                      </a:solidFill>
                      <a:prstDash val="solid"/>
                      <a:round/>
                      <a:headEnd type="none" w="med" len="med"/>
                      <a:tailEnd type="none" w="med" len="med"/>
                    </a:lnL>
                    <a:lnR w="7620" cap="flat" cmpd="sng" algn="ctr">
                      <a:solidFill>
                        <a:srgbClr val="E3E8EA"/>
                      </a:solidFill>
                      <a:prstDash val="solid"/>
                      <a:round/>
                      <a:headEnd type="none" w="med" len="med"/>
                      <a:tailEnd type="none" w="med" len="med"/>
                    </a:lnR>
                    <a:lnT w="7620" cap="flat" cmpd="sng" algn="ctr">
                      <a:solidFill>
                        <a:srgbClr val="E3E8EA"/>
                      </a:solidFill>
                      <a:prstDash val="solid"/>
                      <a:round/>
                      <a:headEnd type="none" w="med" len="med"/>
                      <a:tailEnd type="none" w="med" len="med"/>
                    </a:lnT>
                    <a:lnB w="7620" cap="flat" cmpd="sng" algn="ctr">
                      <a:solidFill>
                        <a:srgbClr val="E3E8EA"/>
                      </a:solidFill>
                      <a:prstDash val="solid"/>
                      <a:round/>
                      <a:headEnd type="none" w="med" len="med"/>
                      <a:tailEnd type="none" w="med" len="med"/>
                    </a:lnB>
                    <a:solidFill>
                      <a:srgbClr val="003362"/>
                    </a:solidFill>
                  </a:tcPr>
                </a:tc>
                <a:extLst>
                  <a:ext uri="{0D108BD9-81ED-4DB2-BD59-A6C34878D82A}">
                    <a16:rowId xmlns:a16="http://schemas.microsoft.com/office/drawing/2014/main" val="10000"/>
                  </a:ext>
                </a:extLst>
              </a:tr>
              <a:tr h="603504">
                <a:tc>
                  <a:txBody>
                    <a:bodyPr/>
                    <a:lstStyle/>
                    <a:p>
                      <a:pPr marL="0" indent="0">
                        <a:buNone/>
                      </a:pPr>
                      <a:r>
                        <a:rPr lang="en-US" sz="1150" b="1" dirty="0">
                          <a:solidFill>
                            <a:srgbClr val="003362"/>
                          </a:solidFill>
                          <a:latin typeface="Arial" pitchFamily="34" charset="0"/>
                          <a:ea typeface="Arial" pitchFamily="34" charset="-122"/>
                          <a:cs typeface="Arial" pitchFamily="34" charset="-120"/>
                        </a:rPr>
                        <a:t>Objecten API en Objecttypen API</a:t>
                      </a:r>
                      <a:endParaRPr lang="en-US" sz="1150" dirty="0">
                        <a:latin typeface="Arial" charset="0"/>
                        <a:ea typeface="Arial" charset="0"/>
                        <a:cs typeface="Arial" charset="0"/>
                      </a:endParaRPr>
                    </a:p>
                  </a:txBody>
                  <a:tcPr anchor="ctr">
                    <a:lnL w="7620" cap="flat" cmpd="sng" algn="ctr">
                      <a:solidFill>
                        <a:srgbClr val="E3E8EA"/>
                      </a:solidFill>
                      <a:prstDash val="solid"/>
                      <a:round/>
                      <a:headEnd type="none" w="med" len="med"/>
                      <a:tailEnd type="none" w="med" len="med"/>
                    </a:lnL>
                    <a:lnR w="7620" cap="flat" cmpd="sng" algn="ctr">
                      <a:solidFill>
                        <a:srgbClr val="E3E8EA"/>
                      </a:solidFill>
                      <a:prstDash val="solid"/>
                      <a:round/>
                      <a:headEnd type="none" w="med" len="med"/>
                      <a:tailEnd type="none" w="med" len="med"/>
                    </a:lnR>
                    <a:lnT w="7620" cap="flat" cmpd="sng" algn="ctr">
                      <a:solidFill>
                        <a:srgbClr val="E3E8EA"/>
                      </a:solidFill>
                      <a:prstDash val="solid"/>
                      <a:round/>
                      <a:headEnd type="none" w="med" len="med"/>
                      <a:tailEnd type="none" w="med" len="med"/>
                    </a:lnT>
                    <a:lnB w="7620" cap="flat" cmpd="sng" algn="ctr">
                      <a:solidFill>
                        <a:srgbClr val="E3E8EA"/>
                      </a:solidFill>
                      <a:prstDash val="solid"/>
                      <a:round/>
                      <a:headEnd type="none" w="med" len="med"/>
                      <a:tailEnd type="none" w="med" len="med"/>
                    </a:lnB>
                    <a:solidFill>
                      <a:srgbClr val="FFFFFF"/>
                    </a:solidFill>
                  </a:tcPr>
                </a:tc>
                <a:tc>
                  <a:txBody>
                    <a:bodyPr/>
                    <a:lstStyle/>
                    <a:p>
                      <a:pPr marL="0" indent="0">
                        <a:buNone/>
                      </a:pPr>
                      <a:r>
                        <a:rPr lang="en-US" sz="1050" dirty="0">
                          <a:solidFill>
                            <a:srgbClr val="2B3033"/>
                          </a:solidFill>
                          <a:latin typeface="Arial" pitchFamily="34" charset="0"/>
                          <a:ea typeface="Arial" pitchFamily="34" charset="-122"/>
                          <a:cs typeface="Arial" pitchFamily="34" charset="-120"/>
                        </a:rPr>
                        <a:t>Met de Overige Objecten Registratie API-specificaties (Objecten) kunnen gemeenten eenduidig objecten registreren, opslaan en ontsluiten.</a:t>
                      </a:r>
                      <a:endParaRPr lang="en-US" sz="1050" dirty="0">
                        <a:latin typeface="Arial" charset="0"/>
                        <a:ea typeface="Arial" charset="0"/>
                        <a:cs typeface="Arial" charset="0"/>
                      </a:endParaRPr>
                    </a:p>
                  </a:txBody>
                  <a:tcPr anchor="ctr">
                    <a:lnL w="7620" cap="flat" cmpd="sng" algn="ctr">
                      <a:solidFill>
                        <a:srgbClr val="E3E8EA"/>
                      </a:solidFill>
                      <a:prstDash val="solid"/>
                      <a:round/>
                      <a:headEnd type="none" w="med" len="med"/>
                      <a:tailEnd type="none" w="med" len="med"/>
                    </a:lnL>
                    <a:lnR w="7620" cap="flat" cmpd="sng" algn="ctr">
                      <a:solidFill>
                        <a:srgbClr val="E3E8EA"/>
                      </a:solidFill>
                      <a:prstDash val="solid"/>
                      <a:round/>
                      <a:headEnd type="none" w="med" len="med"/>
                      <a:tailEnd type="none" w="med" len="med"/>
                    </a:lnR>
                    <a:lnT w="7620" cap="flat" cmpd="sng" algn="ctr">
                      <a:solidFill>
                        <a:srgbClr val="E3E8EA"/>
                      </a:solidFill>
                      <a:prstDash val="solid"/>
                      <a:round/>
                      <a:headEnd type="none" w="med" len="med"/>
                      <a:tailEnd type="none" w="med" len="med"/>
                    </a:lnT>
                    <a:lnB w="7620" cap="flat" cmpd="sng" algn="ctr">
                      <a:solidFill>
                        <a:srgbClr val="E3E8EA"/>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FFFFFF"/>
                          </a:solidFill>
                          <a:latin typeface="Arial" pitchFamily="34" charset="0"/>
                          <a:ea typeface="Arial" pitchFamily="34" charset="-122"/>
                          <a:cs typeface="Arial" pitchFamily="34" charset="-120"/>
                        </a:rPr>
                        <a:t>Valtimo plug-in</a:t>
                      </a:r>
                      <a:endParaRPr lang="en-US" sz="1050" dirty="0">
                        <a:latin typeface="Arial" charset="0"/>
                        <a:ea typeface="Arial" charset="0"/>
                        <a:cs typeface="Arial" charset="0"/>
                      </a:endParaRPr>
                    </a:p>
                  </a:txBody>
                  <a:tcPr anchor="ctr">
                    <a:lnL w="7620" cap="flat" cmpd="sng" algn="ctr">
                      <a:solidFill>
                        <a:srgbClr val="E3E8EA"/>
                      </a:solidFill>
                      <a:prstDash val="solid"/>
                      <a:round/>
                      <a:headEnd type="none" w="med" len="med"/>
                      <a:tailEnd type="none" w="med" len="med"/>
                    </a:lnL>
                    <a:lnR w="7620" cap="flat" cmpd="sng" algn="ctr">
                      <a:solidFill>
                        <a:srgbClr val="E3E8EA"/>
                      </a:solidFill>
                      <a:prstDash val="solid"/>
                      <a:round/>
                      <a:headEnd type="none" w="med" len="med"/>
                      <a:tailEnd type="none" w="med" len="med"/>
                    </a:lnR>
                    <a:lnT w="7620" cap="flat" cmpd="sng" algn="ctr">
                      <a:solidFill>
                        <a:srgbClr val="E3E8EA"/>
                      </a:solidFill>
                      <a:prstDash val="solid"/>
                      <a:round/>
                      <a:headEnd type="none" w="med" len="med"/>
                      <a:tailEnd type="none" w="med" len="med"/>
                    </a:lnT>
                    <a:lnB w="7620" cap="flat" cmpd="sng" algn="ctr">
                      <a:solidFill>
                        <a:srgbClr val="E3E8EA"/>
                      </a:solidFill>
                      <a:prstDash val="solid"/>
                      <a:round/>
                      <a:headEnd type="none" w="med" len="med"/>
                      <a:tailEnd type="none" w="med" len="med"/>
                    </a:lnB>
                    <a:solidFill>
                      <a:srgbClr val="89CDF2"/>
                    </a:solidFill>
                  </a:tcPr>
                </a:tc>
                <a:extLst>
                  <a:ext uri="{0D108BD9-81ED-4DB2-BD59-A6C34878D82A}">
                    <a16:rowId xmlns:a16="http://schemas.microsoft.com/office/drawing/2014/main" val="10001"/>
                  </a:ext>
                </a:extLst>
              </a:tr>
              <a:tr h="603504">
                <a:tc>
                  <a:txBody>
                    <a:bodyPr/>
                    <a:lstStyle/>
                    <a:p>
                      <a:pPr marL="0" indent="0">
                        <a:buNone/>
                      </a:pPr>
                      <a:r>
                        <a:rPr lang="en-US" sz="1150" b="1" dirty="0">
                          <a:solidFill>
                            <a:srgbClr val="003362"/>
                          </a:solidFill>
                          <a:latin typeface="Arial" pitchFamily="34" charset="0"/>
                          <a:ea typeface="Arial" pitchFamily="34" charset="-122"/>
                          <a:cs typeface="Arial" pitchFamily="34" charset="-120"/>
                        </a:rPr>
                        <a:t>Open Zaak</a:t>
                      </a:r>
                      <a:endParaRPr lang="en-US" sz="1150" dirty="0">
                        <a:latin typeface="Arial" charset="0"/>
                        <a:ea typeface="Arial" charset="0"/>
                        <a:cs typeface="Arial" charset="0"/>
                      </a:endParaRPr>
                    </a:p>
                  </a:txBody>
                  <a:tcPr anchor="ctr">
                    <a:lnL w="7620" cap="flat" cmpd="sng" algn="ctr">
                      <a:solidFill>
                        <a:srgbClr val="E3E8EA"/>
                      </a:solidFill>
                      <a:prstDash val="solid"/>
                      <a:round/>
                      <a:headEnd type="none" w="med" len="med"/>
                      <a:tailEnd type="none" w="med" len="med"/>
                    </a:lnL>
                    <a:lnR w="7620" cap="flat" cmpd="sng" algn="ctr">
                      <a:solidFill>
                        <a:srgbClr val="E3E8EA"/>
                      </a:solidFill>
                      <a:prstDash val="solid"/>
                      <a:round/>
                      <a:headEnd type="none" w="med" len="med"/>
                      <a:tailEnd type="none" w="med" len="med"/>
                    </a:lnR>
                    <a:lnT w="7620" cap="flat" cmpd="sng" algn="ctr">
                      <a:solidFill>
                        <a:srgbClr val="E3E8EA"/>
                      </a:solidFill>
                      <a:prstDash val="solid"/>
                      <a:round/>
                      <a:headEnd type="none" w="med" len="med"/>
                      <a:tailEnd type="none" w="med" len="med"/>
                    </a:lnT>
                    <a:lnB w="7620" cap="flat" cmpd="sng" algn="ctr">
                      <a:solidFill>
                        <a:srgbClr val="E3E8EA"/>
                      </a:solidFill>
                      <a:prstDash val="solid"/>
                      <a:round/>
                      <a:headEnd type="none" w="med" len="med"/>
                      <a:tailEnd type="none" w="med" len="med"/>
                    </a:lnB>
                    <a:solidFill>
                      <a:srgbClr val="F5F8FA"/>
                    </a:solidFill>
                  </a:tcPr>
                </a:tc>
                <a:tc>
                  <a:txBody>
                    <a:bodyPr/>
                    <a:lstStyle/>
                    <a:p>
                      <a:pPr marL="0" indent="0">
                        <a:buNone/>
                      </a:pPr>
                      <a:r>
                        <a:rPr lang="en-US" sz="1050" dirty="0">
                          <a:solidFill>
                            <a:srgbClr val="2B3033"/>
                          </a:solidFill>
                          <a:latin typeface="Arial" pitchFamily="34" charset="0"/>
                          <a:ea typeface="Arial" pitchFamily="34" charset="-122"/>
                          <a:cs typeface="Arial" pitchFamily="34" charset="-120"/>
                        </a:rPr>
                        <a:t>Productiewaardig API-platform dat de API-standaard voor zaakgericht werken implementeert (de ZGW-API’s).</a:t>
                      </a:r>
                      <a:endParaRPr lang="en-US" sz="1050" dirty="0">
                        <a:latin typeface="Arial" charset="0"/>
                        <a:ea typeface="Arial" charset="0"/>
                        <a:cs typeface="Arial" charset="0"/>
                      </a:endParaRPr>
                    </a:p>
                  </a:txBody>
                  <a:tcPr anchor="ctr">
                    <a:lnL w="7620" cap="flat" cmpd="sng" algn="ctr">
                      <a:solidFill>
                        <a:srgbClr val="E3E8EA"/>
                      </a:solidFill>
                      <a:prstDash val="solid"/>
                      <a:round/>
                      <a:headEnd type="none" w="med" len="med"/>
                      <a:tailEnd type="none" w="med" len="med"/>
                    </a:lnL>
                    <a:lnR w="7620" cap="flat" cmpd="sng" algn="ctr">
                      <a:solidFill>
                        <a:srgbClr val="E3E8EA"/>
                      </a:solidFill>
                      <a:prstDash val="solid"/>
                      <a:round/>
                      <a:headEnd type="none" w="med" len="med"/>
                      <a:tailEnd type="none" w="med" len="med"/>
                    </a:lnR>
                    <a:lnT w="7620" cap="flat" cmpd="sng" algn="ctr">
                      <a:solidFill>
                        <a:srgbClr val="E3E8EA"/>
                      </a:solidFill>
                      <a:prstDash val="solid"/>
                      <a:round/>
                      <a:headEnd type="none" w="med" len="med"/>
                      <a:tailEnd type="none" w="med" len="med"/>
                    </a:lnT>
                    <a:lnB w="7620" cap="flat" cmpd="sng" algn="ctr">
                      <a:solidFill>
                        <a:srgbClr val="E3E8EA"/>
                      </a:solidFill>
                      <a:prstDash val="solid"/>
                      <a:round/>
                      <a:headEnd type="none" w="med" len="med"/>
                      <a:tailEnd type="none" w="med" len="med"/>
                    </a:lnB>
                    <a:solidFill>
                      <a:srgbClr val="F5F8FA"/>
                    </a:solidFill>
                  </a:tcPr>
                </a:tc>
                <a:tc>
                  <a:txBody>
                    <a:bodyPr/>
                    <a:lstStyle/>
                    <a:p>
                      <a:pPr marL="0" indent="0" algn="ctr">
                        <a:buNone/>
                      </a:pPr>
                      <a:r>
                        <a:rPr lang="en-US" sz="1050" b="1" dirty="0">
                          <a:solidFill>
                            <a:srgbClr val="FFFFFF"/>
                          </a:solidFill>
                          <a:latin typeface="Arial" pitchFamily="34" charset="0"/>
                          <a:ea typeface="Arial" pitchFamily="34" charset="-122"/>
                          <a:cs typeface="Arial" pitchFamily="34" charset="-120"/>
                        </a:rPr>
                        <a:t>Valtimo plug-in</a:t>
                      </a:r>
                      <a:endParaRPr lang="en-US" sz="1050" dirty="0">
                        <a:latin typeface="Arial" charset="0"/>
                        <a:ea typeface="Arial" charset="0"/>
                        <a:cs typeface="Arial" charset="0"/>
                      </a:endParaRPr>
                    </a:p>
                  </a:txBody>
                  <a:tcPr anchor="ctr">
                    <a:lnL w="7620" cap="flat" cmpd="sng" algn="ctr">
                      <a:solidFill>
                        <a:srgbClr val="E3E8EA"/>
                      </a:solidFill>
                      <a:prstDash val="solid"/>
                      <a:round/>
                      <a:headEnd type="none" w="med" len="med"/>
                      <a:tailEnd type="none" w="med" len="med"/>
                    </a:lnL>
                    <a:lnR w="7620" cap="flat" cmpd="sng" algn="ctr">
                      <a:solidFill>
                        <a:srgbClr val="E3E8EA"/>
                      </a:solidFill>
                      <a:prstDash val="solid"/>
                      <a:round/>
                      <a:headEnd type="none" w="med" len="med"/>
                      <a:tailEnd type="none" w="med" len="med"/>
                    </a:lnR>
                    <a:lnT w="7620" cap="flat" cmpd="sng" algn="ctr">
                      <a:solidFill>
                        <a:srgbClr val="E3E8EA"/>
                      </a:solidFill>
                      <a:prstDash val="solid"/>
                      <a:round/>
                      <a:headEnd type="none" w="med" len="med"/>
                      <a:tailEnd type="none" w="med" len="med"/>
                    </a:lnT>
                    <a:lnB w="7620" cap="flat" cmpd="sng" algn="ctr">
                      <a:solidFill>
                        <a:srgbClr val="E3E8EA"/>
                      </a:solidFill>
                      <a:prstDash val="solid"/>
                      <a:round/>
                      <a:headEnd type="none" w="med" len="med"/>
                      <a:tailEnd type="none" w="med" len="med"/>
                    </a:lnB>
                    <a:solidFill>
                      <a:srgbClr val="89CDF2"/>
                    </a:solidFill>
                  </a:tcPr>
                </a:tc>
                <a:extLst>
                  <a:ext uri="{0D108BD9-81ED-4DB2-BD59-A6C34878D82A}">
                    <a16:rowId xmlns:a16="http://schemas.microsoft.com/office/drawing/2014/main" val="10002"/>
                  </a:ext>
                </a:extLst>
              </a:tr>
              <a:tr h="457200">
                <a:tc>
                  <a:txBody>
                    <a:bodyPr/>
                    <a:lstStyle/>
                    <a:p>
                      <a:pPr marL="0" indent="0">
                        <a:buNone/>
                      </a:pPr>
                      <a:r>
                        <a:rPr lang="en-US" sz="1150" b="1" dirty="0">
                          <a:solidFill>
                            <a:srgbClr val="003362"/>
                          </a:solidFill>
                          <a:latin typeface="Arial" pitchFamily="34" charset="0"/>
                          <a:ea typeface="Arial" pitchFamily="34" charset="-122"/>
                          <a:cs typeface="Arial" pitchFamily="34" charset="-120"/>
                        </a:rPr>
                        <a:t>Catalogi API</a:t>
                      </a:r>
                      <a:endParaRPr lang="en-US" sz="1150" dirty="0">
                        <a:latin typeface="Arial" charset="0"/>
                        <a:ea typeface="Arial" charset="0"/>
                        <a:cs typeface="Arial" charset="0"/>
                      </a:endParaRPr>
                    </a:p>
                  </a:txBody>
                  <a:tcPr anchor="ctr">
                    <a:lnL w="7620" cap="flat" cmpd="sng" algn="ctr">
                      <a:solidFill>
                        <a:srgbClr val="E3E8EA"/>
                      </a:solidFill>
                      <a:prstDash val="solid"/>
                      <a:round/>
                      <a:headEnd type="none" w="med" len="med"/>
                      <a:tailEnd type="none" w="med" len="med"/>
                    </a:lnL>
                    <a:lnR w="7620" cap="flat" cmpd="sng" algn="ctr">
                      <a:solidFill>
                        <a:srgbClr val="E3E8EA"/>
                      </a:solidFill>
                      <a:prstDash val="solid"/>
                      <a:round/>
                      <a:headEnd type="none" w="med" len="med"/>
                      <a:tailEnd type="none" w="med" len="med"/>
                    </a:lnR>
                    <a:lnT w="7620" cap="flat" cmpd="sng" algn="ctr">
                      <a:solidFill>
                        <a:srgbClr val="E3E8EA"/>
                      </a:solidFill>
                      <a:prstDash val="solid"/>
                      <a:round/>
                      <a:headEnd type="none" w="med" len="med"/>
                      <a:tailEnd type="none" w="med" len="med"/>
                    </a:lnT>
                    <a:lnB w="7620" cap="flat" cmpd="sng" algn="ctr">
                      <a:solidFill>
                        <a:srgbClr val="E3E8EA"/>
                      </a:solidFill>
                      <a:prstDash val="solid"/>
                      <a:round/>
                      <a:headEnd type="none" w="med" len="med"/>
                      <a:tailEnd type="none" w="med" len="med"/>
                    </a:lnB>
                    <a:solidFill>
                      <a:srgbClr val="FFFFFF"/>
                    </a:solidFill>
                  </a:tcPr>
                </a:tc>
                <a:tc>
                  <a:txBody>
                    <a:bodyPr/>
                    <a:lstStyle/>
                    <a:p>
                      <a:pPr marL="0" indent="0">
                        <a:buNone/>
                      </a:pPr>
                      <a:r>
                        <a:rPr lang="en-US" sz="1050" dirty="0">
                          <a:solidFill>
                            <a:srgbClr val="2B3033"/>
                          </a:solidFill>
                          <a:latin typeface="Arial" pitchFamily="34" charset="0"/>
                          <a:ea typeface="Arial" pitchFamily="34" charset="-122"/>
                          <a:cs typeface="Arial" pitchFamily="34" charset="-120"/>
                        </a:rPr>
                        <a:t>API voor opslag en ontsluiting van zaaktype-catalogi, zaaktypen en onderliggende typen.</a:t>
                      </a:r>
                      <a:endParaRPr lang="en-US" sz="1050" dirty="0">
                        <a:latin typeface="Arial" charset="0"/>
                        <a:ea typeface="Arial" charset="0"/>
                        <a:cs typeface="Arial" charset="0"/>
                      </a:endParaRPr>
                    </a:p>
                  </a:txBody>
                  <a:tcPr anchor="ctr">
                    <a:lnL w="7620" cap="flat" cmpd="sng" algn="ctr">
                      <a:solidFill>
                        <a:srgbClr val="E3E8EA"/>
                      </a:solidFill>
                      <a:prstDash val="solid"/>
                      <a:round/>
                      <a:headEnd type="none" w="med" len="med"/>
                      <a:tailEnd type="none" w="med" len="med"/>
                    </a:lnL>
                    <a:lnR w="7620" cap="flat" cmpd="sng" algn="ctr">
                      <a:solidFill>
                        <a:srgbClr val="E3E8EA"/>
                      </a:solidFill>
                      <a:prstDash val="solid"/>
                      <a:round/>
                      <a:headEnd type="none" w="med" len="med"/>
                      <a:tailEnd type="none" w="med" len="med"/>
                    </a:lnR>
                    <a:lnT w="7620" cap="flat" cmpd="sng" algn="ctr">
                      <a:solidFill>
                        <a:srgbClr val="E3E8EA"/>
                      </a:solidFill>
                      <a:prstDash val="solid"/>
                      <a:round/>
                      <a:headEnd type="none" w="med" len="med"/>
                      <a:tailEnd type="none" w="med" len="med"/>
                    </a:lnT>
                    <a:lnB w="7620" cap="flat" cmpd="sng" algn="ctr">
                      <a:solidFill>
                        <a:srgbClr val="E3E8EA"/>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FFFFFF"/>
                          </a:solidFill>
                          <a:latin typeface="Arial" pitchFamily="34" charset="0"/>
                          <a:ea typeface="Arial" pitchFamily="34" charset="-122"/>
                          <a:cs typeface="Arial" pitchFamily="34" charset="-120"/>
                        </a:rPr>
                        <a:t>Valtimo plug-in</a:t>
                      </a:r>
                      <a:endParaRPr lang="en-US" sz="1050" dirty="0">
                        <a:latin typeface="Arial" charset="0"/>
                        <a:ea typeface="Arial" charset="0"/>
                        <a:cs typeface="Arial" charset="0"/>
                      </a:endParaRPr>
                    </a:p>
                  </a:txBody>
                  <a:tcPr anchor="ctr">
                    <a:lnL w="7620" cap="flat" cmpd="sng" algn="ctr">
                      <a:solidFill>
                        <a:srgbClr val="E3E8EA"/>
                      </a:solidFill>
                      <a:prstDash val="solid"/>
                      <a:round/>
                      <a:headEnd type="none" w="med" len="med"/>
                      <a:tailEnd type="none" w="med" len="med"/>
                    </a:lnL>
                    <a:lnR w="7620" cap="flat" cmpd="sng" algn="ctr">
                      <a:solidFill>
                        <a:srgbClr val="E3E8EA"/>
                      </a:solidFill>
                      <a:prstDash val="solid"/>
                      <a:round/>
                      <a:headEnd type="none" w="med" len="med"/>
                      <a:tailEnd type="none" w="med" len="med"/>
                    </a:lnR>
                    <a:lnT w="7620" cap="flat" cmpd="sng" algn="ctr">
                      <a:solidFill>
                        <a:srgbClr val="E3E8EA"/>
                      </a:solidFill>
                      <a:prstDash val="solid"/>
                      <a:round/>
                      <a:headEnd type="none" w="med" len="med"/>
                      <a:tailEnd type="none" w="med" len="med"/>
                    </a:lnT>
                    <a:lnB w="7620" cap="flat" cmpd="sng" algn="ctr">
                      <a:solidFill>
                        <a:srgbClr val="E3E8EA"/>
                      </a:solidFill>
                      <a:prstDash val="solid"/>
                      <a:round/>
                      <a:headEnd type="none" w="med" len="med"/>
                      <a:tailEnd type="none" w="med" len="med"/>
                    </a:lnB>
                    <a:solidFill>
                      <a:srgbClr val="89CDF2"/>
                    </a:solidFill>
                  </a:tcPr>
                </a:tc>
                <a:extLst>
                  <a:ext uri="{0D108BD9-81ED-4DB2-BD59-A6C34878D82A}">
                    <a16:rowId xmlns:a16="http://schemas.microsoft.com/office/drawing/2014/main" val="10003"/>
                  </a:ext>
                </a:extLst>
              </a:tr>
              <a:tr h="603504">
                <a:tc>
                  <a:txBody>
                    <a:bodyPr/>
                    <a:lstStyle/>
                    <a:p>
                      <a:pPr marL="0" indent="0">
                        <a:buNone/>
                      </a:pPr>
                      <a:r>
                        <a:rPr lang="en-US" sz="1150" b="1" dirty="0">
                          <a:solidFill>
                            <a:srgbClr val="003362"/>
                          </a:solidFill>
                          <a:latin typeface="Arial" pitchFamily="34" charset="0"/>
                          <a:ea typeface="Arial" pitchFamily="34" charset="-122"/>
                          <a:cs typeface="Arial" pitchFamily="34" charset="-120"/>
                        </a:rPr>
                        <a:t>Zaken API</a:t>
                      </a:r>
                      <a:endParaRPr lang="en-US" sz="1150" dirty="0">
                        <a:latin typeface="Arial" charset="0"/>
                        <a:ea typeface="Arial" charset="0"/>
                        <a:cs typeface="Arial" charset="0"/>
                      </a:endParaRPr>
                    </a:p>
                  </a:txBody>
                  <a:tcPr anchor="ctr">
                    <a:lnL w="7620" cap="flat" cmpd="sng" algn="ctr">
                      <a:solidFill>
                        <a:srgbClr val="E3E8EA"/>
                      </a:solidFill>
                      <a:prstDash val="solid"/>
                      <a:round/>
                      <a:headEnd type="none" w="med" len="med"/>
                      <a:tailEnd type="none" w="med" len="med"/>
                    </a:lnL>
                    <a:lnR w="7620" cap="flat" cmpd="sng" algn="ctr">
                      <a:solidFill>
                        <a:srgbClr val="E3E8EA"/>
                      </a:solidFill>
                      <a:prstDash val="solid"/>
                      <a:round/>
                      <a:headEnd type="none" w="med" len="med"/>
                      <a:tailEnd type="none" w="med" len="med"/>
                    </a:lnR>
                    <a:lnT w="7620" cap="flat" cmpd="sng" algn="ctr">
                      <a:solidFill>
                        <a:srgbClr val="E3E8EA"/>
                      </a:solidFill>
                      <a:prstDash val="solid"/>
                      <a:round/>
                      <a:headEnd type="none" w="med" len="med"/>
                      <a:tailEnd type="none" w="med" len="med"/>
                    </a:lnT>
                    <a:lnB w="7620" cap="flat" cmpd="sng" algn="ctr">
                      <a:solidFill>
                        <a:srgbClr val="E3E8EA"/>
                      </a:solidFill>
                      <a:prstDash val="solid"/>
                      <a:round/>
                      <a:headEnd type="none" w="med" len="med"/>
                      <a:tailEnd type="none" w="med" len="med"/>
                    </a:lnB>
                    <a:solidFill>
                      <a:srgbClr val="F5F8FA"/>
                    </a:solidFill>
                  </a:tcPr>
                </a:tc>
                <a:tc>
                  <a:txBody>
                    <a:bodyPr/>
                    <a:lstStyle/>
                    <a:p>
                      <a:pPr marL="0" indent="0">
                        <a:buNone/>
                      </a:pPr>
                      <a:r>
                        <a:rPr lang="en-US" sz="1050" dirty="0">
                          <a:solidFill>
                            <a:srgbClr val="2B3033"/>
                          </a:solidFill>
                          <a:latin typeface="Arial" pitchFamily="34" charset="0"/>
                          <a:ea typeface="Arial" pitchFamily="34" charset="-122"/>
                          <a:cs typeface="Arial" pitchFamily="34" charset="-120"/>
                        </a:rPr>
                        <a:t>Ondersteunt het opslaan en ontsluiten naar andere applicaties van gegevens over alle gemeentelijke zaken.</a:t>
                      </a:r>
                      <a:endParaRPr lang="en-US" sz="1050" dirty="0">
                        <a:latin typeface="Arial" charset="0"/>
                        <a:ea typeface="Arial" charset="0"/>
                        <a:cs typeface="Arial" charset="0"/>
                      </a:endParaRPr>
                    </a:p>
                  </a:txBody>
                  <a:tcPr anchor="ctr">
                    <a:lnL w="7620" cap="flat" cmpd="sng" algn="ctr">
                      <a:solidFill>
                        <a:srgbClr val="E3E8EA"/>
                      </a:solidFill>
                      <a:prstDash val="solid"/>
                      <a:round/>
                      <a:headEnd type="none" w="med" len="med"/>
                      <a:tailEnd type="none" w="med" len="med"/>
                    </a:lnL>
                    <a:lnR w="7620" cap="flat" cmpd="sng" algn="ctr">
                      <a:solidFill>
                        <a:srgbClr val="E3E8EA"/>
                      </a:solidFill>
                      <a:prstDash val="solid"/>
                      <a:round/>
                      <a:headEnd type="none" w="med" len="med"/>
                      <a:tailEnd type="none" w="med" len="med"/>
                    </a:lnR>
                    <a:lnT w="7620" cap="flat" cmpd="sng" algn="ctr">
                      <a:solidFill>
                        <a:srgbClr val="E3E8EA"/>
                      </a:solidFill>
                      <a:prstDash val="solid"/>
                      <a:round/>
                      <a:headEnd type="none" w="med" len="med"/>
                      <a:tailEnd type="none" w="med" len="med"/>
                    </a:lnT>
                    <a:lnB w="7620" cap="flat" cmpd="sng" algn="ctr">
                      <a:solidFill>
                        <a:srgbClr val="E3E8EA"/>
                      </a:solidFill>
                      <a:prstDash val="solid"/>
                      <a:round/>
                      <a:headEnd type="none" w="med" len="med"/>
                      <a:tailEnd type="none" w="med" len="med"/>
                    </a:lnB>
                    <a:solidFill>
                      <a:srgbClr val="F5F8FA"/>
                    </a:solidFill>
                  </a:tcPr>
                </a:tc>
                <a:tc>
                  <a:txBody>
                    <a:bodyPr/>
                    <a:lstStyle/>
                    <a:p>
                      <a:pPr marL="0" indent="0" algn="ctr">
                        <a:buNone/>
                      </a:pPr>
                      <a:r>
                        <a:rPr lang="en-US" sz="1050" b="1" dirty="0">
                          <a:solidFill>
                            <a:srgbClr val="FFFFFF"/>
                          </a:solidFill>
                          <a:latin typeface="Arial" pitchFamily="34" charset="0"/>
                          <a:ea typeface="Arial" pitchFamily="34" charset="-122"/>
                          <a:cs typeface="Arial" pitchFamily="34" charset="-120"/>
                        </a:rPr>
                        <a:t>Valtimo plug-in</a:t>
                      </a:r>
                      <a:endParaRPr lang="en-US" sz="1050" dirty="0">
                        <a:latin typeface="Arial" charset="0"/>
                        <a:ea typeface="Arial" charset="0"/>
                        <a:cs typeface="Arial" charset="0"/>
                      </a:endParaRPr>
                    </a:p>
                  </a:txBody>
                  <a:tcPr anchor="ctr">
                    <a:lnL w="7620" cap="flat" cmpd="sng" algn="ctr">
                      <a:solidFill>
                        <a:srgbClr val="E3E8EA"/>
                      </a:solidFill>
                      <a:prstDash val="solid"/>
                      <a:round/>
                      <a:headEnd type="none" w="med" len="med"/>
                      <a:tailEnd type="none" w="med" len="med"/>
                    </a:lnL>
                    <a:lnR w="7620" cap="flat" cmpd="sng" algn="ctr">
                      <a:solidFill>
                        <a:srgbClr val="E3E8EA"/>
                      </a:solidFill>
                      <a:prstDash val="solid"/>
                      <a:round/>
                      <a:headEnd type="none" w="med" len="med"/>
                      <a:tailEnd type="none" w="med" len="med"/>
                    </a:lnR>
                    <a:lnT w="7620" cap="flat" cmpd="sng" algn="ctr">
                      <a:solidFill>
                        <a:srgbClr val="E3E8EA"/>
                      </a:solidFill>
                      <a:prstDash val="solid"/>
                      <a:round/>
                      <a:headEnd type="none" w="med" len="med"/>
                      <a:tailEnd type="none" w="med" len="med"/>
                    </a:lnT>
                    <a:lnB w="7620" cap="flat" cmpd="sng" algn="ctr">
                      <a:solidFill>
                        <a:srgbClr val="E3E8EA"/>
                      </a:solidFill>
                      <a:prstDash val="solid"/>
                      <a:round/>
                      <a:headEnd type="none" w="med" len="med"/>
                      <a:tailEnd type="none" w="med" len="med"/>
                    </a:lnB>
                    <a:solidFill>
                      <a:srgbClr val="89CDF2"/>
                    </a:solidFill>
                  </a:tcPr>
                </a:tc>
                <a:extLst>
                  <a:ext uri="{0D108BD9-81ED-4DB2-BD59-A6C34878D82A}">
                    <a16:rowId xmlns:a16="http://schemas.microsoft.com/office/drawing/2014/main" val="10004"/>
                  </a:ext>
                </a:extLst>
              </a:tr>
              <a:tr h="457200">
                <a:tc>
                  <a:txBody>
                    <a:bodyPr/>
                    <a:lstStyle/>
                    <a:p>
                      <a:pPr marL="0" indent="0">
                        <a:buNone/>
                      </a:pPr>
                      <a:r>
                        <a:rPr lang="en-US" sz="1150" b="1" dirty="0">
                          <a:solidFill>
                            <a:srgbClr val="003362"/>
                          </a:solidFill>
                          <a:latin typeface="Arial" pitchFamily="34" charset="0"/>
                          <a:ea typeface="Arial" pitchFamily="34" charset="-122"/>
                          <a:cs typeface="Arial" pitchFamily="34" charset="-120"/>
                        </a:rPr>
                        <a:t>Object token authenticatie</a:t>
                      </a:r>
                      <a:endParaRPr lang="en-US" sz="1150" dirty="0">
                        <a:latin typeface="Arial" charset="0"/>
                        <a:ea typeface="Arial" charset="0"/>
                        <a:cs typeface="Arial" charset="0"/>
                      </a:endParaRPr>
                    </a:p>
                  </a:txBody>
                  <a:tcPr anchor="ctr">
                    <a:lnL w="7620" cap="flat" cmpd="sng" algn="ctr">
                      <a:solidFill>
                        <a:srgbClr val="E3E8EA"/>
                      </a:solidFill>
                      <a:prstDash val="solid"/>
                      <a:round/>
                      <a:headEnd type="none" w="med" len="med"/>
                      <a:tailEnd type="none" w="med" len="med"/>
                    </a:lnL>
                    <a:lnR w="7620" cap="flat" cmpd="sng" algn="ctr">
                      <a:solidFill>
                        <a:srgbClr val="E3E8EA"/>
                      </a:solidFill>
                      <a:prstDash val="solid"/>
                      <a:round/>
                      <a:headEnd type="none" w="med" len="med"/>
                      <a:tailEnd type="none" w="med" len="med"/>
                    </a:lnR>
                    <a:lnT w="7620" cap="flat" cmpd="sng" algn="ctr">
                      <a:solidFill>
                        <a:srgbClr val="E3E8EA"/>
                      </a:solidFill>
                      <a:prstDash val="solid"/>
                      <a:round/>
                      <a:headEnd type="none" w="med" len="med"/>
                      <a:tailEnd type="none" w="med" len="med"/>
                    </a:lnT>
                    <a:lnB w="7620" cap="flat" cmpd="sng" algn="ctr">
                      <a:solidFill>
                        <a:srgbClr val="E3E8EA"/>
                      </a:solidFill>
                      <a:prstDash val="solid"/>
                      <a:round/>
                      <a:headEnd type="none" w="med" len="med"/>
                      <a:tailEnd type="none" w="med" len="med"/>
                    </a:lnB>
                    <a:solidFill>
                      <a:srgbClr val="FFFFFF"/>
                    </a:solidFill>
                  </a:tcPr>
                </a:tc>
                <a:tc>
                  <a:txBody>
                    <a:bodyPr/>
                    <a:lstStyle/>
                    <a:p>
                      <a:pPr marL="0" indent="0">
                        <a:buNone/>
                      </a:pPr>
                      <a:r>
                        <a:rPr lang="en-US" sz="1050" dirty="0">
                          <a:solidFill>
                            <a:srgbClr val="2B3033"/>
                          </a:solidFill>
                          <a:latin typeface="Arial" pitchFamily="34" charset="0"/>
                          <a:ea typeface="Arial" pitchFamily="34" charset="-122"/>
                          <a:cs typeface="Arial" pitchFamily="34" charset="-120"/>
                        </a:rPr>
                        <a:t>Authenticatie met behulp van tokens voor gebruik door de Objecten API en Objecttypen API.</a:t>
                      </a:r>
                      <a:endParaRPr lang="en-US" sz="1050" dirty="0">
                        <a:latin typeface="Arial" charset="0"/>
                        <a:ea typeface="Arial" charset="0"/>
                        <a:cs typeface="Arial" charset="0"/>
                      </a:endParaRPr>
                    </a:p>
                  </a:txBody>
                  <a:tcPr anchor="ctr">
                    <a:lnL w="7620" cap="flat" cmpd="sng" algn="ctr">
                      <a:solidFill>
                        <a:srgbClr val="E3E8EA"/>
                      </a:solidFill>
                      <a:prstDash val="solid"/>
                      <a:round/>
                      <a:headEnd type="none" w="med" len="med"/>
                      <a:tailEnd type="none" w="med" len="med"/>
                    </a:lnL>
                    <a:lnR w="7620" cap="flat" cmpd="sng" algn="ctr">
                      <a:solidFill>
                        <a:srgbClr val="E3E8EA"/>
                      </a:solidFill>
                      <a:prstDash val="solid"/>
                      <a:round/>
                      <a:headEnd type="none" w="med" len="med"/>
                      <a:tailEnd type="none" w="med" len="med"/>
                    </a:lnR>
                    <a:lnT w="7620" cap="flat" cmpd="sng" algn="ctr">
                      <a:solidFill>
                        <a:srgbClr val="E3E8EA"/>
                      </a:solidFill>
                      <a:prstDash val="solid"/>
                      <a:round/>
                      <a:headEnd type="none" w="med" len="med"/>
                      <a:tailEnd type="none" w="med" len="med"/>
                    </a:lnT>
                    <a:lnB w="7620" cap="flat" cmpd="sng" algn="ctr">
                      <a:solidFill>
                        <a:srgbClr val="E3E8EA"/>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FFFFFF"/>
                          </a:solidFill>
                          <a:latin typeface="Arial" pitchFamily="34" charset="0"/>
                          <a:ea typeface="Arial" pitchFamily="34" charset="-122"/>
                          <a:cs typeface="Arial" pitchFamily="34" charset="-120"/>
                        </a:rPr>
                        <a:t>Valtimo plug-in</a:t>
                      </a:r>
                      <a:endParaRPr lang="en-US" sz="1050" dirty="0">
                        <a:latin typeface="Arial" charset="0"/>
                        <a:ea typeface="Arial" charset="0"/>
                        <a:cs typeface="Arial" charset="0"/>
                      </a:endParaRPr>
                    </a:p>
                  </a:txBody>
                  <a:tcPr anchor="ctr">
                    <a:lnL w="7620" cap="flat" cmpd="sng" algn="ctr">
                      <a:solidFill>
                        <a:srgbClr val="E3E8EA"/>
                      </a:solidFill>
                      <a:prstDash val="solid"/>
                      <a:round/>
                      <a:headEnd type="none" w="med" len="med"/>
                      <a:tailEnd type="none" w="med" len="med"/>
                    </a:lnL>
                    <a:lnR w="7620" cap="flat" cmpd="sng" algn="ctr">
                      <a:solidFill>
                        <a:srgbClr val="E3E8EA"/>
                      </a:solidFill>
                      <a:prstDash val="solid"/>
                      <a:round/>
                      <a:headEnd type="none" w="med" len="med"/>
                      <a:tailEnd type="none" w="med" len="med"/>
                    </a:lnR>
                    <a:lnT w="7620" cap="flat" cmpd="sng" algn="ctr">
                      <a:solidFill>
                        <a:srgbClr val="E3E8EA"/>
                      </a:solidFill>
                      <a:prstDash val="solid"/>
                      <a:round/>
                      <a:headEnd type="none" w="med" len="med"/>
                      <a:tailEnd type="none" w="med" len="med"/>
                    </a:lnT>
                    <a:lnB w="7620" cap="flat" cmpd="sng" algn="ctr">
                      <a:solidFill>
                        <a:srgbClr val="E3E8EA"/>
                      </a:solidFill>
                      <a:prstDash val="solid"/>
                      <a:round/>
                      <a:headEnd type="none" w="med" len="med"/>
                      <a:tailEnd type="none" w="med" len="med"/>
                    </a:lnB>
                    <a:solidFill>
                      <a:srgbClr val="89CDF2"/>
                    </a:solidFill>
                  </a:tcPr>
                </a:tc>
                <a:extLst>
                  <a:ext uri="{0D108BD9-81ED-4DB2-BD59-A6C34878D82A}">
                    <a16:rowId xmlns:a16="http://schemas.microsoft.com/office/drawing/2014/main" val="10005"/>
                  </a:ext>
                </a:extLst>
              </a:tr>
              <a:tr h="457200">
                <a:tc>
                  <a:txBody>
                    <a:bodyPr/>
                    <a:lstStyle/>
                    <a:p>
                      <a:pPr marL="0" indent="0">
                        <a:buNone/>
                      </a:pPr>
                      <a:r>
                        <a:rPr lang="en-US" sz="1150" b="1" dirty="0">
                          <a:solidFill>
                            <a:srgbClr val="003362"/>
                          </a:solidFill>
                          <a:latin typeface="Arial" pitchFamily="34" charset="0"/>
                          <a:ea typeface="Arial" pitchFamily="34" charset="-122"/>
                          <a:cs typeface="Arial" pitchFamily="34" charset="-120"/>
                        </a:rPr>
                        <a:t>Verzoeken API</a:t>
                      </a:r>
                      <a:endParaRPr lang="en-US" sz="1150" dirty="0">
                        <a:latin typeface="Arial" charset="0"/>
                        <a:ea typeface="Arial" charset="0"/>
                        <a:cs typeface="Arial" charset="0"/>
                      </a:endParaRPr>
                    </a:p>
                  </a:txBody>
                  <a:tcPr anchor="ctr">
                    <a:lnL w="7620" cap="flat" cmpd="sng" algn="ctr">
                      <a:solidFill>
                        <a:srgbClr val="E3E8EA"/>
                      </a:solidFill>
                      <a:prstDash val="solid"/>
                      <a:round/>
                      <a:headEnd type="none" w="med" len="med"/>
                      <a:tailEnd type="none" w="med" len="med"/>
                    </a:lnL>
                    <a:lnR w="7620" cap="flat" cmpd="sng" algn="ctr">
                      <a:solidFill>
                        <a:srgbClr val="E3E8EA"/>
                      </a:solidFill>
                      <a:prstDash val="solid"/>
                      <a:round/>
                      <a:headEnd type="none" w="med" len="med"/>
                      <a:tailEnd type="none" w="med" len="med"/>
                    </a:lnR>
                    <a:lnT w="7620" cap="flat" cmpd="sng" algn="ctr">
                      <a:solidFill>
                        <a:srgbClr val="E3E8EA"/>
                      </a:solidFill>
                      <a:prstDash val="solid"/>
                      <a:round/>
                      <a:headEnd type="none" w="med" len="med"/>
                      <a:tailEnd type="none" w="med" len="med"/>
                    </a:lnT>
                    <a:lnB w="7620" cap="flat" cmpd="sng" algn="ctr">
                      <a:solidFill>
                        <a:srgbClr val="E3E8EA"/>
                      </a:solidFill>
                      <a:prstDash val="solid"/>
                      <a:round/>
                      <a:headEnd type="none" w="med" len="med"/>
                      <a:tailEnd type="none" w="med" len="med"/>
                    </a:lnB>
                    <a:solidFill>
                      <a:srgbClr val="F5F8FA"/>
                    </a:solidFill>
                  </a:tcPr>
                </a:tc>
                <a:tc>
                  <a:txBody>
                    <a:bodyPr/>
                    <a:lstStyle/>
                    <a:p>
                      <a:pPr marL="0" indent="0">
                        <a:buNone/>
                      </a:pPr>
                      <a:r>
                        <a:rPr lang="en-US" sz="1050" dirty="0">
                          <a:solidFill>
                            <a:srgbClr val="2B3033"/>
                          </a:solidFill>
                          <a:latin typeface="Arial" pitchFamily="34" charset="0"/>
                          <a:ea typeface="Arial" pitchFamily="34" charset="-122"/>
                          <a:cs typeface="Arial" pitchFamily="34" charset="-120"/>
                        </a:rPr>
                        <a:t>API voor de registratie en ontsluiting van verzoeken.</a:t>
                      </a:r>
                      <a:endParaRPr lang="en-US" sz="1050" dirty="0">
                        <a:latin typeface="Arial" charset="0"/>
                        <a:ea typeface="Arial" charset="0"/>
                        <a:cs typeface="Arial" charset="0"/>
                      </a:endParaRPr>
                    </a:p>
                  </a:txBody>
                  <a:tcPr anchor="ctr">
                    <a:lnL w="7620" cap="flat" cmpd="sng" algn="ctr">
                      <a:solidFill>
                        <a:srgbClr val="E3E8EA"/>
                      </a:solidFill>
                      <a:prstDash val="solid"/>
                      <a:round/>
                      <a:headEnd type="none" w="med" len="med"/>
                      <a:tailEnd type="none" w="med" len="med"/>
                    </a:lnL>
                    <a:lnR w="7620" cap="flat" cmpd="sng" algn="ctr">
                      <a:solidFill>
                        <a:srgbClr val="E3E8EA"/>
                      </a:solidFill>
                      <a:prstDash val="solid"/>
                      <a:round/>
                      <a:headEnd type="none" w="med" len="med"/>
                      <a:tailEnd type="none" w="med" len="med"/>
                    </a:lnR>
                    <a:lnT w="7620" cap="flat" cmpd="sng" algn="ctr">
                      <a:solidFill>
                        <a:srgbClr val="E3E8EA"/>
                      </a:solidFill>
                      <a:prstDash val="solid"/>
                      <a:round/>
                      <a:headEnd type="none" w="med" len="med"/>
                      <a:tailEnd type="none" w="med" len="med"/>
                    </a:lnT>
                    <a:lnB w="7620" cap="flat" cmpd="sng" algn="ctr">
                      <a:solidFill>
                        <a:srgbClr val="E3E8EA"/>
                      </a:solidFill>
                      <a:prstDash val="solid"/>
                      <a:round/>
                      <a:headEnd type="none" w="med" len="med"/>
                      <a:tailEnd type="none" w="med" len="med"/>
                    </a:lnB>
                    <a:solidFill>
                      <a:srgbClr val="F5F8FA"/>
                    </a:solidFill>
                  </a:tcPr>
                </a:tc>
                <a:tc>
                  <a:txBody>
                    <a:bodyPr/>
                    <a:lstStyle/>
                    <a:p>
                      <a:pPr marL="0" indent="0" algn="ctr">
                        <a:buNone/>
                      </a:pPr>
                      <a:r>
                        <a:rPr lang="en-US" sz="1050" b="1" dirty="0">
                          <a:solidFill>
                            <a:srgbClr val="FFFFFF"/>
                          </a:solidFill>
                          <a:latin typeface="Arial" pitchFamily="34" charset="0"/>
                          <a:ea typeface="Arial" pitchFamily="34" charset="-122"/>
                          <a:cs typeface="Arial" pitchFamily="34" charset="-120"/>
                        </a:rPr>
                        <a:t>Valtimo plug-in</a:t>
                      </a:r>
                      <a:endParaRPr lang="en-US" sz="1050" dirty="0">
                        <a:latin typeface="Arial" charset="0"/>
                        <a:ea typeface="Arial" charset="0"/>
                        <a:cs typeface="Arial" charset="0"/>
                      </a:endParaRPr>
                    </a:p>
                  </a:txBody>
                  <a:tcPr anchor="ctr">
                    <a:lnL w="7620" cap="flat" cmpd="sng" algn="ctr">
                      <a:solidFill>
                        <a:srgbClr val="E3E8EA"/>
                      </a:solidFill>
                      <a:prstDash val="solid"/>
                      <a:round/>
                      <a:headEnd type="none" w="med" len="med"/>
                      <a:tailEnd type="none" w="med" len="med"/>
                    </a:lnL>
                    <a:lnR w="7620" cap="flat" cmpd="sng" algn="ctr">
                      <a:solidFill>
                        <a:srgbClr val="E3E8EA"/>
                      </a:solidFill>
                      <a:prstDash val="solid"/>
                      <a:round/>
                      <a:headEnd type="none" w="med" len="med"/>
                      <a:tailEnd type="none" w="med" len="med"/>
                    </a:lnR>
                    <a:lnT w="7620" cap="flat" cmpd="sng" algn="ctr">
                      <a:solidFill>
                        <a:srgbClr val="E3E8EA"/>
                      </a:solidFill>
                      <a:prstDash val="solid"/>
                      <a:round/>
                      <a:headEnd type="none" w="med" len="med"/>
                      <a:tailEnd type="none" w="med" len="med"/>
                    </a:lnT>
                    <a:lnB w="7620" cap="flat" cmpd="sng" algn="ctr">
                      <a:solidFill>
                        <a:srgbClr val="E3E8EA"/>
                      </a:solidFill>
                      <a:prstDash val="solid"/>
                      <a:round/>
                      <a:headEnd type="none" w="med" len="med"/>
                      <a:tailEnd type="none" w="med" len="med"/>
                    </a:lnB>
                    <a:solidFill>
                      <a:srgbClr val="89CDF2"/>
                    </a:solidFill>
                  </a:tcPr>
                </a:tc>
                <a:extLst>
                  <a:ext uri="{0D108BD9-81ED-4DB2-BD59-A6C34878D82A}">
                    <a16:rowId xmlns:a16="http://schemas.microsoft.com/office/drawing/2014/main" val="10006"/>
                  </a:ext>
                </a:extLst>
              </a:tr>
              <a:tr h="603504">
                <a:tc>
                  <a:txBody>
                    <a:bodyPr/>
                    <a:lstStyle/>
                    <a:p>
                      <a:pPr marL="0" indent="0">
                        <a:buNone/>
                      </a:pPr>
                      <a:r>
                        <a:rPr lang="en-US" sz="1150" b="1" dirty="0">
                          <a:solidFill>
                            <a:srgbClr val="003362"/>
                          </a:solidFill>
                          <a:latin typeface="Arial" pitchFamily="34" charset="0"/>
                          <a:ea typeface="Arial" pitchFamily="34" charset="-122"/>
                          <a:cs typeface="Arial" pitchFamily="34" charset="-120"/>
                        </a:rPr>
                        <a:t>Notificatie API en OpenNotificaties</a:t>
                      </a:r>
                      <a:endParaRPr lang="en-US" sz="1150" dirty="0">
                        <a:latin typeface="Arial" charset="0"/>
                        <a:ea typeface="Arial" charset="0"/>
                        <a:cs typeface="Arial" charset="0"/>
                      </a:endParaRPr>
                    </a:p>
                  </a:txBody>
                  <a:tcPr anchor="ctr">
                    <a:lnL w="7620" cap="flat" cmpd="sng" algn="ctr">
                      <a:solidFill>
                        <a:srgbClr val="E3E8EA"/>
                      </a:solidFill>
                      <a:prstDash val="solid"/>
                      <a:round/>
                      <a:headEnd type="none" w="med" len="med"/>
                      <a:tailEnd type="none" w="med" len="med"/>
                    </a:lnL>
                    <a:lnR w="7620" cap="flat" cmpd="sng" algn="ctr">
                      <a:solidFill>
                        <a:srgbClr val="E3E8EA"/>
                      </a:solidFill>
                      <a:prstDash val="solid"/>
                      <a:round/>
                      <a:headEnd type="none" w="med" len="med"/>
                      <a:tailEnd type="none" w="med" len="med"/>
                    </a:lnR>
                    <a:lnT w="7620" cap="flat" cmpd="sng" algn="ctr">
                      <a:solidFill>
                        <a:srgbClr val="E3E8EA"/>
                      </a:solidFill>
                      <a:prstDash val="solid"/>
                      <a:round/>
                      <a:headEnd type="none" w="med" len="med"/>
                      <a:tailEnd type="none" w="med" len="med"/>
                    </a:lnT>
                    <a:lnB w="7620" cap="flat" cmpd="sng" algn="ctr">
                      <a:solidFill>
                        <a:srgbClr val="E3E8EA"/>
                      </a:solidFill>
                      <a:prstDash val="solid"/>
                      <a:round/>
                      <a:headEnd type="none" w="med" len="med"/>
                      <a:tailEnd type="none" w="med" len="med"/>
                    </a:lnB>
                    <a:solidFill>
                      <a:srgbClr val="FFFFFF"/>
                    </a:solidFill>
                  </a:tcPr>
                </a:tc>
                <a:tc>
                  <a:txBody>
                    <a:bodyPr/>
                    <a:lstStyle/>
                    <a:p>
                      <a:pPr marL="0" indent="0">
                        <a:buNone/>
                      </a:pPr>
                      <a:r>
                        <a:rPr lang="en-US" sz="1050" dirty="0">
                          <a:solidFill>
                            <a:srgbClr val="2B3033"/>
                          </a:solidFill>
                          <a:latin typeface="Arial" pitchFamily="34" charset="0"/>
                          <a:ea typeface="Arial" pitchFamily="34" charset="-122"/>
                          <a:cs typeface="Arial" pitchFamily="34" charset="-120"/>
                        </a:rPr>
                        <a:t>API’s om een notificatieroutering-component te benaderen.</a:t>
                      </a:r>
                      <a:endParaRPr lang="en-US" sz="1050" dirty="0">
                        <a:latin typeface="Arial" charset="0"/>
                        <a:ea typeface="Arial" charset="0"/>
                        <a:cs typeface="Arial" charset="0"/>
                      </a:endParaRPr>
                    </a:p>
                  </a:txBody>
                  <a:tcPr anchor="ctr">
                    <a:lnL w="7620" cap="flat" cmpd="sng" algn="ctr">
                      <a:solidFill>
                        <a:srgbClr val="E3E8EA"/>
                      </a:solidFill>
                      <a:prstDash val="solid"/>
                      <a:round/>
                      <a:headEnd type="none" w="med" len="med"/>
                      <a:tailEnd type="none" w="med" len="med"/>
                    </a:lnL>
                    <a:lnR w="7620" cap="flat" cmpd="sng" algn="ctr">
                      <a:solidFill>
                        <a:srgbClr val="E3E8EA"/>
                      </a:solidFill>
                      <a:prstDash val="solid"/>
                      <a:round/>
                      <a:headEnd type="none" w="med" len="med"/>
                      <a:tailEnd type="none" w="med" len="med"/>
                    </a:lnR>
                    <a:lnT w="7620" cap="flat" cmpd="sng" algn="ctr">
                      <a:solidFill>
                        <a:srgbClr val="E3E8EA"/>
                      </a:solidFill>
                      <a:prstDash val="solid"/>
                      <a:round/>
                      <a:headEnd type="none" w="med" len="med"/>
                      <a:tailEnd type="none" w="med" len="med"/>
                    </a:lnT>
                    <a:lnB w="7620" cap="flat" cmpd="sng" algn="ctr">
                      <a:solidFill>
                        <a:srgbClr val="E3E8EA"/>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FFFFFF"/>
                          </a:solidFill>
                          <a:latin typeface="Arial" pitchFamily="34" charset="0"/>
                          <a:ea typeface="Arial" pitchFamily="34" charset="-122"/>
                          <a:cs typeface="Arial" pitchFamily="34" charset="-120"/>
                        </a:rPr>
                        <a:t>Valtimo plug-in</a:t>
                      </a:r>
                      <a:endParaRPr lang="en-US" sz="1050" dirty="0">
                        <a:latin typeface="Arial" charset="0"/>
                        <a:ea typeface="Arial" charset="0"/>
                        <a:cs typeface="Arial" charset="0"/>
                      </a:endParaRPr>
                    </a:p>
                  </a:txBody>
                  <a:tcPr anchor="ctr">
                    <a:lnL w="7620" cap="flat" cmpd="sng" algn="ctr">
                      <a:solidFill>
                        <a:srgbClr val="E3E8EA"/>
                      </a:solidFill>
                      <a:prstDash val="solid"/>
                      <a:round/>
                      <a:headEnd type="none" w="med" len="med"/>
                      <a:tailEnd type="none" w="med" len="med"/>
                    </a:lnL>
                    <a:lnR w="7620" cap="flat" cmpd="sng" algn="ctr">
                      <a:solidFill>
                        <a:srgbClr val="E3E8EA"/>
                      </a:solidFill>
                      <a:prstDash val="solid"/>
                      <a:round/>
                      <a:headEnd type="none" w="med" len="med"/>
                      <a:tailEnd type="none" w="med" len="med"/>
                    </a:lnR>
                    <a:lnT w="7620" cap="flat" cmpd="sng" algn="ctr">
                      <a:solidFill>
                        <a:srgbClr val="E3E8EA"/>
                      </a:solidFill>
                      <a:prstDash val="solid"/>
                      <a:round/>
                      <a:headEnd type="none" w="med" len="med"/>
                      <a:tailEnd type="none" w="med" len="med"/>
                    </a:lnT>
                    <a:lnB w="7620" cap="flat" cmpd="sng" algn="ctr">
                      <a:solidFill>
                        <a:srgbClr val="E3E8EA"/>
                      </a:solidFill>
                      <a:prstDash val="solid"/>
                      <a:round/>
                      <a:headEnd type="none" w="med" len="med"/>
                      <a:tailEnd type="none" w="med" len="med"/>
                    </a:lnB>
                    <a:solidFill>
                      <a:srgbClr val="89CDF2"/>
                    </a:solidFill>
                  </a:tcPr>
                </a:tc>
                <a:extLst>
                  <a:ext uri="{0D108BD9-81ED-4DB2-BD59-A6C34878D82A}">
                    <a16:rowId xmlns:a16="http://schemas.microsoft.com/office/drawing/2014/main" val="10007"/>
                  </a:ext>
                </a:extLst>
              </a:tr>
              <a:tr h="457200">
                <a:tc>
                  <a:txBody>
                    <a:bodyPr/>
                    <a:lstStyle/>
                    <a:p>
                      <a:pPr marL="0" indent="0">
                        <a:buNone/>
                      </a:pPr>
                      <a:r>
                        <a:rPr lang="en-US" sz="1150" b="1" dirty="0">
                          <a:solidFill>
                            <a:srgbClr val="003362"/>
                          </a:solidFill>
                          <a:latin typeface="Arial" pitchFamily="34" charset="0"/>
                          <a:ea typeface="Arial" pitchFamily="34" charset="-122"/>
                          <a:cs typeface="Arial" pitchFamily="34" charset="-120"/>
                        </a:rPr>
                        <a:t>Documenten API</a:t>
                      </a:r>
                      <a:endParaRPr lang="en-US" sz="1150" dirty="0">
                        <a:latin typeface="Arial" charset="0"/>
                        <a:ea typeface="Arial" charset="0"/>
                        <a:cs typeface="Arial" charset="0"/>
                      </a:endParaRPr>
                    </a:p>
                  </a:txBody>
                  <a:tcPr anchor="ctr">
                    <a:lnL w="7620" cap="flat" cmpd="sng" algn="ctr">
                      <a:solidFill>
                        <a:srgbClr val="E3E8EA"/>
                      </a:solidFill>
                      <a:prstDash val="solid"/>
                      <a:round/>
                      <a:headEnd type="none" w="med" len="med"/>
                      <a:tailEnd type="none" w="med" len="med"/>
                    </a:lnL>
                    <a:lnR w="7620" cap="flat" cmpd="sng" algn="ctr">
                      <a:solidFill>
                        <a:srgbClr val="E3E8EA"/>
                      </a:solidFill>
                      <a:prstDash val="solid"/>
                      <a:round/>
                      <a:headEnd type="none" w="med" len="med"/>
                      <a:tailEnd type="none" w="med" len="med"/>
                    </a:lnR>
                    <a:lnT w="7620" cap="flat" cmpd="sng" algn="ctr">
                      <a:solidFill>
                        <a:srgbClr val="E3E8EA"/>
                      </a:solidFill>
                      <a:prstDash val="solid"/>
                      <a:round/>
                      <a:headEnd type="none" w="med" len="med"/>
                      <a:tailEnd type="none" w="med" len="med"/>
                    </a:lnT>
                    <a:lnB w="7620" cap="flat" cmpd="sng" algn="ctr">
                      <a:solidFill>
                        <a:srgbClr val="E3E8EA"/>
                      </a:solidFill>
                      <a:prstDash val="solid"/>
                      <a:round/>
                      <a:headEnd type="none" w="med" len="med"/>
                      <a:tailEnd type="none" w="med" len="med"/>
                    </a:lnB>
                    <a:solidFill>
                      <a:srgbClr val="F5F8FA"/>
                    </a:solidFill>
                  </a:tcPr>
                </a:tc>
                <a:tc>
                  <a:txBody>
                    <a:bodyPr/>
                    <a:lstStyle/>
                    <a:p>
                      <a:pPr marL="0" indent="0">
                        <a:buNone/>
                      </a:pPr>
                      <a:r>
                        <a:rPr lang="en-US" sz="1050" dirty="0">
                          <a:solidFill>
                            <a:srgbClr val="2B3033"/>
                          </a:solidFill>
                          <a:latin typeface="Arial" pitchFamily="34" charset="0"/>
                          <a:ea typeface="Arial" pitchFamily="34" charset="-122"/>
                          <a:cs typeface="Arial" pitchFamily="34" charset="-120"/>
                        </a:rPr>
                        <a:t>API voor opslag en ontsluiting van documenten en bijbehorende metadata.</a:t>
                      </a:r>
                      <a:endParaRPr lang="en-US" sz="1050" dirty="0">
                        <a:latin typeface="Arial" charset="0"/>
                        <a:ea typeface="Arial" charset="0"/>
                        <a:cs typeface="Arial" charset="0"/>
                      </a:endParaRPr>
                    </a:p>
                  </a:txBody>
                  <a:tcPr anchor="ctr">
                    <a:lnL w="7620" cap="flat" cmpd="sng" algn="ctr">
                      <a:solidFill>
                        <a:srgbClr val="E3E8EA"/>
                      </a:solidFill>
                      <a:prstDash val="solid"/>
                      <a:round/>
                      <a:headEnd type="none" w="med" len="med"/>
                      <a:tailEnd type="none" w="med" len="med"/>
                    </a:lnL>
                    <a:lnR w="7620" cap="flat" cmpd="sng" algn="ctr">
                      <a:solidFill>
                        <a:srgbClr val="E3E8EA"/>
                      </a:solidFill>
                      <a:prstDash val="solid"/>
                      <a:round/>
                      <a:headEnd type="none" w="med" len="med"/>
                      <a:tailEnd type="none" w="med" len="med"/>
                    </a:lnR>
                    <a:lnT w="7620" cap="flat" cmpd="sng" algn="ctr">
                      <a:solidFill>
                        <a:srgbClr val="E3E8EA"/>
                      </a:solidFill>
                      <a:prstDash val="solid"/>
                      <a:round/>
                      <a:headEnd type="none" w="med" len="med"/>
                      <a:tailEnd type="none" w="med" len="med"/>
                    </a:lnT>
                    <a:lnB w="7620" cap="flat" cmpd="sng" algn="ctr">
                      <a:solidFill>
                        <a:srgbClr val="E3E8EA"/>
                      </a:solidFill>
                      <a:prstDash val="solid"/>
                      <a:round/>
                      <a:headEnd type="none" w="med" len="med"/>
                      <a:tailEnd type="none" w="med" len="med"/>
                    </a:lnB>
                    <a:solidFill>
                      <a:srgbClr val="F5F8FA"/>
                    </a:solidFill>
                  </a:tcPr>
                </a:tc>
                <a:tc>
                  <a:txBody>
                    <a:bodyPr/>
                    <a:lstStyle/>
                    <a:p>
                      <a:pPr marL="0" indent="0" algn="ctr">
                        <a:buNone/>
                      </a:pPr>
                      <a:r>
                        <a:rPr lang="en-US" sz="1050" b="1" dirty="0">
                          <a:solidFill>
                            <a:srgbClr val="FFFFFF"/>
                          </a:solidFill>
                          <a:latin typeface="Arial" pitchFamily="34" charset="0"/>
                          <a:ea typeface="Arial" pitchFamily="34" charset="-122"/>
                          <a:cs typeface="Arial" pitchFamily="34" charset="-120"/>
                        </a:rPr>
                        <a:t>Valtimo plug-in</a:t>
                      </a:r>
                      <a:endParaRPr lang="en-US" sz="1050" dirty="0">
                        <a:latin typeface="Arial" charset="0"/>
                        <a:ea typeface="Arial" charset="0"/>
                        <a:cs typeface="Arial" charset="0"/>
                      </a:endParaRPr>
                    </a:p>
                  </a:txBody>
                  <a:tcPr anchor="ctr">
                    <a:lnL w="7620" cap="flat" cmpd="sng" algn="ctr">
                      <a:solidFill>
                        <a:srgbClr val="E3E8EA"/>
                      </a:solidFill>
                      <a:prstDash val="solid"/>
                      <a:round/>
                      <a:headEnd type="none" w="med" len="med"/>
                      <a:tailEnd type="none" w="med" len="med"/>
                    </a:lnL>
                    <a:lnR w="7620" cap="flat" cmpd="sng" algn="ctr">
                      <a:solidFill>
                        <a:srgbClr val="E3E8EA"/>
                      </a:solidFill>
                      <a:prstDash val="solid"/>
                      <a:round/>
                      <a:headEnd type="none" w="med" len="med"/>
                      <a:tailEnd type="none" w="med" len="med"/>
                    </a:lnR>
                    <a:lnT w="7620" cap="flat" cmpd="sng" algn="ctr">
                      <a:solidFill>
                        <a:srgbClr val="E3E8EA"/>
                      </a:solidFill>
                      <a:prstDash val="solid"/>
                      <a:round/>
                      <a:headEnd type="none" w="med" len="med"/>
                      <a:tailEnd type="none" w="med" len="med"/>
                    </a:lnT>
                    <a:lnB w="7620" cap="flat" cmpd="sng" algn="ctr">
                      <a:solidFill>
                        <a:srgbClr val="E3E8EA"/>
                      </a:solidFill>
                      <a:prstDash val="solid"/>
                      <a:round/>
                      <a:headEnd type="none" w="med" len="med"/>
                      <a:tailEnd type="none" w="med" len="med"/>
                    </a:lnB>
                    <a:solidFill>
                      <a:srgbClr val="89CDF2"/>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3362"/>
        </a:solidFill>
        <a:effectLst/>
      </p:bgPr>
    </p:bg>
    <p:spTree>
      <p:nvGrpSpPr>
        <p:cNvPr id="1" name=""/>
        <p:cNvGrpSpPr/>
        <p:nvPr/>
      </p:nvGrpSpPr>
      <p:grpSpPr>
        <a:xfrm>
          <a:off x="0" y="0"/>
          <a:ext cx="0" cy="0"/>
          <a:chOff x="0" y="0"/>
          <a:chExt cx="0" cy="0"/>
        </a:xfrm>
      </p:grpSpPr>
      <p:sp>
        <p:nvSpPr>
          <p:cNvPr id="2" name="Shape 0"/>
          <p:cNvSpPr/>
          <p:nvPr/>
        </p:nvSpPr>
        <p:spPr>
          <a:xfrm>
            <a:off x="9692640" y="2377440"/>
            <a:ext cx="3108960" cy="3108960"/>
          </a:xfrm>
          <a:prstGeom prst="diamond">
            <a:avLst/>
          </a:prstGeom>
          <a:ln w="38100">
            <a:solidFill>
              <a:srgbClr val="1F5488"/>
            </a:solidFill>
            <a:prstDash val="solid"/>
          </a:ln>
        </p:spPr>
        <p:txBody>
          <a:bodyPr/>
          <a:lstStyle/>
          <a:p>
            <a:endParaRPr lang="nl-NL"/>
          </a:p>
        </p:txBody>
      </p:sp>
      <p:sp>
        <p:nvSpPr>
          <p:cNvPr id="3" name="Text 1"/>
          <p:cNvSpPr/>
          <p:nvPr/>
        </p:nvSpPr>
        <p:spPr>
          <a:xfrm>
            <a:off x="822960" y="685800"/>
            <a:ext cx="7315200" cy="320040"/>
          </a:xfrm>
          <a:prstGeom prst="rect">
            <a:avLst/>
          </a:prstGeom>
          <a:noFill/>
          <a:ln/>
        </p:spPr>
        <p:txBody>
          <a:bodyPr wrap="square" rtlCol="0" anchor="ctr"/>
          <a:lstStyle/>
          <a:p>
            <a:pPr marL="0" indent="0">
              <a:buNone/>
            </a:pPr>
            <a:r>
              <a:rPr lang="en-US" sz="1200" b="1" kern="0" spc="200" dirty="0">
                <a:solidFill>
                  <a:srgbClr val="E76734"/>
                </a:solidFill>
                <a:latin typeface="Arial" pitchFamily="34" charset="0"/>
                <a:ea typeface="Arial" pitchFamily="34" charset="-122"/>
                <a:cs typeface="Arial" pitchFamily="34" charset="-120"/>
              </a:rPr>
              <a:t>HOOFDSTUK 04 VAN 06</a:t>
            </a:r>
            <a:endParaRPr lang="en-US" sz="1200" dirty="0"/>
          </a:p>
        </p:txBody>
      </p:sp>
      <p:sp>
        <p:nvSpPr>
          <p:cNvPr id="4" name="Text 2"/>
          <p:cNvSpPr/>
          <p:nvPr/>
        </p:nvSpPr>
        <p:spPr>
          <a:xfrm>
            <a:off x="822960" y="1417320"/>
            <a:ext cx="2743200" cy="1371600"/>
          </a:xfrm>
          <a:prstGeom prst="rect">
            <a:avLst/>
          </a:prstGeom>
          <a:noFill/>
          <a:ln/>
        </p:spPr>
        <p:txBody>
          <a:bodyPr wrap="square" rtlCol="0" anchor="ctr"/>
          <a:lstStyle/>
          <a:p>
            <a:pPr marL="0" indent="0">
              <a:buNone/>
            </a:pPr>
            <a:r>
              <a:rPr lang="en-US" sz="6600" b="1" dirty="0">
                <a:solidFill>
                  <a:srgbClr val="2E6592"/>
                </a:solidFill>
                <a:latin typeface="Helvetica" pitchFamily="34" charset="0"/>
                <a:ea typeface="Helvetica" pitchFamily="34" charset="-122"/>
                <a:cs typeface="Helvetica" pitchFamily="34" charset="-120"/>
              </a:rPr>
              <a:t>04</a:t>
            </a:r>
            <a:endParaRPr lang="en-US" sz="6600" dirty="0"/>
          </a:p>
        </p:txBody>
      </p:sp>
      <p:sp>
        <p:nvSpPr>
          <p:cNvPr id="5" name="Text 3"/>
          <p:cNvSpPr/>
          <p:nvPr/>
        </p:nvSpPr>
        <p:spPr>
          <a:xfrm>
            <a:off x="822960" y="2514600"/>
            <a:ext cx="9144000" cy="914400"/>
          </a:xfrm>
          <a:prstGeom prst="rect">
            <a:avLst/>
          </a:prstGeom>
          <a:noFill/>
          <a:ln/>
        </p:spPr>
        <p:txBody>
          <a:bodyPr wrap="square" rtlCol="0" anchor="ctr"/>
          <a:lstStyle/>
          <a:p>
            <a:pPr marL="0" indent="0">
              <a:buNone/>
            </a:pPr>
            <a:r>
              <a:rPr lang="en-US" sz="3200" b="1" dirty="0">
                <a:solidFill>
                  <a:srgbClr val="FFFFFF"/>
                </a:solidFill>
                <a:latin typeface="Helvetica" pitchFamily="34" charset="0"/>
                <a:ea typeface="Helvetica" pitchFamily="34" charset="-122"/>
                <a:cs typeface="Helvetica" pitchFamily="34" charset="-120"/>
              </a:rPr>
              <a:t>Nieuwe plug-ins &amp; functionaliteiten</a:t>
            </a:r>
            <a:endParaRPr lang="en-US" sz="3200" dirty="0"/>
          </a:p>
        </p:txBody>
      </p:sp>
      <p:sp>
        <p:nvSpPr>
          <p:cNvPr id="6" name="Shape 4"/>
          <p:cNvSpPr/>
          <p:nvPr/>
        </p:nvSpPr>
        <p:spPr>
          <a:xfrm>
            <a:off x="822960" y="3310128"/>
            <a:ext cx="1463040" cy="41148"/>
          </a:xfrm>
          <a:prstGeom prst="rect">
            <a:avLst/>
          </a:prstGeom>
          <a:solidFill>
            <a:srgbClr val="E76734"/>
          </a:solidFill>
          <a:ln/>
        </p:spPr>
        <p:txBody>
          <a:bodyPr/>
          <a:lstStyle/>
          <a:p>
            <a:endParaRPr lang="nl-NL"/>
          </a:p>
        </p:txBody>
      </p:sp>
      <p:sp>
        <p:nvSpPr>
          <p:cNvPr id="7" name="Text 5"/>
          <p:cNvSpPr/>
          <p:nvPr/>
        </p:nvSpPr>
        <p:spPr>
          <a:xfrm>
            <a:off x="822960" y="3474720"/>
            <a:ext cx="8503920" cy="640080"/>
          </a:xfrm>
          <a:prstGeom prst="rect">
            <a:avLst/>
          </a:prstGeom>
          <a:noFill/>
          <a:ln/>
        </p:spPr>
        <p:txBody>
          <a:bodyPr wrap="square" rtlCol="0" anchor="ctr"/>
          <a:lstStyle/>
          <a:p>
            <a:pPr marL="0" indent="0">
              <a:lnSpc>
                <a:spcPts val="1800"/>
              </a:lnSpc>
              <a:buNone/>
            </a:pPr>
            <a:r>
              <a:rPr lang="en-US" sz="1400" i="1" dirty="0">
                <a:solidFill>
                  <a:srgbClr val="89CDF2"/>
                </a:solidFill>
                <a:latin typeface="Arial" pitchFamily="34" charset="0"/>
                <a:ea typeface="Arial" pitchFamily="34" charset="-122"/>
                <a:cs typeface="Arial" pitchFamily="34" charset="-120"/>
              </a:rPr>
              <a:t>Welke nieuwe onderdelen zijn nodig, en hoe groot is de impact?</a:t>
            </a:r>
            <a:endParaRPr lang="en-US" sz="1400" dirty="0"/>
          </a:p>
        </p:txBody>
      </p:sp>
      <p:sp>
        <p:nvSpPr>
          <p:cNvPr id="8" name="Shape 6"/>
          <p:cNvSpPr/>
          <p:nvPr/>
        </p:nvSpPr>
        <p:spPr>
          <a:xfrm>
            <a:off x="950976" y="5687568"/>
            <a:ext cx="1624584" cy="0"/>
          </a:xfrm>
          <a:prstGeom prst="line">
            <a:avLst/>
          </a:prstGeom>
          <a:noFill/>
          <a:ln w="19050">
            <a:solidFill>
              <a:srgbClr val="5C88AC"/>
            </a:solidFill>
            <a:prstDash val="solid"/>
          </a:ln>
        </p:spPr>
        <p:txBody>
          <a:bodyPr/>
          <a:lstStyle/>
          <a:p>
            <a:endParaRPr lang="nl-NL"/>
          </a:p>
        </p:txBody>
      </p:sp>
      <p:sp>
        <p:nvSpPr>
          <p:cNvPr id="9" name="Shape 7"/>
          <p:cNvSpPr/>
          <p:nvPr/>
        </p:nvSpPr>
        <p:spPr>
          <a:xfrm>
            <a:off x="822960" y="5623560"/>
            <a:ext cx="128016" cy="128016"/>
          </a:xfrm>
          <a:prstGeom prst="ellipse">
            <a:avLst/>
          </a:prstGeom>
          <a:solidFill>
            <a:srgbClr val="5C88AC"/>
          </a:solidFill>
          <a:ln/>
        </p:spPr>
        <p:txBody>
          <a:bodyPr/>
          <a:lstStyle/>
          <a:p>
            <a:endParaRPr lang="nl-NL"/>
          </a:p>
        </p:txBody>
      </p:sp>
      <p:sp>
        <p:nvSpPr>
          <p:cNvPr id="10" name="Text 8"/>
          <p:cNvSpPr/>
          <p:nvPr/>
        </p:nvSpPr>
        <p:spPr>
          <a:xfrm>
            <a:off x="320040" y="5824728"/>
            <a:ext cx="1752600" cy="320040"/>
          </a:xfrm>
          <a:prstGeom prst="rect">
            <a:avLst/>
          </a:prstGeom>
          <a:noFill/>
          <a:ln/>
        </p:spPr>
        <p:txBody>
          <a:bodyPr wrap="square" rtlCol="0" anchor="ctr"/>
          <a:lstStyle/>
          <a:p>
            <a:pPr marL="0" indent="0" algn="l">
              <a:buNone/>
            </a:pPr>
            <a:r>
              <a:rPr lang="en-US" sz="950" dirty="0">
                <a:solidFill>
                  <a:srgbClr val="6E93B5"/>
                </a:solidFill>
                <a:latin typeface="Arial" pitchFamily="34" charset="0"/>
                <a:ea typeface="Arial" pitchFamily="34" charset="-122"/>
                <a:cs typeface="Arial" pitchFamily="34" charset="-120"/>
              </a:rPr>
              <a:t>Hosting</a:t>
            </a:r>
            <a:endParaRPr lang="en-US" sz="950" dirty="0"/>
          </a:p>
        </p:txBody>
      </p:sp>
      <p:sp>
        <p:nvSpPr>
          <p:cNvPr id="11" name="Shape 9"/>
          <p:cNvSpPr/>
          <p:nvPr/>
        </p:nvSpPr>
        <p:spPr>
          <a:xfrm>
            <a:off x="2703576" y="5687568"/>
            <a:ext cx="1624584" cy="0"/>
          </a:xfrm>
          <a:prstGeom prst="line">
            <a:avLst/>
          </a:prstGeom>
          <a:noFill/>
          <a:ln w="19050">
            <a:solidFill>
              <a:srgbClr val="5C88AC"/>
            </a:solidFill>
            <a:prstDash val="solid"/>
          </a:ln>
        </p:spPr>
        <p:txBody>
          <a:bodyPr/>
          <a:lstStyle/>
          <a:p>
            <a:endParaRPr lang="nl-NL"/>
          </a:p>
        </p:txBody>
      </p:sp>
      <p:sp>
        <p:nvSpPr>
          <p:cNvPr id="12" name="Shape 10"/>
          <p:cNvSpPr/>
          <p:nvPr/>
        </p:nvSpPr>
        <p:spPr>
          <a:xfrm>
            <a:off x="2575560" y="5623560"/>
            <a:ext cx="128016" cy="128016"/>
          </a:xfrm>
          <a:prstGeom prst="ellipse">
            <a:avLst/>
          </a:prstGeom>
          <a:solidFill>
            <a:srgbClr val="5C88AC"/>
          </a:solidFill>
          <a:ln/>
        </p:spPr>
        <p:txBody>
          <a:bodyPr/>
          <a:lstStyle/>
          <a:p>
            <a:endParaRPr lang="nl-NL"/>
          </a:p>
        </p:txBody>
      </p:sp>
      <p:sp>
        <p:nvSpPr>
          <p:cNvPr id="13" name="Text 11"/>
          <p:cNvSpPr/>
          <p:nvPr/>
        </p:nvSpPr>
        <p:spPr>
          <a:xfrm>
            <a:off x="2072640" y="5824728"/>
            <a:ext cx="1752600" cy="320040"/>
          </a:xfrm>
          <a:prstGeom prst="rect">
            <a:avLst/>
          </a:prstGeom>
          <a:noFill/>
          <a:ln/>
        </p:spPr>
        <p:txBody>
          <a:bodyPr wrap="square" rtlCol="0" anchor="ctr"/>
          <a:lstStyle/>
          <a:p>
            <a:pPr marL="0" indent="0" algn="l">
              <a:buNone/>
            </a:pPr>
            <a:r>
              <a:rPr lang="en-US" sz="950" dirty="0">
                <a:solidFill>
                  <a:srgbClr val="6E93B5"/>
                </a:solidFill>
                <a:latin typeface="Arial" pitchFamily="34" charset="0"/>
                <a:ea typeface="Arial" pitchFamily="34" charset="-122"/>
                <a:cs typeface="Arial" pitchFamily="34" charset="-120"/>
              </a:rPr>
              <a:t>Context diagram</a:t>
            </a:r>
            <a:endParaRPr lang="en-US" sz="950" dirty="0"/>
          </a:p>
        </p:txBody>
      </p:sp>
      <p:sp>
        <p:nvSpPr>
          <p:cNvPr id="14" name="Shape 12"/>
          <p:cNvSpPr/>
          <p:nvPr/>
        </p:nvSpPr>
        <p:spPr>
          <a:xfrm>
            <a:off x="4456176" y="5687568"/>
            <a:ext cx="1624584" cy="0"/>
          </a:xfrm>
          <a:prstGeom prst="line">
            <a:avLst/>
          </a:prstGeom>
          <a:noFill/>
          <a:ln w="19050">
            <a:solidFill>
              <a:srgbClr val="5C88AC"/>
            </a:solidFill>
            <a:prstDash val="solid"/>
          </a:ln>
        </p:spPr>
        <p:txBody>
          <a:bodyPr/>
          <a:lstStyle/>
          <a:p>
            <a:endParaRPr lang="nl-NL"/>
          </a:p>
        </p:txBody>
      </p:sp>
      <p:sp>
        <p:nvSpPr>
          <p:cNvPr id="15" name="Shape 13"/>
          <p:cNvSpPr/>
          <p:nvPr/>
        </p:nvSpPr>
        <p:spPr>
          <a:xfrm>
            <a:off x="4328160" y="5623560"/>
            <a:ext cx="128016" cy="128016"/>
          </a:xfrm>
          <a:prstGeom prst="ellipse">
            <a:avLst/>
          </a:prstGeom>
          <a:solidFill>
            <a:srgbClr val="5C88AC"/>
          </a:solidFill>
          <a:ln/>
        </p:spPr>
        <p:txBody>
          <a:bodyPr/>
          <a:lstStyle/>
          <a:p>
            <a:endParaRPr lang="nl-NL"/>
          </a:p>
        </p:txBody>
      </p:sp>
      <p:sp>
        <p:nvSpPr>
          <p:cNvPr id="16" name="Text 14"/>
          <p:cNvSpPr/>
          <p:nvPr/>
        </p:nvSpPr>
        <p:spPr>
          <a:xfrm>
            <a:off x="3825240" y="5824728"/>
            <a:ext cx="1752600" cy="320040"/>
          </a:xfrm>
          <a:prstGeom prst="rect">
            <a:avLst/>
          </a:prstGeom>
          <a:noFill/>
          <a:ln/>
        </p:spPr>
        <p:txBody>
          <a:bodyPr wrap="square" rtlCol="0" anchor="ctr"/>
          <a:lstStyle/>
          <a:p>
            <a:pPr marL="0" indent="0" algn="l">
              <a:buNone/>
            </a:pPr>
            <a:r>
              <a:rPr lang="en-US" sz="950" dirty="0">
                <a:solidFill>
                  <a:srgbClr val="6E93B5"/>
                </a:solidFill>
                <a:latin typeface="Arial" pitchFamily="34" charset="0"/>
                <a:ea typeface="Arial" pitchFamily="34" charset="-122"/>
                <a:cs typeface="Arial" pitchFamily="34" charset="-120"/>
              </a:rPr>
              <a:t>Componenten</a:t>
            </a:r>
            <a:endParaRPr lang="en-US" sz="950" dirty="0"/>
          </a:p>
        </p:txBody>
      </p:sp>
      <p:sp>
        <p:nvSpPr>
          <p:cNvPr id="17" name="Shape 15"/>
          <p:cNvSpPr/>
          <p:nvPr/>
        </p:nvSpPr>
        <p:spPr>
          <a:xfrm>
            <a:off x="6208776" y="5687568"/>
            <a:ext cx="1624584" cy="0"/>
          </a:xfrm>
          <a:prstGeom prst="line">
            <a:avLst/>
          </a:prstGeom>
          <a:noFill/>
          <a:ln w="19050">
            <a:solidFill>
              <a:srgbClr val="1F4468"/>
            </a:solidFill>
            <a:prstDash val="solid"/>
          </a:ln>
        </p:spPr>
        <p:txBody>
          <a:bodyPr/>
          <a:lstStyle/>
          <a:p>
            <a:endParaRPr lang="nl-NL"/>
          </a:p>
        </p:txBody>
      </p:sp>
      <p:sp>
        <p:nvSpPr>
          <p:cNvPr id="18" name="Shape 16"/>
          <p:cNvSpPr/>
          <p:nvPr/>
        </p:nvSpPr>
        <p:spPr>
          <a:xfrm>
            <a:off x="6080760" y="5623560"/>
            <a:ext cx="128016" cy="128016"/>
          </a:xfrm>
          <a:prstGeom prst="ellipse">
            <a:avLst/>
          </a:prstGeom>
          <a:solidFill>
            <a:srgbClr val="E76734"/>
          </a:solidFill>
          <a:ln w="19050">
            <a:solidFill>
              <a:srgbClr val="FFFFFF"/>
            </a:solidFill>
            <a:prstDash val="solid"/>
          </a:ln>
        </p:spPr>
        <p:txBody>
          <a:bodyPr/>
          <a:lstStyle/>
          <a:p>
            <a:endParaRPr lang="nl-NL"/>
          </a:p>
        </p:txBody>
      </p:sp>
      <p:sp>
        <p:nvSpPr>
          <p:cNvPr id="19" name="Text 17"/>
          <p:cNvSpPr/>
          <p:nvPr/>
        </p:nvSpPr>
        <p:spPr>
          <a:xfrm>
            <a:off x="5577840" y="5824728"/>
            <a:ext cx="1752600" cy="320040"/>
          </a:xfrm>
          <a:prstGeom prst="rect">
            <a:avLst/>
          </a:prstGeom>
          <a:noFill/>
          <a:ln/>
        </p:spPr>
        <p:txBody>
          <a:bodyPr wrap="square" rtlCol="0" anchor="ctr"/>
          <a:lstStyle/>
          <a:p>
            <a:pPr marL="0" indent="0" algn="l">
              <a:buNone/>
            </a:pPr>
            <a:r>
              <a:rPr lang="en-US" sz="950" b="1" dirty="0">
                <a:solidFill>
                  <a:srgbClr val="FFFFFF"/>
                </a:solidFill>
                <a:latin typeface="Arial" pitchFamily="34" charset="0"/>
                <a:ea typeface="Arial" pitchFamily="34" charset="-122"/>
                <a:cs typeface="Arial" pitchFamily="34" charset="-120"/>
              </a:rPr>
              <a:t>Nieuwe functionaliteiten</a:t>
            </a:r>
            <a:endParaRPr lang="en-US" sz="950" dirty="0"/>
          </a:p>
        </p:txBody>
      </p:sp>
      <p:sp>
        <p:nvSpPr>
          <p:cNvPr id="20" name="Shape 18"/>
          <p:cNvSpPr/>
          <p:nvPr/>
        </p:nvSpPr>
        <p:spPr>
          <a:xfrm>
            <a:off x="7961376" y="5687568"/>
            <a:ext cx="1624584" cy="0"/>
          </a:xfrm>
          <a:prstGeom prst="line">
            <a:avLst/>
          </a:prstGeom>
          <a:noFill/>
          <a:ln w="19050">
            <a:solidFill>
              <a:srgbClr val="1F4468"/>
            </a:solidFill>
            <a:prstDash val="solid"/>
          </a:ln>
        </p:spPr>
        <p:txBody>
          <a:bodyPr/>
          <a:lstStyle/>
          <a:p>
            <a:endParaRPr lang="nl-NL"/>
          </a:p>
        </p:txBody>
      </p:sp>
      <p:sp>
        <p:nvSpPr>
          <p:cNvPr id="21" name="Shape 19"/>
          <p:cNvSpPr/>
          <p:nvPr/>
        </p:nvSpPr>
        <p:spPr>
          <a:xfrm>
            <a:off x="7833360" y="5623560"/>
            <a:ext cx="128016" cy="128016"/>
          </a:xfrm>
          <a:prstGeom prst="ellipse">
            <a:avLst/>
          </a:prstGeom>
          <a:solidFill>
            <a:srgbClr val="1F4468"/>
          </a:solidFill>
          <a:ln/>
        </p:spPr>
        <p:txBody>
          <a:bodyPr/>
          <a:lstStyle/>
          <a:p>
            <a:endParaRPr lang="nl-NL"/>
          </a:p>
        </p:txBody>
      </p:sp>
      <p:sp>
        <p:nvSpPr>
          <p:cNvPr id="22" name="Text 20"/>
          <p:cNvSpPr/>
          <p:nvPr/>
        </p:nvSpPr>
        <p:spPr>
          <a:xfrm>
            <a:off x="7330440" y="5824728"/>
            <a:ext cx="1752600" cy="320040"/>
          </a:xfrm>
          <a:prstGeom prst="rect">
            <a:avLst/>
          </a:prstGeom>
          <a:noFill/>
          <a:ln/>
        </p:spPr>
        <p:txBody>
          <a:bodyPr wrap="square" rtlCol="0" anchor="ctr"/>
          <a:lstStyle/>
          <a:p>
            <a:pPr marL="0" indent="0" algn="l">
              <a:buNone/>
            </a:pPr>
            <a:r>
              <a:rPr lang="en-US" sz="950" dirty="0">
                <a:solidFill>
                  <a:srgbClr val="6E93B5"/>
                </a:solidFill>
                <a:latin typeface="Arial" pitchFamily="34" charset="0"/>
                <a:ea typeface="Arial" pitchFamily="34" charset="-122"/>
                <a:cs typeface="Arial" pitchFamily="34" charset="-120"/>
              </a:rPr>
              <a:t>Architectuur &amp; deployment</a:t>
            </a:r>
            <a:endParaRPr lang="en-US" sz="950" dirty="0"/>
          </a:p>
        </p:txBody>
      </p:sp>
      <p:sp>
        <p:nvSpPr>
          <p:cNvPr id="23" name="Shape 21"/>
          <p:cNvSpPr/>
          <p:nvPr/>
        </p:nvSpPr>
        <p:spPr>
          <a:xfrm>
            <a:off x="9585960" y="5623560"/>
            <a:ext cx="128016" cy="128016"/>
          </a:xfrm>
          <a:prstGeom prst="ellipse">
            <a:avLst/>
          </a:prstGeom>
          <a:solidFill>
            <a:srgbClr val="1F4468"/>
          </a:solidFill>
          <a:ln/>
        </p:spPr>
        <p:txBody>
          <a:bodyPr/>
          <a:lstStyle/>
          <a:p>
            <a:endParaRPr lang="nl-NL"/>
          </a:p>
        </p:txBody>
      </p:sp>
      <p:sp>
        <p:nvSpPr>
          <p:cNvPr id="24" name="Text 22"/>
          <p:cNvSpPr/>
          <p:nvPr/>
        </p:nvSpPr>
        <p:spPr>
          <a:xfrm>
            <a:off x="9083040" y="5824728"/>
            <a:ext cx="1752600" cy="320040"/>
          </a:xfrm>
          <a:prstGeom prst="rect">
            <a:avLst/>
          </a:prstGeom>
          <a:noFill/>
          <a:ln/>
        </p:spPr>
        <p:txBody>
          <a:bodyPr wrap="square" rtlCol="0" anchor="ctr"/>
          <a:lstStyle/>
          <a:p>
            <a:pPr marL="0" indent="0" algn="l">
              <a:buNone/>
            </a:pPr>
            <a:r>
              <a:rPr lang="en-US" sz="950" dirty="0">
                <a:solidFill>
                  <a:srgbClr val="6E93B5"/>
                </a:solidFill>
                <a:latin typeface="Arial" pitchFamily="34" charset="0"/>
                <a:ea typeface="Arial" pitchFamily="34" charset="-122"/>
                <a:cs typeface="Arial" pitchFamily="34" charset="-120"/>
              </a:rPr>
              <a:t>Vervolgstappen</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274320"/>
            <a:ext cx="960120" cy="960120"/>
          </a:xfrm>
          <a:prstGeom prst="diamond">
            <a:avLst/>
          </a:prstGeom>
          <a:ln w="63500">
            <a:solidFill>
              <a:srgbClr val="89CDF2"/>
            </a:solidFill>
            <a:prstDash val="solid"/>
          </a:ln>
        </p:spPr>
        <p:txBody>
          <a:bodyPr/>
          <a:lstStyle/>
          <a:p>
            <a:endParaRPr lang="nl-NL"/>
          </a:p>
        </p:txBody>
      </p:sp>
      <p:sp>
        <p:nvSpPr>
          <p:cNvPr id="3" name="Text 1"/>
          <p:cNvSpPr/>
          <p:nvPr/>
        </p:nvSpPr>
        <p:spPr>
          <a:xfrm>
            <a:off x="502920" y="384048"/>
            <a:ext cx="10515600" cy="640080"/>
          </a:xfrm>
          <a:prstGeom prst="rect">
            <a:avLst/>
          </a:prstGeom>
          <a:noFill/>
          <a:ln/>
        </p:spPr>
        <p:txBody>
          <a:bodyPr wrap="square" rtlCol="0" anchor="ctr"/>
          <a:lstStyle/>
          <a:p>
            <a:pPr marL="0" indent="0">
              <a:buNone/>
            </a:pPr>
            <a:r>
              <a:rPr lang="en-US" sz="2600" b="1" dirty="0">
                <a:solidFill>
                  <a:srgbClr val="003362"/>
                </a:solidFill>
                <a:latin typeface="Helvetica" pitchFamily="34" charset="0"/>
                <a:ea typeface="Helvetica" pitchFamily="34" charset="-122"/>
                <a:cs typeface="Helvetica" pitchFamily="34" charset="-120"/>
              </a:rPr>
              <a:t>Nieuwe plug-ins &amp; functionaliteiten</a:t>
            </a:r>
            <a:endParaRPr lang="en-US" sz="2600" dirty="0"/>
          </a:p>
        </p:txBody>
      </p:sp>
      <p:sp>
        <p:nvSpPr>
          <p:cNvPr id="4" name="Shape 2"/>
          <p:cNvSpPr/>
          <p:nvPr/>
        </p:nvSpPr>
        <p:spPr>
          <a:xfrm>
            <a:off x="0" y="6748272"/>
            <a:ext cx="12188952" cy="109728"/>
          </a:xfrm>
          <a:prstGeom prst="rect">
            <a:avLst/>
          </a:prstGeom>
          <a:solidFill>
            <a:srgbClr val="003362"/>
          </a:solidFill>
          <a:ln/>
        </p:spPr>
        <p:txBody>
          <a:bodyPr/>
          <a:lstStyle/>
          <a:p>
            <a:endParaRPr lang="nl-NL"/>
          </a:p>
        </p:txBody>
      </p:sp>
      <p:sp>
        <p:nvSpPr>
          <p:cNvPr id="5" name="Text 3"/>
          <p:cNvSpPr/>
          <p:nvPr/>
        </p:nvSpPr>
        <p:spPr>
          <a:xfrm>
            <a:off x="457200" y="6355080"/>
            <a:ext cx="5486400" cy="320040"/>
          </a:xfrm>
          <a:prstGeom prst="rect">
            <a:avLst/>
          </a:prstGeom>
          <a:noFill/>
          <a:ln/>
        </p:spPr>
        <p:txBody>
          <a:bodyPr wrap="square" rtlCol="0" anchor="ctr"/>
          <a:lstStyle/>
          <a:p>
            <a:pPr marL="0" indent="0">
              <a:buNone/>
            </a:pPr>
            <a:r>
              <a:rPr lang="en-US" sz="950" i="1" dirty="0">
                <a:solidFill>
                  <a:srgbClr val="6B7680"/>
                </a:solidFill>
                <a:latin typeface="Arial" pitchFamily="34" charset="0"/>
                <a:ea typeface="Arial" pitchFamily="34" charset="-122"/>
                <a:cs typeface="Arial" pitchFamily="34" charset="-120"/>
              </a:rPr>
              <a:t>Nieuwe plug-ins &amp; functionaliteiten</a:t>
            </a:r>
            <a:endParaRPr lang="en-US" sz="950" dirty="0"/>
          </a:p>
        </p:txBody>
      </p:sp>
      <p:sp>
        <p:nvSpPr>
          <p:cNvPr id="6" name="Text 4"/>
          <p:cNvSpPr/>
          <p:nvPr/>
        </p:nvSpPr>
        <p:spPr>
          <a:xfrm>
            <a:off x="502920" y="868680"/>
            <a:ext cx="11155680" cy="548640"/>
          </a:xfrm>
          <a:prstGeom prst="rect">
            <a:avLst/>
          </a:prstGeom>
          <a:noFill/>
          <a:ln/>
        </p:spPr>
        <p:txBody>
          <a:bodyPr wrap="square" rtlCol="0" anchor="ctr"/>
          <a:lstStyle/>
          <a:p>
            <a:pPr marL="0" indent="0">
              <a:lnSpc>
                <a:spcPts val="1400"/>
              </a:lnSpc>
              <a:buNone/>
            </a:pPr>
            <a:r>
              <a:rPr lang="en-US" sz="1150" i="1" dirty="0">
                <a:solidFill>
                  <a:srgbClr val="6B7680"/>
                </a:solidFill>
                <a:latin typeface="Arial" pitchFamily="34" charset="0"/>
                <a:ea typeface="Arial" pitchFamily="34" charset="-122"/>
                <a:cs typeface="Arial" pitchFamily="34" charset="-120"/>
              </a:rPr>
              <a:t>Op basis van de functionele discovery zijn nieuwe plug-ins en functionaliteiten benoemd. Beoordeel per onderdeel of het binnen Valtimo/GZAC past, hoe groot het is, en wat de risico’s of beperkingen zijn.</a:t>
            </a:r>
            <a:endParaRPr lang="en-US" sz="11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02920" y="1463040"/>
          <a:ext cx="11183112" cy="3566160"/>
        </p:xfrm>
        <a:graphic>
          <a:graphicData uri="http://schemas.openxmlformats.org/drawingml/2006/table">
            <a:tbl>
              <a:tblPr/>
              <a:tblGrid>
                <a:gridCol w="1920240">
                  <a:extLst>
                    <a:ext uri="{9D8B030D-6E8A-4147-A177-3AD203B41FA5}">
                      <a16:colId xmlns:a16="http://schemas.microsoft.com/office/drawing/2014/main" val="20000"/>
                    </a:ext>
                  </a:extLst>
                </a:gridCol>
                <a:gridCol w="2862072">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1554480">
                  <a:extLst>
                    <a:ext uri="{9D8B030D-6E8A-4147-A177-3AD203B41FA5}">
                      <a16:colId xmlns:a16="http://schemas.microsoft.com/office/drawing/2014/main" val="20004"/>
                    </a:ext>
                  </a:extLst>
                </a:gridCol>
                <a:gridCol w="1645920">
                  <a:extLst>
                    <a:ext uri="{9D8B030D-6E8A-4147-A177-3AD203B41FA5}">
                      <a16:colId xmlns:a16="http://schemas.microsoft.com/office/drawing/2014/main" val="20005"/>
                    </a:ext>
                  </a:extLst>
                </a:gridCol>
              </a:tblGrid>
              <a:tr h="457200">
                <a:tc>
                  <a:txBody>
                    <a:bodyPr/>
                    <a:lstStyle/>
                    <a:p>
                      <a:pPr marL="0" indent="0">
                        <a:buNone/>
                      </a:pPr>
                      <a:r>
                        <a:rPr lang="en-US" sz="1150" b="1" dirty="0">
                          <a:solidFill>
                            <a:srgbClr val="FFFFFF"/>
                          </a:solidFill>
                          <a:latin typeface="Arial" pitchFamily="34" charset="0"/>
                          <a:ea typeface="Arial" pitchFamily="34" charset="-122"/>
                          <a:cs typeface="Arial" pitchFamily="34" charset="-120"/>
                        </a:rPr>
                        <a:t>Functionaliteit</a:t>
                      </a:r>
                      <a:endParaRPr lang="en-US" sz="1150" dirty="0">
                        <a:latin typeface="Arial" charset="0"/>
                        <a:ea typeface="Arial" charset="0"/>
                        <a:cs typeface="Arial" charset="0"/>
                      </a:endParaRPr>
                    </a:p>
                  </a:txBody>
                  <a:tcPr anchor="ctr">
                    <a:lnL w="7620" cap="flat" cmpd="sng" algn="ctr">
                      <a:solidFill>
                        <a:srgbClr val="E3E8EA"/>
                      </a:solidFill>
                      <a:prstDash val="solid"/>
                      <a:round/>
                      <a:headEnd type="none" w="med" len="med"/>
                      <a:tailEnd type="none" w="med" len="med"/>
                    </a:lnL>
                    <a:lnR w="7620" cap="flat" cmpd="sng" algn="ctr">
                      <a:solidFill>
                        <a:srgbClr val="E3E8EA"/>
                      </a:solidFill>
                      <a:prstDash val="solid"/>
                      <a:round/>
                      <a:headEnd type="none" w="med" len="med"/>
                      <a:tailEnd type="none" w="med" len="med"/>
                    </a:lnR>
                    <a:lnT w="7620" cap="flat" cmpd="sng" algn="ctr">
                      <a:solidFill>
                        <a:srgbClr val="E3E8EA"/>
                      </a:solidFill>
                      <a:prstDash val="solid"/>
                      <a:round/>
                      <a:headEnd type="none" w="med" len="med"/>
                      <a:tailEnd type="none" w="med" len="med"/>
                    </a:lnT>
                    <a:lnB w="7620" cap="flat" cmpd="sng" algn="ctr">
                      <a:solidFill>
                        <a:srgbClr val="E3E8EA"/>
                      </a:solidFill>
                      <a:prstDash val="solid"/>
                      <a:round/>
                      <a:headEnd type="none" w="med" len="med"/>
                      <a:tailEnd type="none" w="med" len="med"/>
                    </a:lnB>
                    <a:solidFill>
                      <a:srgbClr val="003362"/>
                    </a:solidFill>
                  </a:tcPr>
                </a:tc>
                <a:tc>
                  <a:txBody>
                    <a:bodyPr/>
                    <a:lstStyle/>
                    <a:p>
                      <a:pPr marL="0" indent="0">
                        <a:buNone/>
                      </a:pPr>
                      <a:r>
                        <a:rPr lang="en-US" sz="1150" b="1" dirty="0">
                          <a:solidFill>
                            <a:srgbClr val="FFFFFF"/>
                          </a:solidFill>
                          <a:latin typeface="Arial" pitchFamily="34" charset="0"/>
                          <a:ea typeface="Arial" pitchFamily="34" charset="-122"/>
                          <a:cs typeface="Arial" pitchFamily="34" charset="-120"/>
                        </a:rPr>
                        <a:t>Globale omschrijving</a:t>
                      </a:r>
                      <a:endParaRPr lang="en-US" sz="1150" dirty="0">
                        <a:latin typeface="Arial" charset="0"/>
                        <a:ea typeface="Arial" charset="0"/>
                        <a:cs typeface="Arial" charset="0"/>
                      </a:endParaRPr>
                    </a:p>
                  </a:txBody>
                  <a:tcPr anchor="ctr">
                    <a:lnL w="7620" cap="flat" cmpd="sng" algn="ctr">
                      <a:solidFill>
                        <a:srgbClr val="E3E8EA"/>
                      </a:solidFill>
                      <a:prstDash val="solid"/>
                      <a:round/>
                      <a:headEnd type="none" w="med" len="med"/>
                      <a:tailEnd type="none" w="med" len="med"/>
                    </a:lnL>
                    <a:lnR w="7620" cap="flat" cmpd="sng" algn="ctr">
                      <a:solidFill>
                        <a:srgbClr val="E3E8EA"/>
                      </a:solidFill>
                      <a:prstDash val="solid"/>
                      <a:round/>
                      <a:headEnd type="none" w="med" len="med"/>
                      <a:tailEnd type="none" w="med" len="med"/>
                    </a:lnR>
                    <a:lnT w="7620" cap="flat" cmpd="sng" algn="ctr">
                      <a:solidFill>
                        <a:srgbClr val="E3E8EA"/>
                      </a:solidFill>
                      <a:prstDash val="solid"/>
                      <a:round/>
                      <a:headEnd type="none" w="med" len="med"/>
                      <a:tailEnd type="none" w="med" len="med"/>
                    </a:lnT>
                    <a:lnB w="7620" cap="flat" cmpd="sng" algn="ctr">
                      <a:solidFill>
                        <a:srgbClr val="E3E8EA"/>
                      </a:solidFill>
                      <a:prstDash val="solid"/>
                      <a:round/>
                      <a:headEnd type="none" w="med" len="med"/>
                      <a:tailEnd type="none" w="med" len="med"/>
                    </a:lnB>
                    <a:solidFill>
                      <a:srgbClr val="003362"/>
                    </a:solidFill>
                  </a:tcPr>
                </a:tc>
                <a:tc>
                  <a:txBody>
                    <a:bodyPr/>
                    <a:lstStyle/>
                    <a:p>
                      <a:pPr marL="0" indent="0">
                        <a:buNone/>
                      </a:pPr>
                      <a:r>
                        <a:rPr lang="en-US" sz="1150" b="1" dirty="0">
                          <a:solidFill>
                            <a:srgbClr val="FFFFFF"/>
                          </a:solidFill>
                          <a:latin typeface="Arial" pitchFamily="34" charset="0"/>
                          <a:ea typeface="Arial" pitchFamily="34" charset="-122"/>
                          <a:cs typeface="Arial" pitchFamily="34" charset="-120"/>
                        </a:rPr>
                        <a:t>Business value</a:t>
                      </a:r>
                      <a:endParaRPr lang="en-US" sz="1150" dirty="0">
                        <a:latin typeface="Arial" charset="0"/>
                        <a:ea typeface="Arial" charset="0"/>
                        <a:cs typeface="Arial" charset="0"/>
                      </a:endParaRPr>
                    </a:p>
                  </a:txBody>
                  <a:tcPr anchor="ctr">
                    <a:lnL w="7620" cap="flat" cmpd="sng" algn="ctr">
                      <a:solidFill>
                        <a:srgbClr val="E3E8EA"/>
                      </a:solidFill>
                      <a:prstDash val="solid"/>
                      <a:round/>
                      <a:headEnd type="none" w="med" len="med"/>
                      <a:tailEnd type="none" w="med" len="med"/>
                    </a:lnL>
                    <a:lnR w="7620" cap="flat" cmpd="sng" algn="ctr">
                      <a:solidFill>
                        <a:srgbClr val="E3E8EA"/>
                      </a:solidFill>
                      <a:prstDash val="solid"/>
                      <a:round/>
                      <a:headEnd type="none" w="med" len="med"/>
                      <a:tailEnd type="none" w="med" len="med"/>
                    </a:lnR>
                    <a:lnT w="7620" cap="flat" cmpd="sng" algn="ctr">
                      <a:solidFill>
                        <a:srgbClr val="E3E8EA"/>
                      </a:solidFill>
                      <a:prstDash val="solid"/>
                      <a:round/>
                      <a:headEnd type="none" w="med" len="med"/>
                      <a:tailEnd type="none" w="med" len="med"/>
                    </a:lnT>
                    <a:lnB w="7620" cap="flat" cmpd="sng" algn="ctr">
                      <a:solidFill>
                        <a:srgbClr val="E3E8EA"/>
                      </a:solidFill>
                      <a:prstDash val="solid"/>
                      <a:round/>
                      <a:headEnd type="none" w="med" len="med"/>
                      <a:tailEnd type="none" w="med" len="med"/>
                    </a:lnB>
                    <a:solidFill>
                      <a:srgbClr val="003362"/>
                    </a:solidFill>
                  </a:tcPr>
                </a:tc>
                <a:tc>
                  <a:txBody>
                    <a:bodyPr/>
                    <a:lstStyle/>
                    <a:p>
                      <a:pPr marL="0" indent="0">
                        <a:buNone/>
                      </a:pPr>
                      <a:r>
                        <a:rPr lang="en-US" sz="1150" b="1" dirty="0">
                          <a:solidFill>
                            <a:srgbClr val="FFFFFF"/>
                          </a:solidFill>
                          <a:latin typeface="Arial" pitchFamily="34" charset="0"/>
                          <a:ea typeface="Arial" pitchFamily="34" charset="-122"/>
                          <a:cs typeface="Arial" pitchFamily="34" charset="-120"/>
                        </a:rPr>
                        <a:t>Type</a:t>
                      </a:r>
                      <a:endParaRPr lang="en-US" sz="1150" dirty="0">
                        <a:latin typeface="Arial" charset="0"/>
                        <a:ea typeface="Arial" charset="0"/>
                        <a:cs typeface="Arial" charset="0"/>
                      </a:endParaRPr>
                    </a:p>
                  </a:txBody>
                  <a:tcPr anchor="ctr">
                    <a:lnL w="7620" cap="flat" cmpd="sng" algn="ctr">
                      <a:solidFill>
                        <a:srgbClr val="E3E8EA"/>
                      </a:solidFill>
                      <a:prstDash val="solid"/>
                      <a:round/>
                      <a:headEnd type="none" w="med" len="med"/>
                      <a:tailEnd type="none" w="med" len="med"/>
                    </a:lnL>
                    <a:lnR w="7620" cap="flat" cmpd="sng" algn="ctr">
                      <a:solidFill>
                        <a:srgbClr val="E3E8EA"/>
                      </a:solidFill>
                      <a:prstDash val="solid"/>
                      <a:round/>
                      <a:headEnd type="none" w="med" len="med"/>
                      <a:tailEnd type="none" w="med" len="med"/>
                    </a:lnR>
                    <a:lnT w="7620" cap="flat" cmpd="sng" algn="ctr">
                      <a:solidFill>
                        <a:srgbClr val="E3E8EA"/>
                      </a:solidFill>
                      <a:prstDash val="solid"/>
                      <a:round/>
                      <a:headEnd type="none" w="med" len="med"/>
                      <a:tailEnd type="none" w="med" len="med"/>
                    </a:lnT>
                    <a:lnB w="7620" cap="flat" cmpd="sng" algn="ctr">
                      <a:solidFill>
                        <a:srgbClr val="E3E8EA"/>
                      </a:solidFill>
                      <a:prstDash val="solid"/>
                      <a:round/>
                      <a:headEnd type="none" w="med" len="med"/>
                      <a:tailEnd type="none" w="med" len="med"/>
                    </a:lnB>
                    <a:solidFill>
                      <a:srgbClr val="003362"/>
                    </a:solidFill>
                  </a:tcPr>
                </a:tc>
                <a:tc>
                  <a:txBody>
                    <a:bodyPr/>
                    <a:lstStyle/>
                    <a:p>
                      <a:pPr marL="0" indent="0">
                        <a:buNone/>
                      </a:pPr>
                      <a:r>
                        <a:rPr lang="en-US" sz="1150" b="1" dirty="0">
                          <a:solidFill>
                            <a:srgbClr val="FFFFFF"/>
                          </a:solidFill>
                          <a:latin typeface="Arial" pitchFamily="34" charset="0"/>
                          <a:ea typeface="Arial" pitchFamily="34" charset="-122"/>
                          <a:cs typeface="Arial" pitchFamily="34" charset="-120"/>
                        </a:rPr>
                        <a:t>Inschatting</a:t>
                      </a:r>
                      <a:endParaRPr lang="en-US" sz="1150" dirty="0">
                        <a:latin typeface="Arial" charset="0"/>
                        <a:ea typeface="Arial" charset="0"/>
                        <a:cs typeface="Arial" charset="0"/>
                      </a:endParaRPr>
                    </a:p>
                  </a:txBody>
                  <a:tcPr anchor="ctr">
                    <a:lnL w="7620" cap="flat" cmpd="sng" algn="ctr">
                      <a:solidFill>
                        <a:srgbClr val="E3E8EA"/>
                      </a:solidFill>
                      <a:prstDash val="solid"/>
                      <a:round/>
                      <a:headEnd type="none" w="med" len="med"/>
                      <a:tailEnd type="none" w="med" len="med"/>
                    </a:lnL>
                    <a:lnR w="7620" cap="flat" cmpd="sng" algn="ctr">
                      <a:solidFill>
                        <a:srgbClr val="E3E8EA"/>
                      </a:solidFill>
                      <a:prstDash val="solid"/>
                      <a:round/>
                      <a:headEnd type="none" w="med" len="med"/>
                      <a:tailEnd type="none" w="med" len="med"/>
                    </a:lnR>
                    <a:lnT w="7620" cap="flat" cmpd="sng" algn="ctr">
                      <a:solidFill>
                        <a:srgbClr val="E3E8EA"/>
                      </a:solidFill>
                      <a:prstDash val="solid"/>
                      <a:round/>
                      <a:headEnd type="none" w="med" len="med"/>
                      <a:tailEnd type="none" w="med" len="med"/>
                    </a:lnT>
                    <a:lnB w="7620" cap="flat" cmpd="sng" algn="ctr">
                      <a:solidFill>
                        <a:srgbClr val="E3E8EA"/>
                      </a:solidFill>
                      <a:prstDash val="solid"/>
                      <a:round/>
                      <a:headEnd type="none" w="med" len="med"/>
                      <a:tailEnd type="none" w="med" len="med"/>
                    </a:lnB>
                    <a:solidFill>
                      <a:srgbClr val="003362"/>
                    </a:solidFill>
                  </a:tcPr>
                </a:tc>
                <a:tc>
                  <a:txBody>
                    <a:bodyPr/>
                    <a:lstStyle/>
                    <a:p>
                      <a:pPr marL="0" indent="0">
                        <a:buNone/>
                      </a:pPr>
                      <a:r>
                        <a:rPr lang="en-US" sz="1150" b="1" dirty="0">
                          <a:solidFill>
                            <a:srgbClr val="FFFFFF"/>
                          </a:solidFill>
                          <a:latin typeface="Arial" pitchFamily="34" charset="0"/>
                          <a:ea typeface="Arial" pitchFamily="34" charset="-122"/>
                          <a:cs typeface="Arial" pitchFamily="34" charset="-120"/>
                        </a:rPr>
                        <a:t>Risico/beperking</a:t>
                      </a:r>
                      <a:endParaRPr lang="en-US" sz="1150" dirty="0">
                        <a:latin typeface="Arial" charset="0"/>
                        <a:ea typeface="Arial" charset="0"/>
                        <a:cs typeface="Arial" charset="0"/>
                      </a:endParaRPr>
                    </a:p>
                  </a:txBody>
                  <a:tcPr anchor="ctr">
                    <a:lnL w="7620" cap="flat" cmpd="sng" algn="ctr">
                      <a:solidFill>
                        <a:srgbClr val="E3E8EA"/>
                      </a:solidFill>
                      <a:prstDash val="solid"/>
                      <a:round/>
                      <a:headEnd type="none" w="med" len="med"/>
                      <a:tailEnd type="none" w="med" len="med"/>
                    </a:lnL>
                    <a:lnR w="7620" cap="flat" cmpd="sng" algn="ctr">
                      <a:solidFill>
                        <a:srgbClr val="E3E8EA"/>
                      </a:solidFill>
                      <a:prstDash val="solid"/>
                      <a:round/>
                      <a:headEnd type="none" w="med" len="med"/>
                      <a:tailEnd type="none" w="med" len="med"/>
                    </a:lnR>
                    <a:lnT w="7620" cap="flat" cmpd="sng" algn="ctr">
                      <a:solidFill>
                        <a:srgbClr val="E3E8EA"/>
                      </a:solidFill>
                      <a:prstDash val="solid"/>
                      <a:round/>
                      <a:headEnd type="none" w="med" len="med"/>
                      <a:tailEnd type="none" w="med" len="med"/>
                    </a:lnT>
                    <a:lnB w="7620" cap="flat" cmpd="sng" algn="ctr">
                      <a:solidFill>
                        <a:srgbClr val="E3E8EA"/>
                      </a:solidFill>
                      <a:prstDash val="solid"/>
                      <a:round/>
                      <a:headEnd type="none" w="med" len="med"/>
                      <a:tailEnd type="none" w="med" len="med"/>
                    </a:lnB>
                    <a:solidFill>
                      <a:srgbClr val="003362"/>
                    </a:solidFill>
                  </a:tcPr>
                </a:tc>
                <a:extLst>
                  <a:ext uri="{0D108BD9-81ED-4DB2-BD59-A6C34878D82A}">
                    <a16:rowId xmlns:a16="http://schemas.microsoft.com/office/drawing/2014/main" val="10000"/>
                  </a:ext>
                </a:extLst>
              </a:tr>
              <a:tr h="777240">
                <a:tc>
                  <a:txBody>
                    <a:bodyPr/>
                    <a:lstStyle/>
                    <a:p>
                      <a:pPr marL="0" indent="0">
                        <a:buNone/>
                      </a:pPr>
                      <a:r>
                        <a:rPr lang="en-US" sz="1050" i="1" dirty="0">
                          <a:solidFill>
                            <a:srgbClr val="6B7680"/>
                          </a:solidFill>
                          <a:latin typeface="Arial" pitchFamily="34" charset="0"/>
                          <a:ea typeface="Arial" pitchFamily="34" charset="-122"/>
                          <a:cs typeface="Arial" pitchFamily="34" charset="-120"/>
                        </a:rPr>
                        <a:t>[in te vullen]</a:t>
                      </a:r>
                      <a:endParaRPr lang="en-US" sz="1050" dirty="0">
                        <a:latin typeface="Arial" charset="0"/>
                        <a:ea typeface="Arial" charset="0"/>
                        <a:cs typeface="Arial" charset="0"/>
                      </a:endParaRPr>
                    </a:p>
                  </a:txBody>
                  <a:tcPr anchor="ctr">
                    <a:lnL w="7620" cap="flat" cmpd="sng" algn="ctr">
                      <a:solidFill>
                        <a:srgbClr val="E3E8EA"/>
                      </a:solidFill>
                      <a:prstDash val="solid"/>
                      <a:round/>
                      <a:headEnd type="none" w="med" len="med"/>
                      <a:tailEnd type="none" w="med" len="med"/>
                    </a:lnL>
                    <a:lnR w="7620" cap="flat" cmpd="sng" algn="ctr">
                      <a:solidFill>
                        <a:srgbClr val="E3E8EA"/>
                      </a:solidFill>
                      <a:prstDash val="solid"/>
                      <a:round/>
                      <a:headEnd type="none" w="med" len="med"/>
                      <a:tailEnd type="none" w="med" len="med"/>
                    </a:lnR>
                    <a:lnT w="7620" cap="flat" cmpd="sng" algn="ctr">
                      <a:solidFill>
                        <a:srgbClr val="E3E8EA"/>
                      </a:solidFill>
                      <a:prstDash val="solid"/>
                      <a:round/>
                      <a:headEnd type="none" w="med" len="med"/>
                      <a:tailEnd type="none" w="med" len="med"/>
                    </a:lnT>
                    <a:lnB w="7620" cap="flat" cmpd="sng" algn="ctr">
                      <a:solidFill>
                        <a:srgbClr val="E3E8EA"/>
                      </a:solidFill>
                      <a:prstDash val="solid"/>
                      <a:round/>
                      <a:headEnd type="none" w="med" len="med"/>
                      <a:tailEnd type="none" w="med" len="med"/>
                    </a:lnB>
                    <a:solidFill>
                      <a:srgbClr val="F5F8FA"/>
                    </a:solidFill>
                  </a:tcPr>
                </a:tc>
                <a:tc>
                  <a:txBody>
                    <a:bodyPr/>
                    <a:lstStyle/>
                    <a:p>
                      <a:pPr marL="0" indent="0">
                        <a:buNone/>
                      </a:pPr>
                      <a:r>
                        <a:rPr lang="en-US" sz="1050" i="1" dirty="0">
                          <a:solidFill>
                            <a:srgbClr val="6B7680"/>
                          </a:solidFill>
                          <a:latin typeface="Arial" pitchFamily="34" charset="0"/>
                          <a:ea typeface="Arial" pitchFamily="34" charset="-122"/>
                          <a:cs typeface="Arial" pitchFamily="34" charset="-120"/>
                        </a:rPr>
                        <a:t>[in te vullen]</a:t>
                      </a:r>
                      <a:endParaRPr lang="en-US" sz="1050" dirty="0">
                        <a:latin typeface="Arial" charset="0"/>
                        <a:ea typeface="Arial" charset="0"/>
                        <a:cs typeface="Arial" charset="0"/>
                      </a:endParaRPr>
                    </a:p>
                  </a:txBody>
                  <a:tcPr anchor="ctr">
                    <a:lnL w="7620" cap="flat" cmpd="sng" algn="ctr">
                      <a:solidFill>
                        <a:srgbClr val="E3E8EA"/>
                      </a:solidFill>
                      <a:prstDash val="solid"/>
                      <a:round/>
                      <a:headEnd type="none" w="med" len="med"/>
                      <a:tailEnd type="none" w="med" len="med"/>
                    </a:lnL>
                    <a:lnR w="7620" cap="flat" cmpd="sng" algn="ctr">
                      <a:solidFill>
                        <a:srgbClr val="E3E8EA"/>
                      </a:solidFill>
                      <a:prstDash val="solid"/>
                      <a:round/>
                      <a:headEnd type="none" w="med" len="med"/>
                      <a:tailEnd type="none" w="med" len="med"/>
                    </a:lnR>
                    <a:lnT w="7620" cap="flat" cmpd="sng" algn="ctr">
                      <a:solidFill>
                        <a:srgbClr val="E3E8EA"/>
                      </a:solidFill>
                      <a:prstDash val="solid"/>
                      <a:round/>
                      <a:headEnd type="none" w="med" len="med"/>
                      <a:tailEnd type="none" w="med" len="med"/>
                    </a:lnT>
                    <a:lnB w="7620" cap="flat" cmpd="sng" algn="ctr">
                      <a:solidFill>
                        <a:srgbClr val="E3E8EA"/>
                      </a:solidFill>
                      <a:prstDash val="solid"/>
                      <a:round/>
                      <a:headEnd type="none" w="med" len="med"/>
                      <a:tailEnd type="none" w="med" len="med"/>
                    </a:lnB>
                    <a:solidFill>
                      <a:srgbClr val="F5F8FA"/>
                    </a:solidFill>
                  </a:tcPr>
                </a:tc>
                <a:tc>
                  <a:txBody>
                    <a:bodyPr/>
                    <a:lstStyle/>
                    <a:p>
                      <a:pPr marL="0" indent="0">
                        <a:buNone/>
                      </a:pPr>
                      <a:r>
                        <a:rPr lang="en-US" sz="1050" i="1" dirty="0">
                          <a:solidFill>
                            <a:srgbClr val="6B7680"/>
                          </a:solidFill>
                          <a:latin typeface="Arial" pitchFamily="34" charset="0"/>
                          <a:ea typeface="Arial" pitchFamily="34" charset="-122"/>
                          <a:cs typeface="Arial" pitchFamily="34" charset="-120"/>
                        </a:rPr>
                        <a:t>[in te vullen]</a:t>
                      </a:r>
                      <a:endParaRPr lang="en-US" sz="1050" dirty="0">
                        <a:latin typeface="Arial" charset="0"/>
                        <a:ea typeface="Arial" charset="0"/>
                        <a:cs typeface="Arial" charset="0"/>
                      </a:endParaRPr>
                    </a:p>
                  </a:txBody>
                  <a:tcPr anchor="ctr">
                    <a:lnL w="7620" cap="flat" cmpd="sng" algn="ctr">
                      <a:solidFill>
                        <a:srgbClr val="E3E8EA"/>
                      </a:solidFill>
                      <a:prstDash val="solid"/>
                      <a:round/>
                      <a:headEnd type="none" w="med" len="med"/>
                      <a:tailEnd type="none" w="med" len="med"/>
                    </a:lnL>
                    <a:lnR w="7620" cap="flat" cmpd="sng" algn="ctr">
                      <a:solidFill>
                        <a:srgbClr val="E3E8EA"/>
                      </a:solidFill>
                      <a:prstDash val="solid"/>
                      <a:round/>
                      <a:headEnd type="none" w="med" len="med"/>
                      <a:tailEnd type="none" w="med" len="med"/>
                    </a:lnR>
                    <a:lnT w="7620" cap="flat" cmpd="sng" algn="ctr">
                      <a:solidFill>
                        <a:srgbClr val="E3E8EA"/>
                      </a:solidFill>
                      <a:prstDash val="solid"/>
                      <a:round/>
                      <a:headEnd type="none" w="med" len="med"/>
                      <a:tailEnd type="none" w="med" len="med"/>
                    </a:lnT>
                    <a:lnB w="7620" cap="flat" cmpd="sng" algn="ctr">
                      <a:solidFill>
                        <a:srgbClr val="E3E8EA"/>
                      </a:solidFill>
                      <a:prstDash val="solid"/>
                      <a:round/>
                      <a:headEnd type="none" w="med" len="med"/>
                      <a:tailEnd type="none" w="med" len="med"/>
                    </a:lnB>
                    <a:solidFill>
                      <a:srgbClr val="F5F8FA"/>
                    </a:solidFill>
                  </a:tcPr>
                </a:tc>
                <a:tc>
                  <a:txBody>
                    <a:bodyPr/>
                    <a:lstStyle/>
                    <a:p>
                      <a:pPr marL="0" indent="0">
                        <a:buNone/>
                      </a:pPr>
                      <a:r>
                        <a:rPr lang="en-US" sz="1050" i="1" dirty="0">
                          <a:solidFill>
                            <a:srgbClr val="6B7680"/>
                          </a:solidFill>
                          <a:latin typeface="Arial" pitchFamily="34" charset="0"/>
                          <a:ea typeface="Arial" pitchFamily="34" charset="-122"/>
                          <a:cs typeface="Arial" pitchFamily="34" charset="-120"/>
                        </a:rPr>
                        <a:t>[in te vullen]</a:t>
                      </a:r>
                      <a:endParaRPr lang="en-US" sz="1050" dirty="0">
                        <a:latin typeface="Arial" charset="0"/>
                        <a:ea typeface="Arial" charset="0"/>
                        <a:cs typeface="Arial" charset="0"/>
                      </a:endParaRPr>
                    </a:p>
                  </a:txBody>
                  <a:tcPr anchor="ctr">
                    <a:lnL w="7620" cap="flat" cmpd="sng" algn="ctr">
                      <a:solidFill>
                        <a:srgbClr val="E3E8EA"/>
                      </a:solidFill>
                      <a:prstDash val="solid"/>
                      <a:round/>
                      <a:headEnd type="none" w="med" len="med"/>
                      <a:tailEnd type="none" w="med" len="med"/>
                    </a:lnL>
                    <a:lnR w="7620" cap="flat" cmpd="sng" algn="ctr">
                      <a:solidFill>
                        <a:srgbClr val="E3E8EA"/>
                      </a:solidFill>
                      <a:prstDash val="solid"/>
                      <a:round/>
                      <a:headEnd type="none" w="med" len="med"/>
                      <a:tailEnd type="none" w="med" len="med"/>
                    </a:lnR>
                    <a:lnT w="7620" cap="flat" cmpd="sng" algn="ctr">
                      <a:solidFill>
                        <a:srgbClr val="E3E8EA"/>
                      </a:solidFill>
                      <a:prstDash val="solid"/>
                      <a:round/>
                      <a:headEnd type="none" w="med" len="med"/>
                      <a:tailEnd type="none" w="med" len="med"/>
                    </a:lnT>
                    <a:lnB w="7620" cap="flat" cmpd="sng" algn="ctr">
                      <a:solidFill>
                        <a:srgbClr val="E3E8EA"/>
                      </a:solidFill>
                      <a:prstDash val="solid"/>
                      <a:round/>
                      <a:headEnd type="none" w="med" len="med"/>
                      <a:tailEnd type="none" w="med" len="med"/>
                    </a:lnB>
                    <a:solidFill>
                      <a:srgbClr val="F5F8FA"/>
                    </a:solidFill>
                  </a:tcPr>
                </a:tc>
                <a:tc>
                  <a:txBody>
                    <a:bodyPr/>
                    <a:lstStyle/>
                    <a:p>
                      <a:pPr marL="0" indent="0">
                        <a:buNone/>
                      </a:pPr>
                      <a:r>
                        <a:rPr lang="en-US" sz="1050" i="1" dirty="0">
                          <a:solidFill>
                            <a:srgbClr val="6B7680"/>
                          </a:solidFill>
                          <a:latin typeface="Arial" pitchFamily="34" charset="0"/>
                          <a:ea typeface="Arial" pitchFamily="34" charset="-122"/>
                          <a:cs typeface="Arial" pitchFamily="34" charset="-120"/>
                        </a:rPr>
                        <a:t>[in te vullen]</a:t>
                      </a:r>
                      <a:endParaRPr lang="en-US" sz="1050" dirty="0">
                        <a:latin typeface="Arial" charset="0"/>
                        <a:ea typeface="Arial" charset="0"/>
                        <a:cs typeface="Arial" charset="0"/>
                      </a:endParaRPr>
                    </a:p>
                  </a:txBody>
                  <a:tcPr anchor="ctr">
                    <a:lnL w="7620" cap="flat" cmpd="sng" algn="ctr">
                      <a:solidFill>
                        <a:srgbClr val="E3E8EA"/>
                      </a:solidFill>
                      <a:prstDash val="solid"/>
                      <a:round/>
                      <a:headEnd type="none" w="med" len="med"/>
                      <a:tailEnd type="none" w="med" len="med"/>
                    </a:lnL>
                    <a:lnR w="7620" cap="flat" cmpd="sng" algn="ctr">
                      <a:solidFill>
                        <a:srgbClr val="E3E8EA"/>
                      </a:solidFill>
                      <a:prstDash val="solid"/>
                      <a:round/>
                      <a:headEnd type="none" w="med" len="med"/>
                      <a:tailEnd type="none" w="med" len="med"/>
                    </a:lnR>
                    <a:lnT w="7620" cap="flat" cmpd="sng" algn="ctr">
                      <a:solidFill>
                        <a:srgbClr val="E3E8EA"/>
                      </a:solidFill>
                      <a:prstDash val="solid"/>
                      <a:round/>
                      <a:headEnd type="none" w="med" len="med"/>
                      <a:tailEnd type="none" w="med" len="med"/>
                    </a:lnT>
                    <a:lnB w="7620" cap="flat" cmpd="sng" algn="ctr">
                      <a:solidFill>
                        <a:srgbClr val="E3E8EA"/>
                      </a:solidFill>
                      <a:prstDash val="solid"/>
                      <a:round/>
                      <a:headEnd type="none" w="med" len="med"/>
                      <a:tailEnd type="none" w="med" len="med"/>
                    </a:lnB>
                    <a:solidFill>
                      <a:srgbClr val="F5F8FA"/>
                    </a:solidFill>
                  </a:tcPr>
                </a:tc>
                <a:tc>
                  <a:txBody>
                    <a:bodyPr/>
                    <a:lstStyle/>
                    <a:p>
                      <a:pPr marL="0" indent="0">
                        <a:buNone/>
                      </a:pPr>
                      <a:r>
                        <a:rPr lang="en-US" sz="1050" i="1" dirty="0">
                          <a:solidFill>
                            <a:srgbClr val="6B7680"/>
                          </a:solidFill>
                          <a:latin typeface="Arial" pitchFamily="34" charset="0"/>
                          <a:ea typeface="Arial" pitchFamily="34" charset="-122"/>
                          <a:cs typeface="Arial" pitchFamily="34" charset="-120"/>
                        </a:rPr>
                        <a:t>[in te vullen]</a:t>
                      </a:r>
                      <a:endParaRPr lang="en-US" sz="1050" dirty="0">
                        <a:latin typeface="Arial" charset="0"/>
                        <a:ea typeface="Arial" charset="0"/>
                        <a:cs typeface="Arial" charset="0"/>
                      </a:endParaRPr>
                    </a:p>
                  </a:txBody>
                  <a:tcPr anchor="ctr">
                    <a:lnL w="7620" cap="flat" cmpd="sng" algn="ctr">
                      <a:solidFill>
                        <a:srgbClr val="E3E8EA"/>
                      </a:solidFill>
                      <a:prstDash val="solid"/>
                      <a:round/>
                      <a:headEnd type="none" w="med" len="med"/>
                      <a:tailEnd type="none" w="med" len="med"/>
                    </a:lnL>
                    <a:lnR w="7620" cap="flat" cmpd="sng" algn="ctr">
                      <a:solidFill>
                        <a:srgbClr val="E3E8EA"/>
                      </a:solidFill>
                      <a:prstDash val="solid"/>
                      <a:round/>
                      <a:headEnd type="none" w="med" len="med"/>
                      <a:tailEnd type="none" w="med" len="med"/>
                    </a:lnR>
                    <a:lnT w="7620" cap="flat" cmpd="sng" algn="ctr">
                      <a:solidFill>
                        <a:srgbClr val="E3E8EA"/>
                      </a:solidFill>
                      <a:prstDash val="solid"/>
                      <a:round/>
                      <a:headEnd type="none" w="med" len="med"/>
                      <a:tailEnd type="none" w="med" len="med"/>
                    </a:lnT>
                    <a:lnB w="7620" cap="flat" cmpd="sng" algn="ctr">
                      <a:solidFill>
                        <a:srgbClr val="E3E8EA"/>
                      </a:solidFill>
                      <a:prstDash val="solid"/>
                      <a:round/>
                      <a:headEnd type="none" w="med" len="med"/>
                      <a:tailEnd type="none" w="med" len="med"/>
                    </a:lnB>
                    <a:solidFill>
                      <a:srgbClr val="F5F8FA"/>
                    </a:solidFill>
                  </a:tcPr>
                </a:tc>
                <a:extLst>
                  <a:ext uri="{0D108BD9-81ED-4DB2-BD59-A6C34878D82A}">
                    <a16:rowId xmlns:a16="http://schemas.microsoft.com/office/drawing/2014/main" val="10001"/>
                  </a:ext>
                </a:extLst>
              </a:tr>
              <a:tr h="777240">
                <a:tc>
                  <a:txBody>
                    <a:bodyPr/>
                    <a:lstStyle/>
                    <a:p>
                      <a:pPr marL="0" indent="0">
                        <a:buNone/>
                      </a:pPr>
                      <a:r>
                        <a:rPr lang="en-US" sz="1050" i="1" dirty="0">
                          <a:solidFill>
                            <a:srgbClr val="6B7680"/>
                          </a:solidFill>
                          <a:latin typeface="Arial" pitchFamily="34" charset="0"/>
                          <a:ea typeface="Arial" pitchFamily="34" charset="-122"/>
                          <a:cs typeface="Arial" pitchFamily="34" charset="-120"/>
                        </a:rPr>
                        <a:t>[in te vullen]</a:t>
                      </a:r>
                      <a:endParaRPr lang="en-US" sz="1050" dirty="0">
                        <a:latin typeface="Arial" charset="0"/>
                        <a:ea typeface="Arial" charset="0"/>
                        <a:cs typeface="Arial" charset="0"/>
                      </a:endParaRPr>
                    </a:p>
                  </a:txBody>
                  <a:tcPr anchor="ctr">
                    <a:lnL w="7620" cap="flat" cmpd="sng" algn="ctr">
                      <a:solidFill>
                        <a:srgbClr val="E3E8EA"/>
                      </a:solidFill>
                      <a:prstDash val="solid"/>
                      <a:round/>
                      <a:headEnd type="none" w="med" len="med"/>
                      <a:tailEnd type="none" w="med" len="med"/>
                    </a:lnL>
                    <a:lnR w="7620" cap="flat" cmpd="sng" algn="ctr">
                      <a:solidFill>
                        <a:srgbClr val="E3E8EA"/>
                      </a:solidFill>
                      <a:prstDash val="solid"/>
                      <a:round/>
                      <a:headEnd type="none" w="med" len="med"/>
                      <a:tailEnd type="none" w="med" len="med"/>
                    </a:lnR>
                    <a:lnT w="7620" cap="flat" cmpd="sng" algn="ctr">
                      <a:solidFill>
                        <a:srgbClr val="E3E8EA"/>
                      </a:solidFill>
                      <a:prstDash val="solid"/>
                      <a:round/>
                      <a:headEnd type="none" w="med" len="med"/>
                      <a:tailEnd type="none" w="med" len="med"/>
                    </a:lnT>
                    <a:lnB w="7620" cap="flat" cmpd="sng" algn="ctr">
                      <a:solidFill>
                        <a:srgbClr val="E3E8EA"/>
                      </a:solidFill>
                      <a:prstDash val="solid"/>
                      <a:round/>
                      <a:headEnd type="none" w="med" len="med"/>
                      <a:tailEnd type="none" w="med" len="med"/>
                    </a:lnB>
                    <a:solidFill>
                      <a:srgbClr val="F5F8FA"/>
                    </a:solidFill>
                  </a:tcPr>
                </a:tc>
                <a:tc>
                  <a:txBody>
                    <a:bodyPr/>
                    <a:lstStyle/>
                    <a:p>
                      <a:pPr marL="0" indent="0">
                        <a:buNone/>
                      </a:pPr>
                      <a:r>
                        <a:rPr lang="en-US" sz="1050" i="1" dirty="0">
                          <a:solidFill>
                            <a:srgbClr val="6B7680"/>
                          </a:solidFill>
                          <a:latin typeface="Arial" pitchFamily="34" charset="0"/>
                          <a:ea typeface="Arial" pitchFamily="34" charset="-122"/>
                          <a:cs typeface="Arial" pitchFamily="34" charset="-120"/>
                        </a:rPr>
                        <a:t>[in te vullen]</a:t>
                      </a:r>
                      <a:endParaRPr lang="en-US" sz="1050" dirty="0">
                        <a:latin typeface="Arial" charset="0"/>
                        <a:ea typeface="Arial" charset="0"/>
                        <a:cs typeface="Arial" charset="0"/>
                      </a:endParaRPr>
                    </a:p>
                  </a:txBody>
                  <a:tcPr anchor="ctr">
                    <a:lnL w="7620" cap="flat" cmpd="sng" algn="ctr">
                      <a:solidFill>
                        <a:srgbClr val="E3E8EA"/>
                      </a:solidFill>
                      <a:prstDash val="solid"/>
                      <a:round/>
                      <a:headEnd type="none" w="med" len="med"/>
                      <a:tailEnd type="none" w="med" len="med"/>
                    </a:lnL>
                    <a:lnR w="7620" cap="flat" cmpd="sng" algn="ctr">
                      <a:solidFill>
                        <a:srgbClr val="E3E8EA"/>
                      </a:solidFill>
                      <a:prstDash val="solid"/>
                      <a:round/>
                      <a:headEnd type="none" w="med" len="med"/>
                      <a:tailEnd type="none" w="med" len="med"/>
                    </a:lnR>
                    <a:lnT w="7620" cap="flat" cmpd="sng" algn="ctr">
                      <a:solidFill>
                        <a:srgbClr val="E3E8EA"/>
                      </a:solidFill>
                      <a:prstDash val="solid"/>
                      <a:round/>
                      <a:headEnd type="none" w="med" len="med"/>
                      <a:tailEnd type="none" w="med" len="med"/>
                    </a:lnT>
                    <a:lnB w="7620" cap="flat" cmpd="sng" algn="ctr">
                      <a:solidFill>
                        <a:srgbClr val="E3E8EA"/>
                      </a:solidFill>
                      <a:prstDash val="solid"/>
                      <a:round/>
                      <a:headEnd type="none" w="med" len="med"/>
                      <a:tailEnd type="none" w="med" len="med"/>
                    </a:lnB>
                    <a:solidFill>
                      <a:srgbClr val="F5F8FA"/>
                    </a:solidFill>
                  </a:tcPr>
                </a:tc>
                <a:tc>
                  <a:txBody>
                    <a:bodyPr/>
                    <a:lstStyle/>
                    <a:p>
                      <a:pPr marL="0" indent="0">
                        <a:buNone/>
                      </a:pPr>
                      <a:r>
                        <a:rPr lang="en-US" sz="1050" i="1" dirty="0">
                          <a:solidFill>
                            <a:srgbClr val="6B7680"/>
                          </a:solidFill>
                          <a:latin typeface="Arial" pitchFamily="34" charset="0"/>
                          <a:ea typeface="Arial" pitchFamily="34" charset="-122"/>
                          <a:cs typeface="Arial" pitchFamily="34" charset="-120"/>
                        </a:rPr>
                        <a:t>[in te vullen]</a:t>
                      </a:r>
                      <a:endParaRPr lang="en-US" sz="1050" dirty="0">
                        <a:latin typeface="Arial" charset="0"/>
                        <a:ea typeface="Arial" charset="0"/>
                        <a:cs typeface="Arial" charset="0"/>
                      </a:endParaRPr>
                    </a:p>
                  </a:txBody>
                  <a:tcPr anchor="ctr">
                    <a:lnL w="7620" cap="flat" cmpd="sng" algn="ctr">
                      <a:solidFill>
                        <a:srgbClr val="E3E8EA"/>
                      </a:solidFill>
                      <a:prstDash val="solid"/>
                      <a:round/>
                      <a:headEnd type="none" w="med" len="med"/>
                      <a:tailEnd type="none" w="med" len="med"/>
                    </a:lnL>
                    <a:lnR w="7620" cap="flat" cmpd="sng" algn="ctr">
                      <a:solidFill>
                        <a:srgbClr val="E3E8EA"/>
                      </a:solidFill>
                      <a:prstDash val="solid"/>
                      <a:round/>
                      <a:headEnd type="none" w="med" len="med"/>
                      <a:tailEnd type="none" w="med" len="med"/>
                    </a:lnR>
                    <a:lnT w="7620" cap="flat" cmpd="sng" algn="ctr">
                      <a:solidFill>
                        <a:srgbClr val="E3E8EA"/>
                      </a:solidFill>
                      <a:prstDash val="solid"/>
                      <a:round/>
                      <a:headEnd type="none" w="med" len="med"/>
                      <a:tailEnd type="none" w="med" len="med"/>
                    </a:lnT>
                    <a:lnB w="7620" cap="flat" cmpd="sng" algn="ctr">
                      <a:solidFill>
                        <a:srgbClr val="E3E8EA"/>
                      </a:solidFill>
                      <a:prstDash val="solid"/>
                      <a:round/>
                      <a:headEnd type="none" w="med" len="med"/>
                      <a:tailEnd type="none" w="med" len="med"/>
                    </a:lnB>
                    <a:solidFill>
                      <a:srgbClr val="F5F8FA"/>
                    </a:solidFill>
                  </a:tcPr>
                </a:tc>
                <a:tc>
                  <a:txBody>
                    <a:bodyPr/>
                    <a:lstStyle/>
                    <a:p>
                      <a:pPr marL="0" indent="0">
                        <a:buNone/>
                      </a:pPr>
                      <a:r>
                        <a:rPr lang="en-US" sz="1050" i="1" dirty="0">
                          <a:solidFill>
                            <a:srgbClr val="6B7680"/>
                          </a:solidFill>
                          <a:latin typeface="Arial" pitchFamily="34" charset="0"/>
                          <a:ea typeface="Arial" pitchFamily="34" charset="-122"/>
                          <a:cs typeface="Arial" pitchFamily="34" charset="-120"/>
                        </a:rPr>
                        <a:t>[in te vullen]</a:t>
                      </a:r>
                      <a:endParaRPr lang="en-US" sz="1050" dirty="0">
                        <a:latin typeface="Arial" charset="0"/>
                        <a:ea typeface="Arial" charset="0"/>
                        <a:cs typeface="Arial" charset="0"/>
                      </a:endParaRPr>
                    </a:p>
                  </a:txBody>
                  <a:tcPr anchor="ctr">
                    <a:lnL w="7620" cap="flat" cmpd="sng" algn="ctr">
                      <a:solidFill>
                        <a:srgbClr val="E3E8EA"/>
                      </a:solidFill>
                      <a:prstDash val="solid"/>
                      <a:round/>
                      <a:headEnd type="none" w="med" len="med"/>
                      <a:tailEnd type="none" w="med" len="med"/>
                    </a:lnL>
                    <a:lnR w="7620" cap="flat" cmpd="sng" algn="ctr">
                      <a:solidFill>
                        <a:srgbClr val="E3E8EA"/>
                      </a:solidFill>
                      <a:prstDash val="solid"/>
                      <a:round/>
                      <a:headEnd type="none" w="med" len="med"/>
                      <a:tailEnd type="none" w="med" len="med"/>
                    </a:lnR>
                    <a:lnT w="7620" cap="flat" cmpd="sng" algn="ctr">
                      <a:solidFill>
                        <a:srgbClr val="E3E8EA"/>
                      </a:solidFill>
                      <a:prstDash val="solid"/>
                      <a:round/>
                      <a:headEnd type="none" w="med" len="med"/>
                      <a:tailEnd type="none" w="med" len="med"/>
                    </a:lnT>
                    <a:lnB w="7620" cap="flat" cmpd="sng" algn="ctr">
                      <a:solidFill>
                        <a:srgbClr val="E3E8EA"/>
                      </a:solidFill>
                      <a:prstDash val="solid"/>
                      <a:round/>
                      <a:headEnd type="none" w="med" len="med"/>
                      <a:tailEnd type="none" w="med" len="med"/>
                    </a:lnB>
                    <a:solidFill>
                      <a:srgbClr val="F5F8FA"/>
                    </a:solidFill>
                  </a:tcPr>
                </a:tc>
                <a:tc>
                  <a:txBody>
                    <a:bodyPr/>
                    <a:lstStyle/>
                    <a:p>
                      <a:pPr marL="0" indent="0">
                        <a:buNone/>
                      </a:pPr>
                      <a:r>
                        <a:rPr lang="en-US" sz="1050" i="1" dirty="0">
                          <a:solidFill>
                            <a:srgbClr val="6B7680"/>
                          </a:solidFill>
                          <a:latin typeface="Arial" pitchFamily="34" charset="0"/>
                          <a:ea typeface="Arial" pitchFamily="34" charset="-122"/>
                          <a:cs typeface="Arial" pitchFamily="34" charset="-120"/>
                        </a:rPr>
                        <a:t>[in te vullen]</a:t>
                      </a:r>
                      <a:endParaRPr lang="en-US" sz="1050" dirty="0">
                        <a:latin typeface="Arial" charset="0"/>
                        <a:ea typeface="Arial" charset="0"/>
                        <a:cs typeface="Arial" charset="0"/>
                      </a:endParaRPr>
                    </a:p>
                  </a:txBody>
                  <a:tcPr anchor="ctr">
                    <a:lnL w="7620" cap="flat" cmpd="sng" algn="ctr">
                      <a:solidFill>
                        <a:srgbClr val="E3E8EA"/>
                      </a:solidFill>
                      <a:prstDash val="solid"/>
                      <a:round/>
                      <a:headEnd type="none" w="med" len="med"/>
                      <a:tailEnd type="none" w="med" len="med"/>
                    </a:lnL>
                    <a:lnR w="7620" cap="flat" cmpd="sng" algn="ctr">
                      <a:solidFill>
                        <a:srgbClr val="E3E8EA"/>
                      </a:solidFill>
                      <a:prstDash val="solid"/>
                      <a:round/>
                      <a:headEnd type="none" w="med" len="med"/>
                      <a:tailEnd type="none" w="med" len="med"/>
                    </a:lnR>
                    <a:lnT w="7620" cap="flat" cmpd="sng" algn="ctr">
                      <a:solidFill>
                        <a:srgbClr val="E3E8EA"/>
                      </a:solidFill>
                      <a:prstDash val="solid"/>
                      <a:round/>
                      <a:headEnd type="none" w="med" len="med"/>
                      <a:tailEnd type="none" w="med" len="med"/>
                    </a:lnT>
                    <a:lnB w="7620" cap="flat" cmpd="sng" algn="ctr">
                      <a:solidFill>
                        <a:srgbClr val="E3E8EA"/>
                      </a:solidFill>
                      <a:prstDash val="solid"/>
                      <a:round/>
                      <a:headEnd type="none" w="med" len="med"/>
                      <a:tailEnd type="none" w="med" len="med"/>
                    </a:lnB>
                    <a:solidFill>
                      <a:srgbClr val="F5F8FA"/>
                    </a:solidFill>
                  </a:tcPr>
                </a:tc>
                <a:tc>
                  <a:txBody>
                    <a:bodyPr/>
                    <a:lstStyle/>
                    <a:p>
                      <a:pPr marL="0" indent="0">
                        <a:buNone/>
                      </a:pPr>
                      <a:r>
                        <a:rPr lang="en-US" sz="1050" i="1" dirty="0">
                          <a:solidFill>
                            <a:srgbClr val="6B7680"/>
                          </a:solidFill>
                          <a:latin typeface="Arial" pitchFamily="34" charset="0"/>
                          <a:ea typeface="Arial" pitchFamily="34" charset="-122"/>
                          <a:cs typeface="Arial" pitchFamily="34" charset="-120"/>
                        </a:rPr>
                        <a:t>[in te vullen]</a:t>
                      </a:r>
                      <a:endParaRPr lang="en-US" sz="1050" dirty="0">
                        <a:latin typeface="Arial" charset="0"/>
                        <a:ea typeface="Arial" charset="0"/>
                        <a:cs typeface="Arial" charset="0"/>
                      </a:endParaRPr>
                    </a:p>
                  </a:txBody>
                  <a:tcPr anchor="ctr">
                    <a:lnL w="7620" cap="flat" cmpd="sng" algn="ctr">
                      <a:solidFill>
                        <a:srgbClr val="E3E8EA"/>
                      </a:solidFill>
                      <a:prstDash val="solid"/>
                      <a:round/>
                      <a:headEnd type="none" w="med" len="med"/>
                      <a:tailEnd type="none" w="med" len="med"/>
                    </a:lnL>
                    <a:lnR w="7620" cap="flat" cmpd="sng" algn="ctr">
                      <a:solidFill>
                        <a:srgbClr val="E3E8EA"/>
                      </a:solidFill>
                      <a:prstDash val="solid"/>
                      <a:round/>
                      <a:headEnd type="none" w="med" len="med"/>
                      <a:tailEnd type="none" w="med" len="med"/>
                    </a:lnR>
                    <a:lnT w="7620" cap="flat" cmpd="sng" algn="ctr">
                      <a:solidFill>
                        <a:srgbClr val="E3E8EA"/>
                      </a:solidFill>
                      <a:prstDash val="solid"/>
                      <a:round/>
                      <a:headEnd type="none" w="med" len="med"/>
                      <a:tailEnd type="none" w="med" len="med"/>
                    </a:lnT>
                    <a:lnB w="7620" cap="flat" cmpd="sng" algn="ctr">
                      <a:solidFill>
                        <a:srgbClr val="E3E8EA"/>
                      </a:solidFill>
                      <a:prstDash val="solid"/>
                      <a:round/>
                      <a:headEnd type="none" w="med" len="med"/>
                      <a:tailEnd type="none" w="med" len="med"/>
                    </a:lnB>
                    <a:solidFill>
                      <a:srgbClr val="F5F8FA"/>
                    </a:solidFill>
                  </a:tcPr>
                </a:tc>
                <a:extLst>
                  <a:ext uri="{0D108BD9-81ED-4DB2-BD59-A6C34878D82A}">
                    <a16:rowId xmlns:a16="http://schemas.microsoft.com/office/drawing/2014/main" val="10002"/>
                  </a:ext>
                </a:extLst>
              </a:tr>
              <a:tr h="777240">
                <a:tc>
                  <a:txBody>
                    <a:bodyPr/>
                    <a:lstStyle/>
                    <a:p>
                      <a:pPr marL="0" indent="0">
                        <a:buNone/>
                      </a:pPr>
                      <a:r>
                        <a:rPr lang="en-US" sz="1050" i="1" dirty="0">
                          <a:solidFill>
                            <a:srgbClr val="6B7680"/>
                          </a:solidFill>
                          <a:latin typeface="Arial" pitchFamily="34" charset="0"/>
                          <a:ea typeface="Arial" pitchFamily="34" charset="-122"/>
                          <a:cs typeface="Arial" pitchFamily="34" charset="-120"/>
                        </a:rPr>
                        <a:t>[in te vullen]</a:t>
                      </a:r>
                      <a:endParaRPr lang="en-US" sz="1050" dirty="0">
                        <a:latin typeface="Arial" charset="0"/>
                        <a:ea typeface="Arial" charset="0"/>
                        <a:cs typeface="Arial" charset="0"/>
                      </a:endParaRPr>
                    </a:p>
                  </a:txBody>
                  <a:tcPr anchor="ctr">
                    <a:lnL w="7620" cap="flat" cmpd="sng" algn="ctr">
                      <a:solidFill>
                        <a:srgbClr val="E3E8EA"/>
                      </a:solidFill>
                      <a:prstDash val="solid"/>
                      <a:round/>
                      <a:headEnd type="none" w="med" len="med"/>
                      <a:tailEnd type="none" w="med" len="med"/>
                    </a:lnL>
                    <a:lnR w="7620" cap="flat" cmpd="sng" algn="ctr">
                      <a:solidFill>
                        <a:srgbClr val="E3E8EA"/>
                      </a:solidFill>
                      <a:prstDash val="solid"/>
                      <a:round/>
                      <a:headEnd type="none" w="med" len="med"/>
                      <a:tailEnd type="none" w="med" len="med"/>
                    </a:lnR>
                    <a:lnT w="7620" cap="flat" cmpd="sng" algn="ctr">
                      <a:solidFill>
                        <a:srgbClr val="E3E8EA"/>
                      </a:solidFill>
                      <a:prstDash val="solid"/>
                      <a:round/>
                      <a:headEnd type="none" w="med" len="med"/>
                      <a:tailEnd type="none" w="med" len="med"/>
                    </a:lnT>
                    <a:lnB w="7620" cap="flat" cmpd="sng" algn="ctr">
                      <a:solidFill>
                        <a:srgbClr val="E3E8EA"/>
                      </a:solidFill>
                      <a:prstDash val="solid"/>
                      <a:round/>
                      <a:headEnd type="none" w="med" len="med"/>
                      <a:tailEnd type="none" w="med" len="med"/>
                    </a:lnB>
                    <a:solidFill>
                      <a:srgbClr val="F5F8FA"/>
                    </a:solidFill>
                  </a:tcPr>
                </a:tc>
                <a:tc>
                  <a:txBody>
                    <a:bodyPr/>
                    <a:lstStyle/>
                    <a:p>
                      <a:pPr marL="0" indent="0">
                        <a:buNone/>
                      </a:pPr>
                      <a:r>
                        <a:rPr lang="en-US" sz="1050" i="1" dirty="0">
                          <a:solidFill>
                            <a:srgbClr val="6B7680"/>
                          </a:solidFill>
                          <a:latin typeface="Arial" pitchFamily="34" charset="0"/>
                          <a:ea typeface="Arial" pitchFamily="34" charset="-122"/>
                          <a:cs typeface="Arial" pitchFamily="34" charset="-120"/>
                        </a:rPr>
                        <a:t>[in te vullen]</a:t>
                      </a:r>
                      <a:endParaRPr lang="en-US" sz="1050" dirty="0">
                        <a:latin typeface="Arial" charset="0"/>
                        <a:ea typeface="Arial" charset="0"/>
                        <a:cs typeface="Arial" charset="0"/>
                      </a:endParaRPr>
                    </a:p>
                  </a:txBody>
                  <a:tcPr anchor="ctr">
                    <a:lnL w="7620" cap="flat" cmpd="sng" algn="ctr">
                      <a:solidFill>
                        <a:srgbClr val="E3E8EA"/>
                      </a:solidFill>
                      <a:prstDash val="solid"/>
                      <a:round/>
                      <a:headEnd type="none" w="med" len="med"/>
                      <a:tailEnd type="none" w="med" len="med"/>
                    </a:lnL>
                    <a:lnR w="7620" cap="flat" cmpd="sng" algn="ctr">
                      <a:solidFill>
                        <a:srgbClr val="E3E8EA"/>
                      </a:solidFill>
                      <a:prstDash val="solid"/>
                      <a:round/>
                      <a:headEnd type="none" w="med" len="med"/>
                      <a:tailEnd type="none" w="med" len="med"/>
                    </a:lnR>
                    <a:lnT w="7620" cap="flat" cmpd="sng" algn="ctr">
                      <a:solidFill>
                        <a:srgbClr val="E3E8EA"/>
                      </a:solidFill>
                      <a:prstDash val="solid"/>
                      <a:round/>
                      <a:headEnd type="none" w="med" len="med"/>
                      <a:tailEnd type="none" w="med" len="med"/>
                    </a:lnT>
                    <a:lnB w="7620" cap="flat" cmpd="sng" algn="ctr">
                      <a:solidFill>
                        <a:srgbClr val="E3E8EA"/>
                      </a:solidFill>
                      <a:prstDash val="solid"/>
                      <a:round/>
                      <a:headEnd type="none" w="med" len="med"/>
                      <a:tailEnd type="none" w="med" len="med"/>
                    </a:lnB>
                    <a:solidFill>
                      <a:srgbClr val="F5F8FA"/>
                    </a:solidFill>
                  </a:tcPr>
                </a:tc>
                <a:tc>
                  <a:txBody>
                    <a:bodyPr/>
                    <a:lstStyle/>
                    <a:p>
                      <a:pPr marL="0" indent="0">
                        <a:buNone/>
                      </a:pPr>
                      <a:r>
                        <a:rPr lang="en-US" sz="1050" i="1" dirty="0">
                          <a:solidFill>
                            <a:srgbClr val="6B7680"/>
                          </a:solidFill>
                          <a:latin typeface="Arial" pitchFamily="34" charset="0"/>
                          <a:ea typeface="Arial" pitchFamily="34" charset="-122"/>
                          <a:cs typeface="Arial" pitchFamily="34" charset="-120"/>
                        </a:rPr>
                        <a:t>[in te vullen]</a:t>
                      </a:r>
                      <a:endParaRPr lang="en-US" sz="1050" dirty="0">
                        <a:latin typeface="Arial" charset="0"/>
                        <a:ea typeface="Arial" charset="0"/>
                        <a:cs typeface="Arial" charset="0"/>
                      </a:endParaRPr>
                    </a:p>
                  </a:txBody>
                  <a:tcPr anchor="ctr">
                    <a:lnL w="7620" cap="flat" cmpd="sng" algn="ctr">
                      <a:solidFill>
                        <a:srgbClr val="E3E8EA"/>
                      </a:solidFill>
                      <a:prstDash val="solid"/>
                      <a:round/>
                      <a:headEnd type="none" w="med" len="med"/>
                      <a:tailEnd type="none" w="med" len="med"/>
                    </a:lnL>
                    <a:lnR w="7620" cap="flat" cmpd="sng" algn="ctr">
                      <a:solidFill>
                        <a:srgbClr val="E3E8EA"/>
                      </a:solidFill>
                      <a:prstDash val="solid"/>
                      <a:round/>
                      <a:headEnd type="none" w="med" len="med"/>
                      <a:tailEnd type="none" w="med" len="med"/>
                    </a:lnR>
                    <a:lnT w="7620" cap="flat" cmpd="sng" algn="ctr">
                      <a:solidFill>
                        <a:srgbClr val="E3E8EA"/>
                      </a:solidFill>
                      <a:prstDash val="solid"/>
                      <a:round/>
                      <a:headEnd type="none" w="med" len="med"/>
                      <a:tailEnd type="none" w="med" len="med"/>
                    </a:lnT>
                    <a:lnB w="7620" cap="flat" cmpd="sng" algn="ctr">
                      <a:solidFill>
                        <a:srgbClr val="E3E8EA"/>
                      </a:solidFill>
                      <a:prstDash val="solid"/>
                      <a:round/>
                      <a:headEnd type="none" w="med" len="med"/>
                      <a:tailEnd type="none" w="med" len="med"/>
                    </a:lnB>
                    <a:solidFill>
                      <a:srgbClr val="F5F8FA"/>
                    </a:solidFill>
                  </a:tcPr>
                </a:tc>
                <a:tc>
                  <a:txBody>
                    <a:bodyPr/>
                    <a:lstStyle/>
                    <a:p>
                      <a:pPr marL="0" indent="0">
                        <a:buNone/>
                      </a:pPr>
                      <a:r>
                        <a:rPr lang="en-US" sz="1050" i="1" dirty="0">
                          <a:solidFill>
                            <a:srgbClr val="6B7680"/>
                          </a:solidFill>
                          <a:latin typeface="Arial" pitchFamily="34" charset="0"/>
                          <a:ea typeface="Arial" pitchFamily="34" charset="-122"/>
                          <a:cs typeface="Arial" pitchFamily="34" charset="-120"/>
                        </a:rPr>
                        <a:t>[in te vullen]</a:t>
                      </a:r>
                      <a:endParaRPr lang="en-US" sz="1050" dirty="0">
                        <a:latin typeface="Arial" charset="0"/>
                        <a:ea typeface="Arial" charset="0"/>
                        <a:cs typeface="Arial" charset="0"/>
                      </a:endParaRPr>
                    </a:p>
                  </a:txBody>
                  <a:tcPr anchor="ctr">
                    <a:lnL w="7620" cap="flat" cmpd="sng" algn="ctr">
                      <a:solidFill>
                        <a:srgbClr val="E3E8EA"/>
                      </a:solidFill>
                      <a:prstDash val="solid"/>
                      <a:round/>
                      <a:headEnd type="none" w="med" len="med"/>
                      <a:tailEnd type="none" w="med" len="med"/>
                    </a:lnL>
                    <a:lnR w="7620" cap="flat" cmpd="sng" algn="ctr">
                      <a:solidFill>
                        <a:srgbClr val="E3E8EA"/>
                      </a:solidFill>
                      <a:prstDash val="solid"/>
                      <a:round/>
                      <a:headEnd type="none" w="med" len="med"/>
                      <a:tailEnd type="none" w="med" len="med"/>
                    </a:lnR>
                    <a:lnT w="7620" cap="flat" cmpd="sng" algn="ctr">
                      <a:solidFill>
                        <a:srgbClr val="E3E8EA"/>
                      </a:solidFill>
                      <a:prstDash val="solid"/>
                      <a:round/>
                      <a:headEnd type="none" w="med" len="med"/>
                      <a:tailEnd type="none" w="med" len="med"/>
                    </a:lnT>
                    <a:lnB w="7620" cap="flat" cmpd="sng" algn="ctr">
                      <a:solidFill>
                        <a:srgbClr val="E3E8EA"/>
                      </a:solidFill>
                      <a:prstDash val="solid"/>
                      <a:round/>
                      <a:headEnd type="none" w="med" len="med"/>
                      <a:tailEnd type="none" w="med" len="med"/>
                    </a:lnB>
                    <a:solidFill>
                      <a:srgbClr val="F5F8FA"/>
                    </a:solidFill>
                  </a:tcPr>
                </a:tc>
                <a:tc>
                  <a:txBody>
                    <a:bodyPr/>
                    <a:lstStyle/>
                    <a:p>
                      <a:pPr marL="0" indent="0">
                        <a:buNone/>
                      </a:pPr>
                      <a:r>
                        <a:rPr lang="en-US" sz="1050" i="1" dirty="0">
                          <a:solidFill>
                            <a:srgbClr val="6B7680"/>
                          </a:solidFill>
                          <a:latin typeface="Arial" pitchFamily="34" charset="0"/>
                          <a:ea typeface="Arial" pitchFamily="34" charset="-122"/>
                          <a:cs typeface="Arial" pitchFamily="34" charset="-120"/>
                        </a:rPr>
                        <a:t>[in te vullen]</a:t>
                      </a:r>
                      <a:endParaRPr lang="en-US" sz="1050" dirty="0">
                        <a:latin typeface="Arial" charset="0"/>
                        <a:ea typeface="Arial" charset="0"/>
                        <a:cs typeface="Arial" charset="0"/>
                      </a:endParaRPr>
                    </a:p>
                  </a:txBody>
                  <a:tcPr anchor="ctr">
                    <a:lnL w="7620" cap="flat" cmpd="sng" algn="ctr">
                      <a:solidFill>
                        <a:srgbClr val="E3E8EA"/>
                      </a:solidFill>
                      <a:prstDash val="solid"/>
                      <a:round/>
                      <a:headEnd type="none" w="med" len="med"/>
                      <a:tailEnd type="none" w="med" len="med"/>
                    </a:lnL>
                    <a:lnR w="7620" cap="flat" cmpd="sng" algn="ctr">
                      <a:solidFill>
                        <a:srgbClr val="E3E8EA"/>
                      </a:solidFill>
                      <a:prstDash val="solid"/>
                      <a:round/>
                      <a:headEnd type="none" w="med" len="med"/>
                      <a:tailEnd type="none" w="med" len="med"/>
                    </a:lnR>
                    <a:lnT w="7620" cap="flat" cmpd="sng" algn="ctr">
                      <a:solidFill>
                        <a:srgbClr val="E3E8EA"/>
                      </a:solidFill>
                      <a:prstDash val="solid"/>
                      <a:round/>
                      <a:headEnd type="none" w="med" len="med"/>
                      <a:tailEnd type="none" w="med" len="med"/>
                    </a:lnT>
                    <a:lnB w="7620" cap="flat" cmpd="sng" algn="ctr">
                      <a:solidFill>
                        <a:srgbClr val="E3E8EA"/>
                      </a:solidFill>
                      <a:prstDash val="solid"/>
                      <a:round/>
                      <a:headEnd type="none" w="med" len="med"/>
                      <a:tailEnd type="none" w="med" len="med"/>
                    </a:lnB>
                    <a:solidFill>
                      <a:srgbClr val="F5F8FA"/>
                    </a:solidFill>
                  </a:tcPr>
                </a:tc>
                <a:tc>
                  <a:txBody>
                    <a:bodyPr/>
                    <a:lstStyle/>
                    <a:p>
                      <a:pPr marL="0" indent="0">
                        <a:buNone/>
                      </a:pPr>
                      <a:r>
                        <a:rPr lang="en-US" sz="1050" i="1" dirty="0">
                          <a:solidFill>
                            <a:srgbClr val="6B7680"/>
                          </a:solidFill>
                          <a:latin typeface="Arial" pitchFamily="34" charset="0"/>
                          <a:ea typeface="Arial" pitchFamily="34" charset="-122"/>
                          <a:cs typeface="Arial" pitchFamily="34" charset="-120"/>
                        </a:rPr>
                        <a:t>[in te vullen]</a:t>
                      </a:r>
                      <a:endParaRPr lang="en-US" sz="1050" dirty="0">
                        <a:latin typeface="Arial" charset="0"/>
                        <a:ea typeface="Arial" charset="0"/>
                        <a:cs typeface="Arial" charset="0"/>
                      </a:endParaRPr>
                    </a:p>
                  </a:txBody>
                  <a:tcPr anchor="ctr">
                    <a:lnL w="7620" cap="flat" cmpd="sng" algn="ctr">
                      <a:solidFill>
                        <a:srgbClr val="E3E8EA"/>
                      </a:solidFill>
                      <a:prstDash val="solid"/>
                      <a:round/>
                      <a:headEnd type="none" w="med" len="med"/>
                      <a:tailEnd type="none" w="med" len="med"/>
                    </a:lnL>
                    <a:lnR w="7620" cap="flat" cmpd="sng" algn="ctr">
                      <a:solidFill>
                        <a:srgbClr val="E3E8EA"/>
                      </a:solidFill>
                      <a:prstDash val="solid"/>
                      <a:round/>
                      <a:headEnd type="none" w="med" len="med"/>
                      <a:tailEnd type="none" w="med" len="med"/>
                    </a:lnR>
                    <a:lnT w="7620" cap="flat" cmpd="sng" algn="ctr">
                      <a:solidFill>
                        <a:srgbClr val="E3E8EA"/>
                      </a:solidFill>
                      <a:prstDash val="solid"/>
                      <a:round/>
                      <a:headEnd type="none" w="med" len="med"/>
                      <a:tailEnd type="none" w="med" len="med"/>
                    </a:lnT>
                    <a:lnB w="7620" cap="flat" cmpd="sng" algn="ctr">
                      <a:solidFill>
                        <a:srgbClr val="E3E8EA"/>
                      </a:solidFill>
                      <a:prstDash val="solid"/>
                      <a:round/>
                      <a:headEnd type="none" w="med" len="med"/>
                      <a:tailEnd type="none" w="med" len="med"/>
                    </a:lnB>
                    <a:solidFill>
                      <a:srgbClr val="F5F8FA"/>
                    </a:solidFill>
                  </a:tcPr>
                </a:tc>
                <a:extLst>
                  <a:ext uri="{0D108BD9-81ED-4DB2-BD59-A6C34878D82A}">
                    <a16:rowId xmlns:a16="http://schemas.microsoft.com/office/drawing/2014/main" val="10003"/>
                  </a:ext>
                </a:extLst>
              </a:tr>
              <a:tr h="777240">
                <a:tc>
                  <a:txBody>
                    <a:bodyPr/>
                    <a:lstStyle/>
                    <a:p>
                      <a:pPr marL="0" indent="0">
                        <a:buNone/>
                      </a:pPr>
                      <a:r>
                        <a:rPr lang="en-US" sz="1050" i="1" dirty="0">
                          <a:solidFill>
                            <a:srgbClr val="6B7680"/>
                          </a:solidFill>
                          <a:latin typeface="Arial" pitchFamily="34" charset="0"/>
                          <a:ea typeface="Arial" pitchFamily="34" charset="-122"/>
                          <a:cs typeface="Arial" pitchFamily="34" charset="-120"/>
                        </a:rPr>
                        <a:t>[in te vullen]</a:t>
                      </a:r>
                      <a:endParaRPr lang="en-US" sz="1050" dirty="0">
                        <a:latin typeface="Arial" charset="0"/>
                        <a:ea typeface="Arial" charset="0"/>
                        <a:cs typeface="Arial" charset="0"/>
                      </a:endParaRPr>
                    </a:p>
                  </a:txBody>
                  <a:tcPr anchor="ctr">
                    <a:lnL w="7620" cap="flat" cmpd="sng" algn="ctr">
                      <a:solidFill>
                        <a:srgbClr val="E3E8EA"/>
                      </a:solidFill>
                      <a:prstDash val="solid"/>
                      <a:round/>
                      <a:headEnd type="none" w="med" len="med"/>
                      <a:tailEnd type="none" w="med" len="med"/>
                    </a:lnL>
                    <a:lnR w="7620" cap="flat" cmpd="sng" algn="ctr">
                      <a:solidFill>
                        <a:srgbClr val="E3E8EA"/>
                      </a:solidFill>
                      <a:prstDash val="solid"/>
                      <a:round/>
                      <a:headEnd type="none" w="med" len="med"/>
                      <a:tailEnd type="none" w="med" len="med"/>
                    </a:lnR>
                    <a:lnT w="7620" cap="flat" cmpd="sng" algn="ctr">
                      <a:solidFill>
                        <a:srgbClr val="E3E8EA"/>
                      </a:solidFill>
                      <a:prstDash val="solid"/>
                      <a:round/>
                      <a:headEnd type="none" w="med" len="med"/>
                      <a:tailEnd type="none" w="med" len="med"/>
                    </a:lnT>
                    <a:lnB w="7620" cap="flat" cmpd="sng" algn="ctr">
                      <a:solidFill>
                        <a:srgbClr val="E3E8EA"/>
                      </a:solidFill>
                      <a:prstDash val="solid"/>
                      <a:round/>
                      <a:headEnd type="none" w="med" len="med"/>
                      <a:tailEnd type="none" w="med" len="med"/>
                    </a:lnB>
                    <a:solidFill>
                      <a:srgbClr val="F5F8FA"/>
                    </a:solidFill>
                  </a:tcPr>
                </a:tc>
                <a:tc>
                  <a:txBody>
                    <a:bodyPr/>
                    <a:lstStyle/>
                    <a:p>
                      <a:pPr marL="0" indent="0">
                        <a:buNone/>
                      </a:pPr>
                      <a:r>
                        <a:rPr lang="en-US" sz="1050" i="1" dirty="0">
                          <a:solidFill>
                            <a:srgbClr val="6B7680"/>
                          </a:solidFill>
                          <a:latin typeface="Arial" pitchFamily="34" charset="0"/>
                          <a:ea typeface="Arial" pitchFamily="34" charset="-122"/>
                          <a:cs typeface="Arial" pitchFamily="34" charset="-120"/>
                        </a:rPr>
                        <a:t>[in te vullen]</a:t>
                      </a:r>
                      <a:endParaRPr lang="en-US" sz="1050" dirty="0">
                        <a:latin typeface="Arial" charset="0"/>
                        <a:ea typeface="Arial" charset="0"/>
                        <a:cs typeface="Arial" charset="0"/>
                      </a:endParaRPr>
                    </a:p>
                  </a:txBody>
                  <a:tcPr anchor="ctr">
                    <a:lnL w="7620" cap="flat" cmpd="sng" algn="ctr">
                      <a:solidFill>
                        <a:srgbClr val="E3E8EA"/>
                      </a:solidFill>
                      <a:prstDash val="solid"/>
                      <a:round/>
                      <a:headEnd type="none" w="med" len="med"/>
                      <a:tailEnd type="none" w="med" len="med"/>
                    </a:lnL>
                    <a:lnR w="7620" cap="flat" cmpd="sng" algn="ctr">
                      <a:solidFill>
                        <a:srgbClr val="E3E8EA"/>
                      </a:solidFill>
                      <a:prstDash val="solid"/>
                      <a:round/>
                      <a:headEnd type="none" w="med" len="med"/>
                      <a:tailEnd type="none" w="med" len="med"/>
                    </a:lnR>
                    <a:lnT w="7620" cap="flat" cmpd="sng" algn="ctr">
                      <a:solidFill>
                        <a:srgbClr val="E3E8EA"/>
                      </a:solidFill>
                      <a:prstDash val="solid"/>
                      <a:round/>
                      <a:headEnd type="none" w="med" len="med"/>
                      <a:tailEnd type="none" w="med" len="med"/>
                    </a:lnT>
                    <a:lnB w="7620" cap="flat" cmpd="sng" algn="ctr">
                      <a:solidFill>
                        <a:srgbClr val="E3E8EA"/>
                      </a:solidFill>
                      <a:prstDash val="solid"/>
                      <a:round/>
                      <a:headEnd type="none" w="med" len="med"/>
                      <a:tailEnd type="none" w="med" len="med"/>
                    </a:lnB>
                    <a:solidFill>
                      <a:srgbClr val="F5F8FA"/>
                    </a:solidFill>
                  </a:tcPr>
                </a:tc>
                <a:tc>
                  <a:txBody>
                    <a:bodyPr/>
                    <a:lstStyle/>
                    <a:p>
                      <a:pPr marL="0" indent="0">
                        <a:buNone/>
                      </a:pPr>
                      <a:r>
                        <a:rPr lang="en-US" sz="1050" i="1" dirty="0">
                          <a:solidFill>
                            <a:srgbClr val="6B7680"/>
                          </a:solidFill>
                          <a:latin typeface="Arial" pitchFamily="34" charset="0"/>
                          <a:ea typeface="Arial" pitchFamily="34" charset="-122"/>
                          <a:cs typeface="Arial" pitchFamily="34" charset="-120"/>
                        </a:rPr>
                        <a:t>[in te vullen]</a:t>
                      </a:r>
                      <a:endParaRPr lang="en-US" sz="1050" dirty="0">
                        <a:latin typeface="Arial" charset="0"/>
                        <a:ea typeface="Arial" charset="0"/>
                        <a:cs typeface="Arial" charset="0"/>
                      </a:endParaRPr>
                    </a:p>
                  </a:txBody>
                  <a:tcPr anchor="ctr">
                    <a:lnL w="7620" cap="flat" cmpd="sng" algn="ctr">
                      <a:solidFill>
                        <a:srgbClr val="E3E8EA"/>
                      </a:solidFill>
                      <a:prstDash val="solid"/>
                      <a:round/>
                      <a:headEnd type="none" w="med" len="med"/>
                      <a:tailEnd type="none" w="med" len="med"/>
                    </a:lnL>
                    <a:lnR w="7620" cap="flat" cmpd="sng" algn="ctr">
                      <a:solidFill>
                        <a:srgbClr val="E3E8EA"/>
                      </a:solidFill>
                      <a:prstDash val="solid"/>
                      <a:round/>
                      <a:headEnd type="none" w="med" len="med"/>
                      <a:tailEnd type="none" w="med" len="med"/>
                    </a:lnR>
                    <a:lnT w="7620" cap="flat" cmpd="sng" algn="ctr">
                      <a:solidFill>
                        <a:srgbClr val="E3E8EA"/>
                      </a:solidFill>
                      <a:prstDash val="solid"/>
                      <a:round/>
                      <a:headEnd type="none" w="med" len="med"/>
                      <a:tailEnd type="none" w="med" len="med"/>
                    </a:lnT>
                    <a:lnB w="7620" cap="flat" cmpd="sng" algn="ctr">
                      <a:solidFill>
                        <a:srgbClr val="E3E8EA"/>
                      </a:solidFill>
                      <a:prstDash val="solid"/>
                      <a:round/>
                      <a:headEnd type="none" w="med" len="med"/>
                      <a:tailEnd type="none" w="med" len="med"/>
                    </a:lnB>
                    <a:solidFill>
                      <a:srgbClr val="F5F8FA"/>
                    </a:solidFill>
                  </a:tcPr>
                </a:tc>
                <a:tc>
                  <a:txBody>
                    <a:bodyPr/>
                    <a:lstStyle/>
                    <a:p>
                      <a:pPr marL="0" indent="0">
                        <a:buNone/>
                      </a:pPr>
                      <a:r>
                        <a:rPr lang="en-US" sz="1050" i="1" dirty="0">
                          <a:solidFill>
                            <a:srgbClr val="6B7680"/>
                          </a:solidFill>
                          <a:latin typeface="Arial" pitchFamily="34" charset="0"/>
                          <a:ea typeface="Arial" pitchFamily="34" charset="-122"/>
                          <a:cs typeface="Arial" pitchFamily="34" charset="-120"/>
                        </a:rPr>
                        <a:t>[in te vullen]</a:t>
                      </a:r>
                      <a:endParaRPr lang="en-US" sz="1050" dirty="0">
                        <a:latin typeface="Arial" charset="0"/>
                        <a:ea typeface="Arial" charset="0"/>
                        <a:cs typeface="Arial" charset="0"/>
                      </a:endParaRPr>
                    </a:p>
                  </a:txBody>
                  <a:tcPr anchor="ctr">
                    <a:lnL w="7620" cap="flat" cmpd="sng" algn="ctr">
                      <a:solidFill>
                        <a:srgbClr val="E3E8EA"/>
                      </a:solidFill>
                      <a:prstDash val="solid"/>
                      <a:round/>
                      <a:headEnd type="none" w="med" len="med"/>
                      <a:tailEnd type="none" w="med" len="med"/>
                    </a:lnL>
                    <a:lnR w="7620" cap="flat" cmpd="sng" algn="ctr">
                      <a:solidFill>
                        <a:srgbClr val="E3E8EA"/>
                      </a:solidFill>
                      <a:prstDash val="solid"/>
                      <a:round/>
                      <a:headEnd type="none" w="med" len="med"/>
                      <a:tailEnd type="none" w="med" len="med"/>
                    </a:lnR>
                    <a:lnT w="7620" cap="flat" cmpd="sng" algn="ctr">
                      <a:solidFill>
                        <a:srgbClr val="E3E8EA"/>
                      </a:solidFill>
                      <a:prstDash val="solid"/>
                      <a:round/>
                      <a:headEnd type="none" w="med" len="med"/>
                      <a:tailEnd type="none" w="med" len="med"/>
                    </a:lnT>
                    <a:lnB w="7620" cap="flat" cmpd="sng" algn="ctr">
                      <a:solidFill>
                        <a:srgbClr val="E3E8EA"/>
                      </a:solidFill>
                      <a:prstDash val="solid"/>
                      <a:round/>
                      <a:headEnd type="none" w="med" len="med"/>
                      <a:tailEnd type="none" w="med" len="med"/>
                    </a:lnB>
                    <a:solidFill>
                      <a:srgbClr val="F5F8FA"/>
                    </a:solidFill>
                  </a:tcPr>
                </a:tc>
                <a:tc>
                  <a:txBody>
                    <a:bodyPr/>
                    <a:lstStyle/>
                    <a:p>
                      <a:pPr marL="0" indent="0">
                        <a:buNone/>
                      </a:pPr>
                      <a:r>
                        <a:rPr lang="en-US" sz="1050" i="1" dirty="0">
                          <a:solidFill>
                            <a:srgbClr val="6B7680"/>
                          </a:solidFill>
                          <a:latin typeface="Arial" pitchFamily="34" charset="0"/>
                          <a:ea typeface="Arial" pitchFamily="34" charset="-122"/>
                          <a:cs typeface="Arial" pitchFamily="34" charset="-120"/>
                        </a:rPr>
                        <a:t>[in te vullen]</a:t>
                      </a:r>
                      <a:endParaRPr lang="en-US" sz="1050" dirty="0">
                        <a:latin typeface="Arial" charset="0"/>
                        <a:ea typeface="Arial" charset="0"/>
                        <a:cs typeface="Arial" charset="0"/>
                      </a:endParaRPr>
                    </a:p>
                  </a:txBody>
                  <a:tcPr anchor="ctr">
                    <a:lnL w="7620" cap="flat" cmpd="sng" algn="ctr">
                      <a:solidFill>
                        <a:srgbClr val="E3E8EA"/>
                      </a:solidFill>
                      <a:prstDash val="solid"/>
                      <a:round/>
                      <a:headEnd type="none" w="med" len="med"/>
                      <a:tailEnd type="none" w="med" len="med"/>
                    </a:lnL>
                    <a:lnR w="7620" cap="flat" cmpd="sng" algn="ctr">
                      <a:solidFill>
                        <a:srgbClr val="E3E8EA"/>
                      </a:solidFill>
                      <a:prstDash val="solid"/>
                      <a:round/>
                      <a:headEnd type="none" w="med" len="med"/>
                      <a:tailEnd type="none" w="med" len="med"/>
                    </a:lnR>
                    <a:lnT w="7620" cap="flat" cmpd="sng" algn="ctr">
                      <a:solidFill>
                        <a:srgbClr val="E3E8EA"/>
                      </a:solidFill>
                      <a:prstDash val="solid"/>
                      <a:round/>
                      <a:headEnd type="none" w="med" len="med"/>
                      <a:tailEnd type="none" w="med" len="med"/>
                    </a:lnT>
                    <a:lnB w="7620" cap="flat" cmpd="sng" algn="ctr">
                      <a:solidFill>
                        <a:srgbClr val="E3E8EA"/>
                      </a:solidFill>
                      <a:prstDash val="solid"/>
                      <a:round/>
                      <a:headEnd type="none" w="med" len="med"/>
                      <a:tailEnd type="none" w="med" len="med"/>
                    </a:lnB>
                    <a:solidFill>
                      <a:srgbClr val="F5F8FA"/>
                    </a:solidFill>
                  </a:tcPr>
                </a:tc>
                <a:tc>
                  <a:txBody>
                    <a:bodyPr/>
                    <a:lstStyle/>
                    <a:p>
                      <a:pPr marL="0" indent="0">
                        <a:buNone/>
                      </a:pPr>
                      <a:r>
                        <a:rPr lang="en-US" sz="1050" i="1" dirty="0">
                          <a:solidFill>
                            <a:srgbClr val="6B7680"/>
                          </a:solidFill>
                          <a:latin typeface="Arial" pitchFamily="34" charset="0"/>
                          <a:ea typeface="Arial" pitchFamily="34" charset="-122"/>
                          <a:cs typeface="Arial" pitchFamily="34" charset="-120"/>
                        </a:rPr>
                        <a:t>[in te vullen]</a:t>
                      </a:r>
                      <a:endParaRPr lang="en-US" sz="1050" dirty="0">
                        <a:latin typeface="Arial" charset="0"/>
                        <a:ea typeface="Arial" charset="0"/>
                        <a:cs typeface="Arial" charset="0"/>
                      </a:endParaRPr>
                    </a:p>
                  </a:txBody>
                  <a:tcPr anchor="ctr">
                    <a:lnL w="7620" cap="flat" cmpd="sng" algn="ctr">
                      <a:solidFill>
                        <a:srgbClr val="E3E8EA"/>
                      </a:solidFill>
                      <a:prstDash val="solid"/>
                      <a:round/>
                      <a:headEnd type="none" w="med" len="med"/>
                      <a:tailEnd type="none" w="med" len="med"/>
                    </a:lnL>
                    <a:lnR w="7620" cap="flat" cmpd="sng" algn="ctr">
                      <a:solidFill>
                        <a:srgbClr val="E3E8EA"/>
                      </a:solidFill>
                      <a:prstDash val="solid"/>
                      <a:round/>
                      <a:headEnd type="none" w="med" len="med"/>
                      <a:tailEnd type="none" w="med" len="med"/>
                    </a:lnR>
                    <a:lnT w="7620" cap="flat" cmpd="sng" algn="ctr">
                      <a:solidFill>
                        <a:srgbClr val="E3E8EA"/>
                      </a:solidFill>
                      <a:prstDash val="solid"/>
                      <a:round/>
                      <a:headEnd type="none" w="med" len="med"/>
                      <a:tailEnd type="none" w="med" len="med"/>
                    </a:lnT>
                    <a:lnB w="7620" cap="flat" cmpd="sng" algn="ctr">
                      <a:solidFill>
                        <a:srgbClr val="E3E8EA"/>
                      </a:solidFill>
                      <a:prstDash val="solid"/>
                      <a:round/>
                      <a:headEnd type="none" w="med" len="med"/>
                      <a:tailEnd type="none" w="med" len="med"/>
                    </a:lnB>
                    <a:solidFill>
                      <a:srgbClr val="F5F8FA"/>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274320"/>
            <a:ext cx="960120" cy="960120"/>
          </a:xfrm>
          <a:prstGeom prst="diamond">
            <a:avLst/>
          </a:prstGeom>
          <a:ln w="63500">
            <a:solidFill>
              <a:srgbClr val="89CDF2"/>
            </a:solidFill>
            <a:prstDash val="solid"/>
          </a:ln>
        </p:spPr>
        <p:txBody>
          <a:bodyPr/>
          <a:lstStyle/>
          <a:p>
            <a:endParaRPr lang="nl-NL"/>
          </a:p>
        </p:txBody>
      </p:sp>
      <p:sp>
        <p:nvSpPr>
          <p:cNvPr id="3" name="Text 1"/>
          <p:cNvSpPr/>
          <p:nvPr/>
        </p:nvSpPr>
        <p:spPr>
          <a:xfrm>
            <a:off x="502920" y="292608"/>
            <a:ext cx="9144000" cy="292608"/>
          </a:xfrm>
          <a:prstGeom prst="rect">
            <a:avLst/>
          </a:prstGeom>
          <a:noFill/>
          <a:ln/>
        </p:spPr>
        <p:txBody>
          <a:bodyPr wrap="square" rtlCol="0" anchor="ctr"/>
          <a:lstStyle/>
          <a:p>
            <a:pPr marL="0" indent="0">
              <a:buNone/>
            </a:pPr>
            <a:r>
              <a:rPr lang="en-US" sz="1100" b="1" kern="0" spc="150" dirty="0">
                <a:solidFill>
                  <a:srgbClr val="E76734"/>
                </a:solidFill>
                <a:latin typeface="Arial" pitchFamily="34" charset="0"/>
                <a:ea typeface="Arial" pitchFamily="34" charset="-122"/>
                <a:cs typeface="Arial" pitchFamily="34" charset="-120"/>
              </a:rPr>
              <a:t>NIEUWE PLUG-INS &amp; FUNCTIONALITEITEN</a:t>
            </a:r>
            <a:endParaRPr lang="en-US" sz="1100" dirty="0"/>
          </a:p>
        </p:txBody>
      </p:sp>
      <p:sp>
        <p:nvSpPr>
          <p:cNvPr id="4" name="Text 2"/>
          <p:cNvSpPr/>
          <p:nvPr/>
        </p:nvSpPr>
        <p:spPr>
          <a:xfrm>
            <a:off x="502920" y="566928"/>
            <a:ext cx="10515600" cy="640080"/>
          </a:xfrm>
          <a:prstGeom prst="rect">
            <a:avLst/>
          </a:prstGeom>
          <a:noFill/>
          <a:ln/>
        </p:spPr>
        <p:txBody>
          <a:bodyPr wrap="square" rtlCol="0" anchor="ctr"/>
          <a:lstStyle/>
          <a:p>
            <a:pPr marL="0" indent="0">
              <a:buNone/>
            </a:pPr>
            <a:r>
              <a:rPr lang="en-US" sz="2600" b="1" dirty="0">
                <a:solidFill>
                  <a:srgbClr val="003362"/>
                </a:solidFill>
                <a:latin typeface="Helvetica" pitchFamily="34" charset="0"/>
                <a:ea typeface="Helvetica" pitchFamily="34" charset="-122"/>
                <a:cs typeface="Helvetica" pitchFamily="34" charset="-120"/>
              </a:rPr>
              <a:t>Nieuwe plug-ins &amp; functionaliteiten: toelichting</a:t>
            </a:r>
            <a:endParaRPr lang="en-US" sz="2600" dirty="0"/>
          </a:p>
        </p:txBody>
      </p:sp>
      <p:sp>
        <p:nvSpPr>
          <p:cNvPr id="5" name="Shape 3"/>
          <p:cNvSpPr/>
          <p:nvPr/>
        </p:nvSpPr>
        <p:spPr>
          <a:xfrm>
            <a:off x="0" y="6748272"/>
            <a:ext cx="12188952" cy="109728"/>
          </a:xfrm>
          <a:prstGeom prst="rect">
            <a:avLst/>
          </a:prstGeom>
          <a:solidFill>
            <a:srgbClr val="003362"/>
          </a:solidFill>
          <a:ln/>
        </p:spPr>
        <p:txBody>
          <a:bodyPr/>
          <a:lstStyle/>
          <a:p>
            <a:endParaRPr lang="nl-NL"/>
          </a:p>
        </p:txBody>
      </p:sp>
      <p:sp>
        <p:nvSpPr>
          <p:cNvPr id="6" name="Text 4"/>
          <p:cNvSpPr/>
          <p:nvPr/>
        </p:nvSpPr>
        <p:spPr>
          <a:xfrm>
            <a:off x="457200" y="6355080"/>
            <a:ext cx="5486400" cy="320040"/>
          </a:xfrm>
          <a:prstGeom prst="rect">
            <a:avLst/>
          </a:prstGeom>
          <a:noFill/>
          <a:ln/>
        </p:spPr>
        <p:txBody>
          <a:bodyPr wrap="square" rtlCol="0" anchor="ctr"/>
          <a:lstStyle/>
          <a:p>
            <a:pPr marL="0" indent="0">
              <a:buNone/>
            </a:pPr>
            <a:r>
              <a:rPr lang="en-US" sz="950" i="1" dirty="0">
                <a:solidFill>
                  <a:srgbClr val="6B7680"/>
                </a:solidFill>
                <a:latin typeface="Arial" pitchFamily="34" charset="0"/>
                <a:ea typeface="Arial" pitchFamily="34" charset="-122"/>
                <a:cs typeface="Arial" pitchFamily="34" charset="-120"/>
              </a:rPr>
              <a:t>Nieuwe plug-ins &amp; functionaliteiten</a:t>
            </a:r>
            <a:endParaRPr lang="en-US" sz="950" dirty="0"/>
          </a:p>
        </p:txBody>
      </p:sp>
      <p:sp>
        <p:nvSpPr>
          <p:cNvPr id="7" name="Shape 5"/>
          <p:cNvSpPr/>
          <p:nvPr/>
        </p:nvSpPr>
        <p:spPr>
          <a:xfrm>
            <a:off x="502920" y="1463040"/>
            <a:ext cx="11183112" cy="777240"/>
          </a:xfrm>
          <a:prstGeom prst="roundRect">
            <a:avLst>
              <a:gd name="adj" fmla="val 8235"/>
            </a:avLst>
          </a:prstGeom>
          <a:solidFill>
            <a:srgbClr val="F5F8FA"/>
          </a:solidFill>
          <a:ln w="9525">
            <a:solidFill>
              <a:srgbClr val="DCE6EA"/>
            </a:solidFill>
            <a:prstDash val="solid"/>
          </a:ln>
        </p:spPr>
        <p:txBody>
          <a:bodyPr/>
          <a:lstStyle/>
          <a:p>
            <a:endParaRPr lang="nl-NL"/>
          </a:p>
        </p:txBody>
      </p:sp>
      <p:sp>
        <p:nvSpPr>
          <p:cNvPr id="8" name="Shape 6"/>
          <p:cNvSpPr/>
          <p:nvPr/>
        </p:nvSpPr>
        <p:spPr>
          <a:xfrm>
            <a:off x="502920" y="1463040"/>
            <a:ext cx="82296" cy="777240"/>
          </a:xfrm>
          <a:prstGeom prst="rect">
            <a:avLst/>
          </a:prstGeom>
          <a:solidFill>
            <a:srgbClr val="89CDF2"/>
          </a:solidFill>
          <a:ln/>
        </p:spPr>
        <p:txBody>
          <a:bodyPr/>
          <a:lstStyle/>
          <a:p>
            <a:endParaRPr lang="nl-NL"/>
          </a:p>
        </p:txBody>
      </p:sp>
      <p:sp>
        <p:nvSpPr>
          <p:cNvPr id="9" name="Text 7"/>
          <p:cNvSpPr/>
          <p:nvPr/>
        </p:nvSpPr>
        <p:spPr>
          <a:xfrm>
            <a:off x="777240" y="1536192"/>
            <a:ext cx="10698480" cy="640080"/>
          </a:xfrm>
          <a:prstGeom prst="rect">
            <a:avLst/>
          </a:prstGeom>
          <a:noFill/>
          <a:ln/>
        </p:spPr>
        <p:txBody>
          <a:bodyPr wrap="square" rtlCol="0" anchor="ctr"/>
          <a:lstStyle/>
          <a:p>
            <a:pPr marL="0" indent="0">
              <a:lnSpc>
                <a:spcPts val="1500"/>
              </a:lnSpc>
              <a:buNone/>
            </a:pPr>
            <a:r>
              <a:rPr lang="en-US" sz="1250" i="1" dirty="0">
                <a:solidFill>
                  <a:srgbClr val="6B7680"/>
                </a:solidFill>
                <a:latin typeface="Arial" pitchFamily="34" charset="0"/>
                <a:ea typeface="Arial" pitchFamily="34" charset="-122"/>
                <a:cs typeface="Arial" pitchFamily="34" charset="-120"/>
              </a:rPr>
              <a:t>Voeg hier de conclusies van de nieuwe plug-ins en functionaliteiten toe — wat bouwen we, en wat is de impact op de architectuur?</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03362"/>
        </a:solidFill>
        <a:effectLst/>
      </p:bgPr>
    </p:bg>
    <p:spTree>
      <p:nvGrpSpPr>
        <p:cNvPr id="1" name=""/>
        <p:cNvGrpSpPr/>
        <p:nvPr/>
      </p:nvGrpSpPr>
      <p:grpSpPr>
        <a:xfrm>
          <a:off x="0" y="0"/>
          <a:ext cx="0" cy="0"/>
          <a:chOff x="0" y="0"/>
          <a:chExt cx="0" cy="0"/>
        </a:xfrm>
      </p:grpSpPr>
      <p:sp>
        <p:nvSpPr>
          <p:cNvPr id="2" name="Shape 0"/>
          <p:cNvSpPr/>
          <p:nvPr/>
        </p:nvSpPr>
        <p:spPr>
          <a:xfrm>
            <a:off x="9692640" y="2377440"/>
            <a:ext cx="3108960" cy="3108960"/>
          </a:xfrm>
          <a:prstGeom prst="diamond">
            <a:avLst/>
          </a:prstGeom>
          <a:ln w="38100">
            <a:solidFill>
              <a:srgbClr val="1F5488"/>
            </a:solidFill>
            <a:prstDash val="solid"/>
          </a:ln>
        </p:spPr>
        <p:txBody>
          <a:bodyPr/>
          <a:lstStyle/>
          <a:p>
            <a:endParaRPr lang="nl-NL"/>
          </a:p>
        </p:txBody>
      </p:sp>
      <p:sp>
        <p:nvSpPr>
          <p:cNvPr id="3" name="Text 1"/>
          <p:cNvSpPr/>
          <p:nvPr/>
        </p:nvSpPr>
        <p:spPr>
          <a:xfrm>
            <a:off x="822960" y="685800"/>
            <a:ext cx="7315200" cy="320040"/>
          </a:xfrm>
          <a:prstGeom prst="rect">
            <a:avLst/>
          </a:prstGeom>
          <a:noFill/>
          <a:ln/>
        </p:spPr>
        <p:txBody>
          <a:bodyPr wrap="square" rtlCol="0" anchor="ctr"/>
          <a:lstStyle/>
          <a:p>
            <a:pPr marL="0" indent="0">
              <a:buNone/>
            </a:pPr>
            <a:r>
              <a:rPr lang="en-US" sz="1200" b="1" kern="0" spc="200" dirty="0">
                <a:solidFill>
                  <a:srgbClr val="E76734"/>
                </a:solidFill>
                <a:latin typeface="Arial" pitchFamily="34" charset="0"/>
                <a:ea typeface="Arial" pitchFamily="34" charset="-122"/>
                <a:cs typeface="Arial" pitchFamily="34" charset="-120"/>
              </a:rPr>
              <a:t>HOOFDSTUK 05 VAN 06</a:t>
            </a:r>
            <a:endParaRPr lang="en-US" sz="1200" dirty="0"/>
          </a:p>
        </p:txBody>
      </p:sp>
      <p:sp>
        <p:nvSpPr>
          <p:cNvPr id="4" name="Text 2"/>
          <p:cNvSpPr/>
          <p:nvPr/>
        </p:nvSpPr>
        <p:spPr>
          <a:xfrm>
            <a:off x="822960" y="1417320"/>
            <a:ext cx="2743200" cy="1371600"/>
          </a:xfrm>
          <a:prstGeom prst="rect">
            <a:avLst/>
          </a:prstGeom>
          <a:noFill/>
          <a:ln/>
        </p:spPr>
        <p:txBody>
          <a:bodyPr wrap="square" rtlCol="0" anchor="ctr"/>
          <a:lstStyle/>
          <a:p>
            <a:pPr marL="0" indent="0">
              <a:buNone/>
            </a:pPr>
            <a:r>
              <a:rPr lang="en-US" sz="6600" b="1" dirty="0">
                <a:solidFill>
                  <a:srgbClr val="2E6592"/>
                </a:solidFill>
                <a:latin typeface="Helvetica" pitchFamily="34" charset="0"/>
                <a:ea typeface="Helvetica" pitchFamily="34" charset="-122"/>
                <a:cs typeface="Helvetica" pitchFamily="34" charset="-120"/>
              </a:rPr>
              <a:t>05</a:t>
            </a:r>
            <a:endParaRPr lang="en-US" sz="6600" dirty="0"/>
          </a:p>
        </p:txBody>
      </p:sp>
      <p:sp>
        <p:nvSpPr>
          <p:cNvPr id="5" name="Text 3"/>
          <p:cNvSpPr/>
          <p:nvPr/>
        </p:nvSpPr>
        <p:spPr>
          <a:xfrm>
            <a:off x="822960" y="2514600"/>
            <a:ext cx="9144000" cy="914400"/>
          </a:xfrm>
          <a:prstGeom prst="rect">
            <a:avLst/>
          </a:prstGeom>
          <a:noFill/>
          <a:ln/>
        </p:spPr>
        <p:txBody>
          <a:bodyPr wrap="square" rtlCol="0" anchor="ctr"/>
          <a:lstStyle/>
          <a:p>
            <a:pPr marL="0" indent="0">
              <a:buNone/>
            </a:pPr>
            <a:r>
              <a:rPr lang="en-US" sz="3200" b="1" dirty="0">
                <a:solidFill>
                  <a:srgbClr val="FFFFFF"/>
                </a:solidFill>
                <a:latin typeface="Helvetica" pitchFamily="34" charset="0"/>
                <a:ea typeface="Helvetica" pitchFamily="34" charset="-122"/>
                <a:cs typeface="Helvetica" pitchFamily="34" charset="-120"/>
              </a:rPr>
              <a:t>Applicatie architectuur &amp; deployment</a:t>
            </a:r>
            <a:endParaRPr lang="en-US" sz="3200" dirty="0"/>
          </a:p>
        </p:txBody>
      </p:sp>
      <p:sp>
        <p:nvSpPr>
          <p:cNvPr id="6" name="Shape 4"/>
          <p:cNvSpPr/>
          <p:nvPr/>
        </p:nvSpPr>
        <p:spPr>
          <a:xfrm>
            <a:off x="822960" y="3310128"/>
            <a:ext cx="1463040" cy="41148"/>
          </a:xfrm>
          <a:prstGeom prst="rect">
            <a:avLst/>
          </a:prstGeom>
          <a:solidFill>
            <a:srgbClr val="E76734"/>
          </a:solidFill>
          <a:ln/>
        </p:spPr>
        <p:txBody>
          <a:bodyPr/>
          <a:lstStyle/>
          <a:p>
            <a:endParaRPr lang="nl-NL"/>
          </a:p>
        </p:txBody>
      </p:sp>
      <p:sp>
        <p:nvSpPr>
          <p:cNvPr id="7" name="Text 5"/>
          <p:cNvSpPr/>
          <p:nvPr/>
        </p:nvSpPr>
        <p:spPr>
          <a:xfrm>
            <a:off x="822960" y="3474720"/>
            <a:ext cx="8503920" cy="640080"/>
          </a:xfrm>
          <a:prstGeom prst="rect">
            <a:avLst/>
          </a:prstGeom>
          <a:noFill/>
          <a:ln/>
        </p:spPr>
        <p:txBody>
          <a:bodyPr wrap="square" rtlCol="0" anchor="ctr"/>
          <a:lstStyle/>
          <a:p>
            <a:pPr marL="0" indent="0">
              <a:lnSpc>
                <a:spcPts val="1800"/>
              </a:lnSpc>
              <a:buNone/>
            </a:pPr>
            <a:r>
              <a:rPr lang="en-US" sz="1400" i="1" dirty="0">
                <a:solidFill>
                  <a:srgbClr val="89CDF2"/>
                </a:solidFill>
                <a:latin typeface="Arial" pitchFamily="34" charset="0"/>
                <a:ea typeface="Arial" pitchFamily="34" charset="-122"/>
                <a:cs typeface="Arial" pitchFamily="34" charset="-120"/>
              </a:rPr>
              <a:t>Hoe ziet de omgeving eruit, en hoe wordt deze uitgerold?</a:t>
            </a:r>
            <a:endParaRPr lang="en-US" sz="1400" dirty="0"/>
          </a:p>
        </p:txBody>
      </p:sp>
      <p:sp>
        <p:nvSpPr>
          <p:cNvPr id="8" name="Shape 6"/>
          <p:cNvSpPr/>
          <p:nvPr/>
        </p:nvSpPr>
        <p:spPr>
          <a:xfrm>
            <a:off x="950976" y="5687568"/>
            <a:ext cx="1624584" cy="0"/>
          </a:xfrm>
          <a:prstGeom prst="line">
            <a:avLst/>
          </a:prstGeom>
          <a:noFill/>
          <a:ln w="19050">
            <a:solidFill>
              <a:srgbClr val="5C88AC"/>
            </a:solidFill>
            <a:prstDash val="solid"/>
          </a:ln>
        </p:spPr>
        <p:txBody>
          <a:bodyPr/>
          <a:lstStyle/>
          <a:p>
            <a:endParaRPr lang="nl-NL"/>
          </a:p>
        </p:txBody>
      </p:sp>
      <p:sp>
        <p:nvSpPr>
          <p:cNvPr id="9" name="Shape 7"/>
          <p:cNvSpPr/>
          <p:nvPr/>
        </p:nvSpPr>
        <p:spPr>
          <a:xfrm>
            <a:off x="822960" y="5623560"/>
            <a:ext cx="128016" cy="128016"/>
          </a:xfrm>
          <a:prstGeom prst="ellipse">
            <a:avLst/>
          </a:prstGeom>
          <a:solidFill>
            <a:srgbClr val="5C88AC"/>
          </a:solidFill>
          <a:ln/>
        </p:spPr>
        <p:txBody>
          <a:bodyPr/>
          <a:lstStyle/>
          <a:p>
            <a:endParaRPr lang="nl-NL"/>
          </a:p>
        </p:txBody>
      </p:sp>
      <p:sp>
        <p:nvSpPr>
          <p:cNvPr id="10" name="Text 8"/>
          <p:cNvSpPr/>
          <p:nvPr/>
        </p:nvSpPr>
        <p:spPr>
          <a:xfrm>
            <a:off x="320040" y="5824728"/>
            <a:ext cx="1752600" cy="320040"/>
          </a:xfrm>
          <a:prstGeom prst="rect">
            <a:avLst/>
          </a:prstGeom>
          <a:noFill/>
          <a:ln/>
        </p:spPr>
        <p:txBody>
          <a:bodyPr wrap="square" rtlCol="0" anchor="ctr"/>
          <a:lstStyle/>
          <a:p>
            <a:pPr marL="0" indent="0" algn="l">
              <a:buNone/>
            </a:pPr>
            <a:r>
              <a:rPr lang="en-US" sz="950" dirty="0">
                <a:solidFill>
                  <a:srgbClr val="6E93B5"/>
                </a:solidFill>
                <a:latin typeface="Arial" pitchFamily="34" charset="0"/>
                <a:ea typeface="Arial" pitchFamily="34" charset="-122"/>
                <a:cs typeface="Arial" pitchFamily="34" charset="-120"/>
              </a:rPr>
              <a:t>Hosting</a:t>
            </a:r>
            <a:endParaRPr lang="en-US" sz="950" dirty="0"/>
          </a:p>
        </p:txBody>
      </p:sp>
      <p:sp>
        <p:nvSpPr>
          <p:cNvPr id="11" name="Shape 9"/>
          <p:cNvSpPr/>
          <p:nvPr/>
        </p:nvSpPr>
        <p:spPr>
          <a:xfrm>
            <a:off x="2703576" y="5687568"/>
            <a:ext cx="1624584" cy="0"/>
          </a:xfrm>
          <a:prstGeom prst="line">
            <a:avLst/>
          </a:prstGeom>
          <a:noFill/>
          <a:ln w="19050">
            <a:solidFill>
              <a:srgbClr val="5C88AC"/>
            </a:solidFill>
            <a:prstDash val="solid"/>
          </a:ln>
        </p:spPr>
        <p:txBody>
          <a:bodyPr/>
          <a:lstStyle/>
          <a:p>
            <a:endParaRPr lang="nl-NL"/>
          </a:p>
        </p:txBody>
      </p:sp>
      <p:sp>
        <p:nvSpPr>
          <p:cNvPr id="12" name="Shape 10"/>
          <p:cNvSpPr/>
          <p:nvPr/>
        </p:nvSpPr>
        <p:spPr>
          <a:xfrm>
            <a:off x="2575560" y="5623560"/>
            <a:ext cx="128016" cy="128016"/>
          </a:xfrm>
          <a:prstGeom prst="ellipse">
            <a:avLst/>
          </a:prstGeom>
          <a:solidFill>
            <a:srgbClr val="5C88AC"/>
          </a:solidFill>
          <a:ln/>
        </p:spPr>
        <p:txBody>
          <a:bodyPr/>
          <a:lstStyle/>
          <a:p>
            <a:endParaRPr lang="nl-NL"/>
          </a:p>
        </p:txBody>
      </p:sp>
      <p:sp>
        <p:nvSpPr>
          <p:cNvPr id="13" name="Text 11"/>
          <p:cNvSpPr/>
          <p:nvPr/>
        </p:nvSpPr>
        <p:spPr>
          <a:xfrm>
            <a:off x="2072640" y="5824728"/>
            <a:ext cx="1752600" cy="320040"/>
          </a:xfrm>
          <a:prstGeom prst="rect">
            <a:avLst/>
          </a:prstGeom>
          <a:noFill/>
          <a:ln/>
        </p:spPr>
        <p:txBody>
          <a:bodyPr wrap="square" rtlCol="0" anchor="ctr"/>
          <a:lstStyle/>
          <a:p>
            <a:pPr marL="0" indent="0" algn="l">
              <a:buNone/>
            </a:pPr>
            <a:r>
              <a:rPr lang="en-US" sz="950" dirty="0">
                <a:solidFill>
                  <a:srgbClr val="6E93B5"/>
                </a:solidFill>
                <a:latin typeface="Arial" pitchFamily="34" charset="0"/>
                <a:ea typeface="Arial" pitchFamily="34" charset="-122"/>
                <a:cs typeface="Arial" pitchFamily="34" charset="-120"/>
              </a:rPr>
              <a:t>Context diagram</a:t>
            </a:r>
            <a:endParaRPr lang="en-US" sz="950" dirty="0"/>
          </a:p>
        </p:txBody>
      </p:sp>
      <p:sp>
        <p:nvSpPr>
          <p:cNvPr id="14" name="Shape 12"/>
          <p:cNvSpPr/>
          <p:nvPr/>
        </p:nvSpPr>
        <p:spPr>
          <a:xfrm>
            <a:off x="4456176" y="5687568"/>
            <a:ext cx="1624584" cy="0"/>
          </a:xfrm>
          <a:prstGeom prst="line">
            <a:avLst/>
          </a:prstGeom>
          <a:noFill/>
          <a:ln w="19050">
            <a:solidFill>
              <a:srgbClr val="5C88AC"/>
            </a:solidFill>
            <a:prstDash val="solid"/>
          </a:ln>
        </p:spPr>
        <p:txBody>
          <a:bodyPr/>
          <a:lstStyle/>
          <a:p>
            <a:endParaRPr lang="nl-NL"/>
          </a:p>
        </p:txBody>
      </p:sp>
      <p:sp>
        <p:nvSpPr>
          <p:cNvPr id="15" name="Shape 13"/>
          <p:cNvSpPr/>
          <p:nvPr/>
        </p:nvSpPr>
        <p:spPr>
          <a:xfrm>
            <a:off x="4328160" y="5623560"/>
            <a:ext cx="128016" cy="128016"/>
          </a:xfrm>
          <a:prstGeom prst="ellipse">
            <a:avLst/>
          </a:prstGeom>
          <a:solidFill>
            <a:srgbClr val="5C88AC"/>
          </a:solidFill>
          <a:ln/>
        </p:spPr>
        <p:txBody>
          <a:bodyPr/>
          <a:lstStyle/>
          <a:p>
            <a:endParaRPr lang="nl-NL"/>
          </a:p>
        </p:txBody>
      </p:sp>
      <p:sp>
        <p:nvSpPr>
          <p:cNvPr id="16" name="Text 14"/>
          <p:cNvSpPr/>
          <p:nvPr/>
        </p:nvSpPr>
        <p:spPr>
          <a:xfrm>
            <a:off x="3825240" y="5824728"/>
            <a:ext cx="1752600" cy="320040"/>
          </a:xfrm>
          <a:prstGeom prst="rect">
            <a:avLst/>
          </a:prstGeom>
          <a:noFill/>
          <a:ln/>
        </p:spPr>
        <p:txBody>
          <a:bodyPr wrap="square" rtlCol="0" anchor="ctr"/>
          <a:lstStyle/>
          <a:p>
            <a:pPr marL="0" indent="0" algn="l">
              <a:buNone/>
            </a:pPr>
            <a:r>
              <a:rPr lang="en-US" sz="950" dirty="0">
                <a:solidFill>
                  <a:srgbClr val="6E93B5"/>
                </a:solidFill>
                <a:latin typeface="Arial" pitchFamily="34" charset="0"/>
                <a:ea typeface="Arial" pitchFamily="34" charset="-122"/>
                <a:cs typeface="Arial" pitchFamily="34" charset="-120"/>
              </a:rPr>
              <a:t>Componenten</a:t>
            </a:r>
            <a:endParaRPr lang="en-US" sz="950" dirty="0"/>
          </a:p>
        </p:txBody>
      </p:sp>
      <p:sp>
        <p:nvSpPr>
          <p:cNvPr id="17" name="Shape 15"/>
          <p:cNvSpPr/>
          <p:nvPr/>
        </p:nvSpPr>
        <p:spPr>
          <a:xfrm>
            <a:off x="6208776" y="5687568"/>
            <a:ext cx="1624584" cy="0"/>
          </a:xfrm>
          <a:prstGeom prst="line">
            <a:avLst/>
          </a:prstGeom>
          <a:noFill/>
          <a:ln w="19050">
            <a:solidFill>
              <a:srgbClr val="5C88AC"/>
            </a:solidFill>
            <a:prstDash val="solid"/>
          </a:ln>
        </p:spPr>
        <p:txBody>
          <a:bodyPr/>
          <a:lstStyle/>
          <a:p>
            <a:endParaRPr lang="nl-NL"/>
          </a:p>
        </p:txBody>
      </p:sp>
      <p:sp>
        <p:nvSpPr>
          <p:cNvPr id="18" name="Shape 16"/>
          <p:cNvSpPr/>
          <p:nvPr/>
        </p:nvSpPr>
        <p:spPr>
          <a:xfrm>
            <a:off x="6080760" y="5623560"/>
            <a:ext cx="128016" cy="128016"/>
          </a:xfrm>
          <a:prstGeom prst="ellipse">
            <a:avLst/>
          </a:prstGeom>
          <a:solidFill>
            <a:srgbClr val="5C88AC"/>
          </a:solidFill>
          <a:ln/>
        </p:spPr>
        <p:txBody>
          <a:bodyPr/>
          <a:lstStyle/>
          <a:p>
            <a:endParaRPr lang="nl-NL"/>
          </a:p>
        </p:txBody>
      </p:sp>
      <p:sp>
        <p:nvSpPr>
          <p:cNvPr id="19" name="Text 17"/>
          <p:cNvSpPr/>
          <p:nvPr/>
        </p:nvSpPr>
        <p:spPr>
          <a:xfrm>
            <a:off x="5577840" y="5824728"/>
            <a:ext cx="1752600" cy="320040"/>
          </a:xfrm>
          <a:prstGeom prst="rect">
            <a:avLst/>
          </a:prstGeom>
          <a:noFill/>
          <a:ln/>
        </p:spPr>
        <p:txBody>
          <a:bodyPr wrap="square" rtlCol="0" anchor="ctr"/>
          <a:lstStyle/>
          <a:p>
            <a:pPr marL="0" indent="0" algn="l">
              <a:buNone/>
            </a:pPr>
            <a:r>
              <a:rPr lang="en-US" sz="950" dirty="0">
                <a:solidFill>
                  <a:srgbClr val="6E93B5"/>
                </a:solidFill>
                <a:latin typeface="Arial" pitchFamily="34" charset="0"/>
                <a:ea typeface="Arial" pitchFamily="34" charset="-122"/>
                <a:cs typeface="Arial" pitchFamily="34" charset="-120"/>
              </a:rPr>
              <a:t>Nieuwe functionaliteiten</a:t>
            </a:r>
            <a:endParaRPr lang="en-US" sz="950" dirty="0"/>
          </a:p>
        </p:txBody>
      </p:sp>
      <p:sp>
        <p:nvSpPr>
          <p:cNvPr id="20" name="Shape 18"/>
          <p:cNvSpPr/>
          <p:nvPr/>
        </p:nvSpPr>
        <p:spPr>
          <a:xfrm>
            <a:off x="7961376" y="5687568"/>
            <a:ext cx="1624584" cy="0"/>
          </a:xfrm>
          <a:prstGeom prst="line">
            <a:avLst/>
          </a:prstGeom>
          <a:noFill/>
          <a:ln w="19050">
            <a:solidFill>
              <a:srgbClr val="1F4468"/>
            </a:solidFill>
            <a:prstDash val="solid"/>
          </a:ln>
        </p:spPr>
        <p:txBody>
          <a:bodyPr/>
          <a:lstStyle/>
          <a:p>
            <a:endParaRPr lang="nl-NL"/>
          </a:p>
        </p:txBody>
      </p:sp>
      <p:sp>
        <p:nvSpPr>
          <p:cNvPr id="21" name="Shape 19"/>
          <p:cNvSpPr/>
          <p:nvPr/>
        </p:nvSpPr>
        <p:spPr>
          <a:xfrm>
            <a:off x="7833360" y="5623560"/>
            <a:ext cx="128016" cy="128016"/>
          </a:xfrm>
          <a:prstGeom prst="ellipse">
            <a:avLst/>
          </a:prstGeom>
          <a:solidFill>
            <a:srgbClr val="E76734"/>
          </a:solidFill>
          <a:ln w="19050">
            <a:solidFill>
              <a:srgbClr val="FFFFFF"/>
            </a:solidFill>
            <a:prstDash val="solid"/>
          </a:ln>
        </p:spPr>
        <p:txBody>
          <a:bodyPr/>
          <a:lstStyle/>
          <a:p>
            <a:endParaRPr lang="nl-NL"/>
          </a:p>
        </p:txBody>
      </p:sp>
      <p:sp>
        <p:nvSpPr>
          <p:cNvPr id="22" name="Text 20"/>
          <p:cNvSpPr/>
          <p:nvPr/>
        </p:nvSpPr>
        <p:spPr>
          <a:xfrm>
            <a:off x="7330440" y="5824728"/>
            <a:ext cx="1752600" cy="320040"/>
          </a:xfrm>
          <a:prstGeom prst="rect">
            <a:avLst/>
          </a:prstGeom>
          <a:noFill/>
          <a:ln/>
        </p:spPr>
        <p:txBody>
          <a:bodyPr wrap="square" rtlCol="0" anchor="ctr"/>
          <a:lstStyle/>
          <a:p>
            <a:pPr marL="0" indent="0" algn="l">
              <a:buNone/>
            </a:pPr>
            <a:r>
              <a:rPr lang="en-US" sz="950" b="1" dirty="0">
                <a:solidFill>
                  <a:srgbClr val="FFFFFF"/>
                </a:solidFill>
                <a:latin typeface="Arial" pitchFamily="34" charset="0"/>
                <a:ea typeface="Arial" pitchFamily="34" charset="-122"/>
                <a:cs typeface="Arial" pitchFamily="34" charset="-120"/>
              </a:rPr>
              <a:t>Architectuur &amp; deployment</a:t>
            </a:r>
            <a:endParaRPr lang="en-US" sz="950" dirty="0"/>
          </a:p>
        </p:txBody>
      </p:sp>
      <p:sp>
        <p:nvSpPr>
          <p:cNvPr id="23" name="Shape 21"/>
          <p:cNvSpPr/>
          <p:nvPr/>
        </p:nvSpPr>
        <p:spPr>
          <a:xfrm>
            <a:off x="9585960" y="5623560"/>
            <a:ext cx="128016" cy="128016"/>
          </a:xfrm>
          <a:prstGeom prst="ellipse">
            <a:avLst/>
          </a:prstGeom>
          <a:solidFill>
            <a:srgbClr val="1F4468"/>
          </a:solidFill>
          <a:ln/>
        </p:spPr>
        <p:txBody>
          <a:bodyPr/>
          <a:lstStyle/>
          <a:p>
            <a:endParaRPr lang="nl-NL"/>
          </a:p>
        </p:txBody>
      </p:sp>
      <p:sp>
        <p:nvSpPr>
          <p:cNvPr id="24" name="Text 22"/>
          <p:cNvSpPr/>
          <p:nvPr/>
        </p:nvSpPr>
        <p:spPr>
          <a:xfrm>
            <a:off x="9083040" y="5824728"/>
            <a:ext cx="1752600" cy="320040"/>
          </a:xfrm>
          <a:prstGeom prst="rect">
            <a:avLst/>
          </a:prstGeom>
          <a:noFill/>
          <a:ln/>
        </p:spPr>
        <p:txBody>
          <a:bodyPr wrap="square" rtlCol="0" anchor="ctr"/>
          <a:lstStyle/>
          <a:p>
            <a:pPr marL="0" indent="0" algn="l">
              <a:buNone/>
            </a:pPr>
            <a:r>
              <a:rPr lang="en-US" sz="950" dirty="0">
                <a:solidFill>
                  <a:srgbClr val="6E93B5"/>
                </a:solidFill>
                <a:latin typeface="Arial" pitchFamily="34" charset="0"/>
                <a:ea typeface="Arial" pitchFamily="34" charset="-122"/>
                <a:cs typeface="Arial" pitchFamily="34" charset="-120"/>
              </a:rPr>
              <a:t>Vervolgstappen</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274320"/>
            <a:ext cx="960120" cy="960120"/>
          </a:xfrm>
          <a:prstGeom prst="diamond">
            <a:avLst/>
          </a:prstGeom>
          <a:ln w="63500">
            <a:solidFill>
              <a:srgbClr val="89CDF2"/>
            </a:solidFill>
            <a:prstDash val="solid"/>
          </a:ln>
        </p:spPr>
        <p:txBody>
          <a:bodyPr/>
          <a:lstStyle/>
          <a:p>
            <a:endParaRPr lang="nl-NL"/>
          </a:p>
        </p:txBody>
      </p:sp>
      <p:sp>
        <p:nvSpPr>
          <p:cNvPr id="3" name="Text 1"/>
          <p:cNvSpPr/>
          <p:nvPr/>
        </p:nvSpPr>
        <p:spPr>
          <a:xfrm>
            <a:off x="502920" y="292608"/>
            <a:ext cx="9144000" cy="292608"/>
          </a:xfrm>
          <a:prstGeom prst="rect">
            <a:avLst/>
          </a:prstGeom>
          <a:noFill/>
          <a:ln/>
        </p:spPr>
        <p:txBody>
          <a:bodyPr wrap="square" rtlCol="0" anchor="ctr"/>
          <a:lstStyle/>
          <a:p>
            <a:pPr marL="0" indent="0">
              <a:buNone/>
            </a:pPr>
            <a:r>
              <a:rPr lang="en-US" sz="1100" b="1" kern="0" spc="150" dirty="0">
                <a:solidFill>
                  <a:srgbClr val="E76734"/>
                </a:solidFill>
                <a:latin typeface="Arial" pitchFamily="34" charset="0"/>
                <a:ea typeface="Arial" pitchFamily="34" charset="-122"/>
                <a:cs typeface="Arial" pitchFamily="34" charset="-120"/>
              </a:rPr>
              <a:t>APPLICATIE ARCHITECTUUR &amp; DEPLOYMENT</a:t>
            </a:r>
            <a:endParaRPr lang="en-US" sz="1100" dirty="0"/>
          </a:p>
        </p:txBody>
      </p:sp>
      <p:sp>
        <p:nvSpPr>
          <p:cNvPr id="4" name="Text 2"/>
          <p:cNvSpPr/>
          <p:nvPr/>
        </p:nvSpPr>
        <p:spPr>
          <a:xfrm>
            <a:off x="502920" y="566928"/>
            <a:ext cx="10515600" cy="640080"/>
          </a:xfrm>
          <a:prstGeom prst="rect">
            <a:avLst/>
          </a:prstGeom>
          <a:noFill/>
          <a:ln/>
        </p:spPr>
        <p:txBody>
          <a:bodyPr wrap="square" rtlCol="0" anchor="ctr"/>
          <a:lstStyle/>
          <a:p>
            <a:pPr marL="0" indent="0">
              <a:buNone/>
            </a:pPr>
            <a:r>
              <a:rPr lang="en-US" sz="2600" b="1" dirty="0">
                <a:solidFill>
                  <a:srgbClr val="003362"/>
                </a:solidFill>
                <a:latin typeface="Helvetica" pitchFamily="34" charset="0"/>
                <a:ea typeface="Helvetica" pitchFamily="34" charset="-122"/>
                <a:cs typeface="Helvetica" pitchFamily="34" charset="-120"/>
              </a:rPr>
              <a:t>Applicatie architectuur diagram</a:t>
            </a:r>
            <a:endParaRPr lang="en-US" sz="2600" dirty="0"/>
          </a:p>
        </p:txBody>
      </p:sp>
      <p:sp>
        <p:nvSpPr>
          <p:cNvPr id="5" name="Shape 3"/>
          <p:cNvSpPr/>
          <p:nvPr/>
        </p:nvSpPr>
        <p:spPr>
          <a:xfrm>
            <a:off x="0" y="6748272"/>
            <a:ext cx="12188952" cy="109728"/>
          </a:xfrm>
          <a:prstGeom prst="rect">
            <a:avLst/>
          </a:prstGeom>
          <a:solidFill>
            <a:srgbClr val="003362"/>
          </a:solidFill>
          <a:ln/>
        </p:spPr>
        <p:txBody>
          <a:bodyPr/>
          <a:lstStyle/>
          <a:p>
            <a:endParaRPr lang="nl-NL"/>
          </a:p>
        </p:txBody>
      </p:sp>
      <p:sp>
        <p:nvSpPr>
          <p:cNvPr id="6" name="Text 4"/>
          <p:cNvSpPr/>
          <p:nvPr/>
        </p:nvSpPr>
        <p:spPr>
          <a:xfrm>
            <a:off x="457200" y="6355080"/>
            <a:ext cx="5486400" cy="320040"/>
          </a:xfrm>
          <a:prstGeom prst="rect">
            <a:avLst/>
          </a:prstGeom>
          <a:noFill/>
          <a:ln/>
        </p:spPr>
        <p:txBody>
          <a:bodyPr wrap="square" rtlCol="0" anchor="ctr"/>
          <a:lstStyle/>
          <a:p>
            <a:pPr marL="0" indent="0">
              <a:buNone/>
            </a:pPr>
            <a:r>
              <a:rPr lang="en-US" sz="950" i="1" dirty="0">
                <a:solidFill>
                  <a:srgbClr val="6B7680"/>
                </a:solidFill>
                <a:latin typeface="Arial" pitchFamily="34" charset="0"/>
                <a:ea typeface="Arial" pitchFamily="34" charset="-122"/>
                <a:cs typeface="Arial" pitchFamily="34" charset="-120"/>
              </a:rPr>
              <a:t>Architectuur &amp; deployment</a:t>
            </a:r>
            <a:endParaRPr lang="en-US" sz="950" dirty="0"/>
          </a:p>
        </p:txBody>
      </p:sp>
      <p:sp>
        <p:nvSpPr>
          <p:cNvPr id="7" name="Shape 5"/>
          <p:cNvSpPr/>
          <p:nvPr/>
        </p:nvSpPr>
        <p:spPr>
          <a:xfrm>
            <a:off x="9921240" y="292608"/>
            <a:ext cx="1325880" cy="329184"/>
          </a:xfrm>
          <a:prstGeom prst="roundRect">
            <a:avLst>
              <a:gd name="adj" fmla="val 50000"/>
            </a:avLst>
          </a:prstGeom>
          <a:solidFill>
            <a:srgbClr val="E76734"/>
          </a:solidFill>
          <a:ln/>
        </p:spPr>
        <p:txBody>
          <a:bodyPr/>
          <a:lstStyle/>
          <a:p>
            <a:endParaRPr lang="nl-NL"/>
          </a:p>
        </p:txBody>
      </p:sp>
      <p:sp>
        <p:nvSpPr>
          <p:cNvPr id="8" name="Text 6"/>
          <p:cNvSpPr/>
          <p:nvPr/>
        </p:nvSpPr>
        <p:spPr>
          <a:xfrm>
            <a:off x="9921240" y="292608"/>
            <a:ext cx="1325880" cy="329184"/>
          </a:xfrm>
          <a:prstGeom prst="rect">
            <a:avLst/>
          </a:prstGeom>
          <a:noFill/>
          <a:ln/>
        </p:spPr>
        <p:txBody>
          <a:bodyPr wrap="square" rtlCol="0" anchor="ctr"/>
          <a:lstStyle/>
          <a:p>
            <a:pPr marL="0" indent="0" algn="ctr">
              <a:buNone/>
            </a:pPr>
            <a:r>
              <a:rPr lang="en-US" sz="1000" b="1" kern="0" spc="50" dirty="0">
                <a:solidFill>
                  <a:srgbClr val="FFFFFF"/>
                </a:solidFill>
                <a:latin typeface="Arial" pitchFamily="34" charset="0"/>
                <a:ea typeface="Arial" pitchFamily="34" charset="-122"/>
                <a:cs typeface="Arial" pitchFamily="34" charset="-120"/>
              </a:rPr>
              <a:t>VOORBEELD</a:t>
            </a:r>
            <a:endParaRPr lang="en-US" sz="1000" dirty="0"/>
          </a:p>
        </p:txBody>
      </p:sp>
      <p:sp>
        <p:nvSpPr>
          <p:cNvPr id="9" name="Shape 7"/>
          <p:cNvSpPr/>
          <p:nvPr/>
        </p:nvSpPr>
        <p:spPr>
          <a:xfrm>
            <a:off x="2103120" y="2194560"/>
            <a:ext cx="6035040" cy="3840480"/>
          </a:xfrm>
          <a:prstGeom prst="rect">
            <a:avLst/>
          </a:prstGeom>
          <a:solidFill>
            <a:srgbClr val="F5F8FA"/>
          </a:solidFill>
          <a:ln w="12700">
            <a:solidFill>
              <a:srgbClr val="C7D2D6"/>
            </a:solidFill>
            <a:prstDash val="solid"/>
          </a:ln>
        </p:spPr>
        <p:txBody>
          <a:bodyPr/>
          <a:lstStyle/>
          <a:p>
            <a:endParaRPr lang="nl-NL"/>
          </a:p>
        </p:txBody>
      </p:sp>
      <p:sp>
        <p:nvSpPr>
          <p:cNvPr id="10" name="Text 8"/>
          <p:cNvSpPr/>
          <p:nvPr/>
        </p:nvSpPr>
        <p:spPr>
          <a:xfrm>
            <a:off x="2240280" y="2286000"/>
            <a:ext cx="5760720" cy="274320"/>
          </a:xfrm>
          <a:prstGeom prst="rect">
            <a:avLst/>
          </a:prstGeom>
          <a:noFill/>
          <a:ln/>
        </p:spPr>
        <p:txBody>
          <a:bodyPr wrap="square" rtlCol="0" anchor="ctr"/>
          <a:lstStyle/>
          <a:p>
            <a:pPr marL="0" indent="0">
              <a:buNone/>
            </a:pPr>
            <a:r>
              <a:rPr lang="en-US" sz="1050" dirty="0">
                <a:solidFill>
                  <a:srgbClr val="6B7680"/>
                </a:solidFill>
                <a:latin typeface="Arial" pitchFamily="34" charset="0"/>
                <a:ea typeface="Arial" pitchFamily="34" charset="-122"/>
                <a:cs typeface="Arial" pitchFamily="34" charset="-120"/>
              </a:rPr>
              <a:t>Application environment</a:t>
            </a:r>
            <a:endParaRPr lang="en-US" sz="1050" dirty="0"/>
          </a:p>
        </p:txBody>
      </p:sp>
      <p:sp>
        <p:nvSpPr>
          <p:cNvPr id="11" name="Shape 9"/>
          <p:cNvSpPr/>
          <p:nvPr/>
        </p:nvSpPr>
        <p:spPr>
          <a:xfrm>
            <a:off x="3456432" y="1234440"/>
            <a:ext cx="219456" cy="219456"/>
          </a:xfrm>
          <a:prstGeom prst="ellipse">
            <a:avLst/>
          </a:prstGeom>
          <a:ln w="19050">
            <a:solidFill>
              <a:srgbClr val="003362"/>
            </a:solidFill>
            <a:prstDash val="solid"/>
          </a:ln>
        </p:spPr>
        <p:txBody>
          <a:bodyPr/>
          <a:lstStyle/>
          <a:p>
            <a:endParaRPr lang="nl-NL"/>
          </a:p>
        </p:txBody>
      </p:sp>
      <p:sp>
        <p:nvSpPr>
          <p:cNvPr id="12" name="Shape 10"/>
          <p:cNvSpPr/>
          <p:nvPr/>
        </p:nvSpPr>
        <p:spPr>
          <a:xfrm>
            <a:off x="3566160" y="1453896"/>
            <a:ext cx="0" cy="283464"/>
          </a:xfrm>
          <a:prstGeom prst="line">
            <a:avLst/>
          </a:prstGeom>
          <a:noFill/>
          <a:ln w="19050">
            <a:solidFill>
              <a:srgbClr val="003362"/>
            </a:solidFill>
            <a:prstDash val="solid"/>
          </a:ln>
        </p:spPr>
        <p:txBody>
          <a:bodyPr/>
          <a:lstStyle/>
          <a:p>
            <a:endParaRPr lang="nl-NL"/>
          </a:p>
        </p:txBody>
      </p:sp>
      <p:sp>
        <p:nvSpPr>
          <p:cNvPr id="13" name="Shape 11"/>
          <p:cNvSpPr/>
          <p:nvPr/>
        </p:nvSpPr>
        <p:spPr>
          <a:xfrm>
            <a:off x="3401568" y="1554480"/>
            <a:ext cx="329184" cy="0"/>
          </a:xfrm>
          <a:prstGeom prst="line">
            <a:avLst/>
          </a:prstGeom>
          <a:noFill/>
          <a:ln w="19050">
            <a:solidFill>
              <a:srgbClr val="003362"/>
            </a:solidFill>
            <a:prstDash val="solid"/>
          </a:ln>
        </p:spPr>
        <p:txBody>
          <a:bodyPr/>
          <a:lstStyle/>
          <a:p>
            <a:endParaRPr lang="nl-NL"/>
          </a:p>
        </p:txBody>
      </p:sp>
      <p:sp>
        <p:nvSpPr>
          <p:cNvPr id="14" name="Shape 12"/>
          <p:cNvSpPr/>
          <p:nvPr/>
        </p:nvSpPr>
        <p:spPr>
          <a:xfrm flipH="1">
            <a:off x="3438144" y="1737360"/>
            <a:ext cx="128016" cy="228600"/>
          </a:xfrm>
          <a:prstGeom prst="line">
            <a:avLst/>
          </a:prstGeom>
          <a:noFill/>
          <a:ln w="19050">
            <a:solidFill>
              <a:srgbClr val="003362"/>
            </a:solidFill>
            <a:prstDash val="solid"/>
          </a:ln>
        </p:spPr>
        <p:txBody>
          <a:bodyPr/>
          <a:lstStyle/>
          <a:p>
            <a:endParaRPr lang="nl-NL"/>
          </a:p>
        </p:txBody>
      </p:sp>
      <p:sp>
        <p:nvSpPr>
          <p:cNvPr id="15" name="Shape 13"/>
          <p:cNvSpPr/>
          <p:nvPr/>
        </p:nvSpPr>
        <p:spPr>
          <a:xfrm>
            <a:off x="3566160" y="1737360"/>
            <a:ext cx="128016" cy="228600"/>
          </a:xfrm>
          <a:prstGeom prst="line">
            <a:avLst/>
          </a:prstGeom>
          <a:noFill/>
          <a:ln w="19050">
            <a:solidFill>
              <a:srgbClr val="003362"/>
            </a:solidFill>
            <a:prstDash val="solid"/>
          </a:ln>
        </p:spPr>
        <p:txBody>
          <a:bodyPr/>
          <a:lstStyle/>
          <a:p>
            <a:endParaRPr lang="nl-NL"/>
          </a:p>
        </p:txBody>
      </p:sp>
      <p:sp>
        <p:nvSpPr>
          <p:cNvPr id="16" name="Text 14"/>
          <p:cNvSpPr/>
          <p:nvPr/>
        </p:nvSpPr>
        <p:spPr>
          <a:xfrm>
            <a:off x="3108960" y="2075688"/>
            <a:ext cx="914400" cy="228600"/>
          </a:xfrm>
          <a:prstGeom prst="rect">
            <a:avLst/>
          </a:prstGeom>
          <a:noFill/>
          <a:ln/>
        </p:spPr>
        <p:txBody>
          <a:bodyPr wrap="square" rtlCol="0" anchor="ctr"/>
          <a:lstStyle/>
          <a:p>
            <a:pPr marL="0" indent="0" algn="ctr">
              <a:buNone/>
            </a:pPr>
            <a:r>
              <a:rPr lang="en-US" sz="950" dirty="0">
                <a:solidFill>
                  <a:srgbClr val="003362"/>
                </a:solidFill>
                <a:latin typeface="Arial" pitchFamily="34" charset="0"/>
                <a:ea typeface="Arial" pitchFamily="34" charset="-122"/>
                <a:cs typeface="Arial" pitchFamily="34" charset="-120"/>
              </a:rPr>
              <a:t>UserA</a:t>
            </a:r>
            <a:endParaRPr lang="en-US" sz="950" dirty="0"/>
          </a:p>
        </p:txBody>
      </p:sp>
      <p:sp>
        <p:nvSpPr>
          <p:cNvPr id="17" name="Shape 15"/>
          <p:cNvSpPr/>
          <p:nvPr/>
        </p:nvSpPr>
        <p:spPr>
          <a:xfrm>
            <a:off x="3291840" y="3291840"/>
            <a:ext cx="1920240" cy="1188720"/>
          </a:xfrm>
          <a:prstGeom prst="roundRect">
            <a:avLst>
              <a:gd name="adj" fmla="val 6154"/>
            </a:avLst>
          </a:prstGeom>
          <a:solidFill>
            <a:srgbClr val="FFFFFF"/>
          </a:solidFill>
          <a:ln w="19050">
            <a:solidFill>
              <a:srgbClr val="003362"/>
            </a:solidFill>
            <a:prstDash val="solid"/>
          </a:ln>
        </p:spPr>
        <p:txBody>
          <a:bodyPr/>
          <a:lstStyle/>
          <a:p>
            <a:endParaRPr lang="nl-NL"/>
          </a:p>
        </p:txBody>
      </p:sp>
      <p:sp>
        <p:nvSpPr>
          <p:cNvPr id="18" name="Text 16"/>
          <p:cNvSpPr/>
          <p:nvPr/>
        </p:nvSpPr>
        <p:spPr>
          <a:xfrm>
            <a:off x="3429000" y="3383280"/>
            <a:ext cx="1645920" cy="274320"/>
          </a:xfrm>
          <a:prstGeom prst="rect">
            <a:avLst/>
          </a:prstGeom>
          <a:noFill/>
          <a:ln/>
        </p:spPr>
        <p:txBody>
          <a:bodyPr wrap="square" rtlCol="0" anchor="ctr"/>
          <a:lstStyle/>
          <a:p>
            <a:pPr marL="0" indent="0">
              <a:buNone/>
            </a:pPr>
            <a:r>
              <a:rPr lang="en-US" sz="1000" b="1" dirty="0">
                <a:solidFill>
                  <a:srgbClr val="003362"/>
                </a:solidFill>
                <a:latin typeface="Arial" pitchFamily="34" charset="0"/>
                <a:ea typeface="Arial" pitchFamily="34" charset="-122"/>
                <a:cs typeface="Arial" pitchFamily="34" charset="-120"/>
              </a:rPr>
              <a:t>Application</a:t>
            </a:r>
            <a:endParaRPr lang="en-US" sz="1000" dirty="0"/>
          </a:p>
        </p:txBody>
      </p:sp>
      <p:sp>
        <p:nvSpPr>
          <p:cNvPr id="19" name="Shape 17"/>
          <p:cNvSpPr/>
          <p:nvPr/>
        </p:nvSpPr>
        <p:spPr>
          <a:xfrm>
            <a:off x="3474720" y="3794760"/>
            <a:ext cx="1554480" cy="502920"/>
          </a:xfrm>
          <a:prstGeom prst="roundRect">
            <a:avLst>
              <a:gd name="adj" fmla="val 9091"/>
            </a:avLst>
          </a:prstGeom>
          <a:solidFill>
            <a:srgbClr val="E8F4FC"/>
          </a:solidFill>
          <a:ln w="12700">
            <a:solidFill>
              <a:srgbClr val="89CDF2"/>
            </a:solidFill>
            <a:prstDash val="solid"/>
          </a:ln>
        </p:spPr>
        <p:txBody>
          <a:bodyPr/>
          <a:lstStyle/>
          <a:p>
            <a:endParaRPr lang="nl-NL"/>
          </a:p>
        </p:txBody>
      </p:sp>
      <p:sp>
        <p:nvSpPr>
          <p:cNvPr id="20" name="Text 18"/>
          <p:cNvSpPr/>
          <p:nvPr/>
        </p:nvSpPr>
        <p:spPr>
          <a:xfrm>
            <a:off x="3474720" y="3794760"/>
            <a:ext cx="1554480" cy="502920"/>
          </a:xfrm>
          <a:prstGeom prst="rect">
            <a:avLst/>
          </a:prstGeom>
          <a:noFill/>
          <a:ln/>
        </p:spPr>
        <p:txBody>
          <a:bodyPr wrap="square" rtlCol="0" anchor="ctr"/>
          <a:lstStyle/>
          <a:p>
            <a:pPr marL="0" indent="0" algn="ctr">
              <a:buNone/>
            </a:pPr>
            <a:r>
              <a:rPr lang="en-US" sz="950" dirty="0">
                <a:solidFill>
                  <a:srgbClr val="003362"/>
                </a:solidFill>
                <a:latin typeface="Arial" pitchFamily="34" charset="0"/>
                <a:ea typeface="Arial" pitchFamily="34" charset="-122"/>
                <a:cs typeface="Arial" pitchFamily="34" charset="-120"/>
              </a:rPr>
              <a:t>Function</a:t>
            </a:r>
            <a:endParaRPr lang="en-US" sz="950" dirty="0"/>
          </a:p>
        </p:txBody>
      </p:sp>
      <p:sp>
        <p:nvSpPr>
          <p:cNvPr id="21" name="Shape 19"/>
          <p:cNvSpPr/>
          <p:nvPr/>
        </p:nvSpPr>
        <p:spPr>
          <a:xfrm>
            <a:off x="2606040" y="3566160"/>
            <a:ext cx="640080" cy="640080"/>
          </a:xfrm>
          <a:prstGeom prst="ellipse">
            <a:avLst/>
          </a:prstGeom>
          <a:solidFill>
            <a:srgbClr val="FBF3E3"/>
          </a:solidFill>
          <a:ln w="15875">
            <a:solidFill>
              <a:srgbClr val="D9A441"/>
            </a:solidFill>
            <a:prstDash val="solid"/>
          </a:ln>
        </p:spPr>
        <p:txBody>
          <a:bodyPr/>
          <a:lstStyle/>
          <a:p>
            <a:endParaRPr lang="nl-NL"/>
          </a:p>
        </p:txBody>
      </p:sp>
      <p:sp>
        <p:nvSpPr>
          <p:cNvPr id="22" name="Text 20"/>
          <p:cNvSpPr/>
          <p:nvPr/>
        </p:nvSpPr>
        <p:spPr>
          <a:xfrm>
            <a:off x="2606040" y="3566160"/>
            <a:ext cx="640080" cy="640080"/>
          </a:xfrm>
          <a:prstGeom prst="rect">
            <a:avLst/>
          </a:prstGeom>
          <a:noFill/>
          <a:ln/>
        </p:spPr>
        <p:txBody>
          <a:bodyPr wrap="square" rtlCol="0" anchor="ctr"/>
          <a:lstStyle/>
          <a:p>
            <a:pPr marL="0" indent="0" algn="ctr">
              <a:buNone/>
            </a:pPr>
            <a:r>
              <a:rPr lang="en-US" sz="900" dirty="0">
                <a:solidFill>
                  <a:srgbClr val="003362"/>
                </a:solidFill>
                <a:latin typeface="Arial" pitchFamily="34" charset="0"/>
                <a:ea typeface="Arial" pitchFamily="34" charset="-122"/>
                <a:cs typeface="Arial" pitchFamily="34" charset="-120"/>
              </a:rPr>
              <a:t>queue</a:t>
            </a:r>
            <a:endParaRPr lang="en-US" sz="900" dirty="0"/>
          </a:p>
        </p:txBody>
      </p:sp>
      <p:sp>
        <p:nvSpPr>
          <p:cNvPr id="23" name="Shape 21"/>
          <p:cNvSpPr/>
          <p:nvPr/>
        </p:nvSpPr>
        <p:spPr>
          <a:xfrm>
            <a:off x="3246120" y="3886200"/>
            <a:ext cx="45720" cy="0"/>
          </a:xfrm>
          <a:prstGeom prst="line">
            <a:avLst/>
          </a:prstGeom>
          <a:noFill/>
          <a:ln w="12700">
            <a:solidFill>
              <a:srgbClr val="6B7680"/>
            </a:solidFill>
            <a:prstDash val="solid"/>
          </a:ln>
        </p:spPr>
        <p:txBody>
          <a:bodyPr/>
          <a:lstStyle/>
          <a:p>
            <a:endParaRPr lang="nl-NL"/>
          </a:p>
        </p:txBody>
      </p:sp>
      <p:sp>
        <p:nvSpPr>
          <p:cNvPr id="24" name="Shape 22"/>
          <p:cNvSpPr/>
          <p:nvPr/>
        </p:nvSpPr>
        <p:spPr>
          <a:xfrm>
            <a:off x="3840480" y="4800600"/>
            <a:ext cx="822960" cy="201168"/>
          </a:xfrm>
          <a:prstGeom prst="ellipse">
            <a:avLst/>
          </a:prstGeom>
          <a:solidFill>
            <a:srgbClr val="FCEEDB"/>
          </a:solidFill>
          <a:ln w="12700">
            <a:solidFill>
              <a:srgbClr val="D9A441"/>
            </a:solidFill>
            <a:prstDash val="solid"/>
          </a:ln>
        </p:spPr>
        <p:txBody>
          <a:bodyPr/>
          <a:lstStyle/>
          <a:p>
            <a:endParaRPr lang="nl-NL"/>
          </a:p>
        </p:txBody>
      </p:sp>
      <p:sp>
        <p:nvSpPr>
          <p:cNvPr id="25" name="Shape 23"/>
          <p:cNvSpPr/>
          <p:nvPr/>
        </p:nvSpPr>
        <p:spPr>
          <a:xfrm>
            <a:off x="3840480" y="4910328"/>
            <a:ext cx="822960" cy="201168"/>
          </a:xfrm>
          <a:prstGeom prst="ellipse">
            <a:avLst/>
          </a:prstGeom>
          <a:solidFill>
            <a:srgbClr val="FCEEDB"/>
          </a:solidFill>
          <a:ln w="12700">
            <a:solidFill>
              <a:srgbClr val="D9A441"/>
            </a:solidFill>
            <a:prstDash val="solid"/>
          </a:ln>
        </p:spPr>
        <p:txBody>
          <a:bodyPr/>
          <a:lstStyle/>
          <a:p>
            <a:endParaRPr lang="nl-NL"/>
          </a:p>
        </p:txBody>
      </p:sp>
      <p:sp>
        <p:nvSpPr>
          <p:cNvPr id="26" name="Shape 24"/>
          <p:cNvSpPr/>
          <p:nvPr/>
        </p:nvSpPr>
        <p:spPr>
          <a:xfrm>
            <a:off x="3840480" y="4892040"/>
            <a:ext cx="822960" cy="457200"/>
          </a:xfrm>
          <a:prstGeom prst="rect">
            <a:avLst/>
          </a:prstGeom>
          <a:solidFill>
            <a:srgbClr val="FCEEDB"/>
          </a:solidFill>
          <a:ln/>
        </p:spPr>
        <p:txBody>
          <a:bodyPr/>
          <a:lstStyle/>
          <a:p>
            <a:endParaRPr lang="nl-NL"/>
          </a:p>
        </p:txBody>
      </p:sp>
      <p:sp>
        <p:nvSpPr>
          <p:cNvPr id="27" name="Shape 25"/>
          <p:cNvSpPr/>
          <p:nvPr/>
        </p:nvSpPr>
        <p:spPr>
          <a:xfrm>
            <a:off x="3840480" y="4892040"/>
            <a:ext cx="0" cy="457200"/>
          </a:xfrm>
          <a:prstGeom prst="line">
            <a:avLst/>
          </a:prstGeom>
          <a:noFill/>
          <a:ln w="12700">
            <a:solidFill>
              <a:srgbClr val="D9A441"/>
            </a:solidFill>
            <a:prstDash val="solid"/>
          </a:ln>
        </p:spPr>
        <p:txBody>
          <a:bodyPr/>
          <a:lstStyle/>
          <a:p>
            <a:endParaRPr lang="nl-NL"/>
          </a:p>
        </p:txBody>
      </p:sp>
      <p:sp>
        <p:nvSpPr>
          <p:cNvPr id="28" name="Shape 26"/>
          <p:cNvSpPr/>
          <p:nvPr/>
        </p:nvSpPr>
        <p:spPr>
          <a:xfrm>
            <a:off x="4663440" y="4892040"/>
            <a:ext cx="0" cy="457200"/>
          </a:xfrm>
          <a:prstGeom prst="line">
            <a:avLst/>
          </a:prstGeom>
          <a:noFill/>
          <a:ln w="12700">
            <a:solidFill>
              <a:srgbClr val="D9A441"/>
            </a:solidFill>
            <a:prstDash val="solid"/>
          </a:ln>
        </p:spPr>
        <p:txBody>
          <a:bodyPr/>
          <a:lstStyle/>
          <a:p>
            <a:endParaRPr lang="nl-NL"/>
          </a:p>
        </p:txBody>
      </p:sp>
      <p:sp>
        <p:nvSpPr>
          <p:cNvPr id="29" name="Text 27"/>
          <p:cNvSpPr/>
          <p:nvPr/>
        </p:nvSpPr>
        <p:spPr>
          <a:xfrm>
            <a:off x="3703320" y="5001768"/>
            <a:ext cx="1097280" cy="274320"/>
          </a:xfrm>
          <a:prstGeom prst="rect">
            <a:avLst/>
          </a:prstGeom>
          <a:noFill/>
          <a:ln/>
        </p:spPr>
        <p:txBody>
          <a:bodyPr wrap="square" rtlCol="0" anchor="ctr"/>
          <a:lstStyle/>
          <a:p>
            <a:pPr marL="0" indent="0" algn="ctr">
              <a:buNone/>
            </a:pPr>
            <a:r>
              <a:rPr lang="en-US" sz="850" dirty="0">
                <a:solidFill>
                  <a:srgbClr val="003362"/>
                </a:solidFill>
                <a:latin typeface="Arial" pitchFamily="34" charset="0"/>
                <a:ea typeface="Arial" pitchFamily="34" charset="-122"/>
                <a:cs typeface="Arial" pitchFamily="34" charset="-120"/>
              </a:rPr>
              <a:t>Database</a:t>
            </a:r>
            <a:endParaRPr lang="en-US" sz="850" dirty="0"/>
          </a:p>
        </p:txBody>
      </p:sp>
      <p:sp>
        <p:nvSpPr>
          <p:cNvPr id="30" name="Shape 28"/>
          <p:cNvSpPr/>
          <p:nvPr/>
        </p:nvSpPr>
        <p:spPr>
          <a:xfrm>
            <a:off x="4251960" y="4480560"/>
            <a:ext cx="0" cy="320040"/>
          </a:xfrm>
          <a:prstGeom prst="line">
            <a:avLst/>
          </a:prstGeom>
          <a:noFill/>
          <a:ln w="12700">
            <a:solidFill>
              <a:srgbClr val="6B7680"/>
            </a:solidFill>
            <a:prstDash val="solid"/>
          </a:ln>
        </p:spPr>
        <p:txBody>
          <a:bodyPr/>
          <a:lstStyle/>
          <a:p>
            <a:endParaRPr lang="nl-NL"/>
          </a:p>
        </p:txBody>
      </p:sp>
      <p:sp>
        <p:nvSpPr>
          <p:cNvPr id="31" name="Shape 29"/>
          <p:cNvSpPr/>
          <p:nvPr/>
        </p:nvSpPr>
        <p:spPr>
          <a:xfrm>
            <a:off x="3566160" y="1965960"/>
            <a:ext cx="685800" cy="1325880"/>
          </a:xfrm>
          <a:prstGeom prst="line">
            <a:avLst/>
          </a:prstGeom>
          <a:noFill/>
          <a:ln w="12700">
            <a:solidFill>
              <a:srgbClr val="003362"/>
            </a:solidFill>
            <a:prstDash val="solid"/>
          </a:ln>
        </p:spPr>
        <p:txBody>
          <a:bodyPr/>
          <a:lstStyle/>
          <a:p>
            <a:endParaRPr lang="nl-NL"/>
          </a:p>
        </p:txBody>
      </p:sp>
      <p:sp>
        <p:nvSpPr>
          <p:cNvPr id="32" name="Shape 30"/>
          <p:cNvSpPr/>
          <p:nvPr/>
        </p:nvSpPr>
        <p:spPr>
          <a:xfrm>
            <a:off x="8686800" y="2834640"/>
            <a:ext cx="1828800" cy="685800"/>
          </a:xfrm>
          <a:prstGeom prst="roundRect">
            <a:avLst>
              <a:gd name="adj" fmla="val 8000"/>
            </a:avLst>
          </a:prstGeom>
          <a:solidFill>
            <a:srgbClr val="E8F4FC"/>
          </a:solidFill>
          <a:ln w="15875">
            <a:solidFill>
              <a:srgbClr val="89CDF2"/>
            </a:solidFill>
            <a:prstDash val="solid"/>
          </a:ln>
        </p:spPr>
        <p:txBody>
          <a:bodyPr/>
          <a:lstStyle/>
          <a:p>
            <a:endParaRPr lang="nl-NL"/>
          </a:p>
        </p:txBody>
      </p:sp>
      <p:sp>
        <p:nvSpPr>
          <p:cNvPr id="33" name="Text 31"/>
          <p:cNvSpPr/>
          <p:nvPr/>
        </p:nvSpPr>
        <p:spPr>
          <a:xfrm>
            <a:off x="8686800" y="2834640"/>
            <a:ext cx="1828800" cy="685800"/>
          </a:xfrm>
          <a:prstGeom prst="rect">
            <a:avLst/>
          </a:prstGeom>
          <a:noFill/>
          <a:ln/>
        </p:spPr>
        <p:txBody>
          <a:bodyPr wrap="square" rtlCol="0" anchor="ctr"/>
          <a:lstStyle/>
          <a:p>
            <a:pPr marL="0" indent="0" algn="ctr">
              <a:buNone/>
            </a:pPr>
            <a:r>
              <a:rPr lang="en-US" sz="950" dirty="0">
                <a:solidFill>
                  <a:srgbClr val="003362"/>
                </a:solidFill>
                <a:latin typeface="Arial" pitchFamily="34" charset="0"/>
                <a:ea typeface="Arial" pitchFamily="34" charset="-122"/>
                <a:cs typeface="Arial" pitchFamily="34" charset="-120"/>
              </a:rPr>
              <a:t>External service</a:t>
            </a:r>
            <a:endParaRPr lang="en-US" sz="950" dirty="0"/>
          </a:p>
        </p:txBody>
      </p:sp>
      <p:sp>
        <p:nvSpPr>
          <p:cNvPr id="34" name="Shape 32"/>
          <p:cNvSpPr/>
          <p:nvPr/>
        </p:nvSpPr>
        <p:spPr>
          <a:xfrm flipH="1">
            <a:off x="5212080" y="3154680"/>
            <a:ext cx="3474720" cy="548640"/>
          </a:xfrm>
          <a:prstGeom prst="line">
            <a:avLst/>
          </a:prstGeom>
          <a:noFill/>
          <a:ln w="12700">
            <a:solidFill>
              <a:srgbClr val="6B7680"/>
            </a:solidFill>
            <a:prstDash val="solid"/>
          </a:ln>
        </p:spPr>
        <p:txBody>
          <a:bodyPr/>
          <a:lstStyle/>
          <a:p>
            <a:endParaRPr lang="nl-NL"/>
          </a:p>
        </p:txBody>
      </p:sp>
      <p:sp>
        <p:nvSpPr>
          <p:cNvPr id="35" name="Shape 33"/>
          <p:cNvSpPr/>
          <p:nvPr/>
        </p:nvSpPr>
        <p:spPr>
          <a:xfrm>
            <a:off x="8686800" y="3886200"/>
            <a:ext cx="1828800" cy="685800"/>
          </a:xfrm>
          <a:prstGeom prst="roundRect">
            <a:avLst>
              <a:gd name="adj" fmla="val 8000"/>
            </a:avLst>
          </a:prstGeom>
          <a:solidFill>
            <a:srgbClr val="F1E9F5"/>
          </a:solidFill>
          <a:ln w="15875">
            <a:solidFill>
              <a:srgbClr val="B79BCB"/>
            </a:solidFill>
            <a:prstDash val="solid"/>
          </a:ln>
        </p:spPr>
        <p:txBody>
          <a:bodyPr/>
          <a:lstStyle/>
          <a:p>
            <a:endParaRPr lang="nl-NL"/>
          </a:p>
        </p:txBody>
      </p:sp>
      <p:sp>
        <p:nvSpPr>
          <p:cNvPr id="36" name="Text 34"/>
          <p:cNvSpPr/>
          <p:nvPr/>
        </p:nvSpPr>
        <p:spPr>
          <a:xfrm>
            <a:off x="8686800" y="3886200"/>
            <a:ext cx="1828800" cy="685800"/>
          </a:xfrm>
          <a:prstGeom prst="rect">
            <a:avLst/>
          </a:prstGeom>
          <a:noFill/>
          <a:ln/>
        </p:spPr>
        <p:txBody>
          <a:bodyPr wrap="square" rtlCol="0" anchor="ctr"/>
          <a:lstStyle/>
          <a:p>
            <a:pPr marL="0" indent="0" algn="ctr">
              <a:buNone/>
            </a:pPr>
            <a:r>
              <a:rPr lang="en-US" sz="950" dirty="0">
                <a:solidFill>
                  <a:srgbClr val="003362"/>
                </a:solidFill>
                <a:latin typeface="Arial" pitchFamily="34" charset="0"/>
                <a:ea typeface="Arial" pitchFamily="34" charset="-122"/>
                <a:cs typeface="Arial" pitchFamily="34" charset="-120"/>
              </a:rPr>
              <a:t>Identity Provider</a:t>
            </a:r>
            <a:endParaRPr lang="en-US" sz="950" dirty="0"/>
          </a:p>
        </p:txBody>
      </p:sp>
      <p:sp>
        <p:nvSpPr>
          <p:cNvPr id="37" name="Shape 35"/>
          <p:cNvSpPr/>
          <p:nvPr/>
        </p:nvSpPr>
        <p:spPr>
          <a:xfrm>
            <a:off x="5212080" y="4069080"/>
            <a:ext cx="3474720" cy="137160"/>
          </a:xfrm>
          <a:prstGeom prst="line">
            <a:avLst/>
          </a:prstGeom>
          <a:noFill/>
          <a:ln w="12700">
            <a:solidFill>
              <a:srgbClr val="6B7680"/>
            </a:solidFill>
            <a:prstDash val="solid"/>
          </a:ln>
        </p:spPr>
        <p:txBody>
          <a:bodyPr/>
          <a:lstStyle/>
          <a:p>
            <a:endParaRPr lang="nl-NL"/>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274320"/>
            <a:ext cx="960120" cy="960120"/>
          </a:xfrm>
          <a:prstGeom prst="diamond">
            <a:avLst/>
          </a:prstGeom>
          <a:ln w="63500">
            <a:solidFill>
              <a:srgbClr val="89CDF2"/>
            </a:solidFill>
            <a:prstDash val="solid"/>
          </a:ln>
        </p:spPr>
        <p:txBody>
          <a:bodyPr/>
          <a:lstStyle/>
          <a:p>
            <a:endParaRPr lang="nl-NL"/>
          </a:p>
        </p:txBody>
      </p:sp>
      <p:sp>
        <p:nvSpPr>
          <p:cNvPr id="3" name="Text 1"/>
          <p:cNvSpPr/>
          <p:nvPr/>
        </p:nvSpPr>
        <p:spPr>
          <a:xfrm>
            <a:off x="502920" y="292608"/>
            <a:ext cx="9144000" cy="292608"/>
          </a:xfrm>
          <a:prstGeom prst="rect">
            <a:avLst/>
          </a:prstGeom>
          <a:noFill/>
          <a:ln/>
        </p:spPr>
        <p:txBody>
          <a:bodyPr wrap="square" rtlCol="0" anchor="ctr"/>
          <a:lstStyle/>
          <a:p>
            <a:pPr marL="0" indent="0">
              <a:buNone/>
            </a:pPr>
            <a:r>
              <a:rPr lang="en-US" sz="1100" b="1" kern="0" spc="150" dirty="0">
                <a:solidFill>
                  <a:srgbClr val="E76734"/>
                </a:solidFill>
                <a:latin typeface="Arial" pitchFamily="34" charset="0"/>
                <a:ea typeface="Arial" pitchFamily="34" charset="-122"/>
                <a:cs typeface="Arial" pitchFamily="34" charset="-120"/>
              </a:rPr>
              <a:t>APPLICATIE ARCHITECTUUR &amp; DEPLOYMENT</a:t>
            </a:r>
            <a:endParaRPr lang="en-US" sz="1100" dirty="0"/>
          </a:p>
        </p:txBody>
      </p:sp>
      <p:sp>
        <p:nvSpPr>
          <p:cNvPr id="4" name="Text 2"/>
          <p:cNvSpPr/>
          <p:nvPr/>
        </p:nvSpPr>
        <p:spPr>
          <a:xfrm>
            <a:off x="502920" y="566928"/>
            <a:ext cx="10515600" cy="640080"/>
          </a:xfrm>
          <a:prstGeom prst="rect">
            <a:avLst/>
          </a:prstGeom>
          <a:noFill/>
          <a:ln/>
        </p:spPr>
        <p:txBody>
          <a:bodyPr wrap="square" rtlCol="0" anchor="ctr"/>
          <a:lstStyle/>
          <a:p>
            <a:pPr marL="0" indent="0">
              <a:buNone/>
            </a:pPr>
            <a:r>
              <a:rPr lang="en-US" sz="2600" b="1" dirty="0">
                <a:solidFill>
                  <a:srgbClr val="003362"/>
                </a:solidFill>
                <a:latin typeface="Helvetica" pitchFamily="34" charset="0"/>
                <a:ea typeface="Helvetica" pitchFamily="34" charset="-122"/>
                <a:cs typeface="Helvetica" pitchFamily="34" charset="-120"/>
              </a:rPr>
              <a:t>Deployment diagram</a:t>
            </a:r>
            <a:endParaRPr lang="en-US" sz="2600" dirty="0"/>
          </a:p>
        </p:txBody>
      </p:sp>
      <p:sp>
        <p:nvSpPr>
          <p:cNvPr id="5" name="Shape 3"/>
          <p:cNvSpPr/>
          <p:nvPr/>
        </p:nvSpPr>
        <p:spPr>
          <a:xfrm>
            <a:off x="0" y="6748272"/>
            <a:ext cx="12188952" cy="109728"/>
          </a:xfrm>
          <a:prstGeom prst="rect">
            <a:avLst/>
          </a:prstGeom>
          <a:solidFill>
            <a:srgbClr val="003362"/>
          </a:solidFill>
          <a:ln/>
        </p:spPr>
        <p:txBody>
          <a:bodyPr/>
          <a:lstStyle/>
          <a:p>
            <a:endParaRPr lang="nl-NL"/>
          </a:p>
        </p:txBody>
      </p:sp>
      <p:sp>
        <p:nvSpPr>
          <p:cNvPr id="6" name="Text 4"/>
          <p:cNvSpPr/>
          <p:nvPr/>
        </p:nvSpPr>
        <p:spPr>
          <a:xfrm>
            <a:off x="457200" y="6355080"/>
            <a:ext cx="5486400" cy="320040"/>
          </a:xfrm>
          <a:prstGeom prst="rect">
            <a:avLst/>
          </a:prstGeom>
          <a:noFill/>
          <a:ln/>
        </p:spPr>
        <p:txBody>
          <a:bodyPr wrap="square" rtlCol="0" anchor="ctr"/>
          <a:lstStyle/>
          <a:p>
            <a:pPr marL="0" indent="0">
              <a:buNone/>
            </a:pPr>
            <a:r>
              <a:rPr lang="en-US" sz="950" i="1" dirty="0">
                <a:solidFill>
                  <a:srgbClr val="6B7680"/>
                </a:solidFill>
                <a:latin typeface="Arial" pitchFamily="34" charset="0"/>
                <a:ea typeface="Arial" pitchFamily="34" charset="-122"/>
                <a:cs typeface="Arial" pitchFamily="34" charset="-120"/>
              </a:rPr>
              <a:t>Architectuur &amp; deployment</a:t>
            </a:r>
            <a:endParaRPr lang="en-US" sz="950" dirty="0"/>
          </a:p>
        </p:txBody>
      </p:sp>
      <p:sp>
        <p:nvSpPr>
          <p:cNvPr id="7" name="Shape 5"/>
          <p:cNvSpPr/>
          <p:nvPr/>
        </p:nvSpPr>
        <p:spPr>
          <a:xfrm>
            <a:off x="9921240" y="292608"/>
            <a:ext cx="1325880" cy="329184"/>
          </a:xfrm>
          <a:prstGeom prst="roundRect">
            <a:avLst>
              <a:gd name="adj" fmla="val 50000"/>
            </a:avLst>
          </a:prstGeom>
          <a:solidFill>
            <a:srgbClr val="E76734"/>
          </a:solidFill>
          <a:ln/>
        </p:spPr>
        <p:txBody>
          <a:bodyPr/>
          <a:lstStyle/>
          <a:p>
            <a:endParaRPr lang="nl-NL"/>
          </a:p>
        </p:txBody>
      </p:sp>
      <p:sp>
        <p:nvSpPr>
          <p:cNvPr id="8" name="Text 6"/>
          <p:cNvSpPr/>
          <p:nvPr/>
        </p:nvSpPr>
        <p:spPr>
          <a:xfrm>
            <a:off x="9921240" y="292608"/>
            <a:ext cx="1325880" cy="329184"/>
          </a:xfrm>
          <a:prstGeom prst="rect">
            <a:avLst/>
          </a:prstGeom>
          <a:noFill/>
          <a:ln/>
        </p:spPr>
        <p:txBody>
          <a:bodyPr wrap="square" rtlCol="0" anchor="ctr"/>
          <a:lstStyle/>
          <a:p>
            <a:pPr marL="0" indent="0" algn="ctr">
              <a:buNone/>
            </a:pPr>
            <a:r>
              <a:rPr lang="en-US" sz="1000" b="1" kern="0" spc="50" dirty="0">
                <a:solidFill>
                  <a:srgbClr val="FFFFFF"/>
                </a:solidFill>
                <a:latin typeface="Arial" pitchFamily="34" charset="0"/>
                <a:ea typeface="Arial" pitchFamily="34" charset="-122"/>
                <a:cs typeface="Arial" pitchFamily="34" charset="-120"/>
              </a:rPr>
              <a:t>VOORBEELD</a:t>
            </a:r>
            <a:endParaRPr lang="en-US" sz="1000" dirty="0"/>
          </a:p>
        </p:txBody>
      </p:sp>
      <p:sp>
        <p:nvSpPr>
          <p:cNvPr id="9" name="Shape 7"/>
          <p:cNvSpPr/>
          <p:nvPr/>
        </p:nvSpPr>
        <p:spPr>
          <a:xfrm>
            <a:off x="5074920" y="1371600"/>
            <a:ext cx="2011680" cy="548640"/>
          </a:xfrm>
          <a:prstGeom prst="roundRect">
            <a:avLst>
              <a:gd name="adj" fmla="val 50000"/>
            </a:avLst>
          </a:prstGeom>
          <a:solidFill>
            <a:srgbClr val="F5F8FA"/>
          </a:solidFill>
          <a:ln w="15875">
            <a:solidFill>
              <a:srgbClr val="6B7680"/>
            </a:solidFill>
            <a:prstDash val="solid"/>
          </a:ln>
        </p:spPr>
        <p:txBody>
          <a:bodyPr/>
          <a:lstStyle/>
          <a:p>
            <a:endParaRPr lang="nl-NL"/>
          </a:p>
        </p:txBody>
      </p:sp>
      <p:sp>
        <p:nvSpPr>
          <p:cNvPr id="10" name="Text 8"/>
          <p:cNvSpPr/>
          <p:nvPr/>
        </p:nvSpPr>
        <p:spPr>
          <a:xfrm>
            <a:off x="5074920" y="1371600"/>
            <a:ext cx="2011680" cy="548640"/>
          </a:xfrm>
          <a:prstGeom prst="rect">
            <a:avLst/>
          </a:prstGeom>
          <a:noFill/>
          <a:ln/>
        </p:spPr>
        <p:txBody>
          <a:bodyPr wrap="square" rtlCol="0" anchor="ctr"/>
          <a:lstStyle/>
          <a:p>
            <a:pPr marL="0" indent="0" algn="ctr">
              <a:buNone/>
            </a:pPr>
            <a:r>
              <a:rPr lang="en-US" sz="1050" dirty="0">
                <a:solidFill>
                  <a:srgbClr val="003362"/>
                </a:solidFill>
                <a:latin typeface="Arial" pitchFamily="34" charset="0"/>
                <a:ea typeface="Arial" pitchFamily="34" charset="-122"/>
                <a:cs typeface="Arial" pitchFamily="34" charset="-120"/>
              </a:rPr>
              <a:t>Public internet</a:t>
            </a:r>
            <a:endParaRPr lang="en-US" sz="1050" dirty="0"/>
          </a:p>
        </p:txBody>
      </p:sp>
      <p:sp>
        <p:nvSpPr>
          <p:cNvPr id="11" name="Shape 9"/>
          <p:cNvSpPr/>
          <p:nvPr/>
        </p:nvSpPr>
        <p:spPr>
          <a:xfrm>
            <a:off x="2560320" y="2240280"/>
            <a:ext cx="7040880" cy="4023360"/>
          </a:xfrm>
          <a:prstGeom prst="rect">
            <a:avLst/>
          </a:prstGeom>
          <a:solidFill>
            <a:srgbClr val="F5F8FA"/>
          </a:solidFill>
          <a:ln w="12700">
            <a:solidFill>
              <a:srgbClr val="C7D2D6"/>
            </a:solidFill>
            <a:prstDash val="solid"/>
          </a:ln>
        </p:spPr>
        <p:txBody>
          <a:bodyPr/>
          <a:lstStyle/>
          <a:p>
            <a:endParaRPr lang="nl-NL"/>
          </a:p>
        </p:txBody>
      </p:sp>
      <p:sp>
        <p:nvSpPr>
          <p:cNvPr id="12" name="Text 10"/>
          <p:cNvSpPr/>
          <p:nvPr/>
        </p:nvSpPr>
        <p:spPr>
          <a:xfrm>
            <a:off x="2697480" y="2313432"/>
            <a:ext cx="2743200" cy="274320"/>
          </a:xfrm>
          <a:prstGeom prst="rect">
            <a:avLst/>
          </a:prstGeom>
          <a:noFill/>
          <a:ln/>
        </p:spPr>
        <p:txBody>
          <a:bodyPr wrap="square" rtlCol="0" anchor="ctr"/>
          <a:lstStyle/>
          <a:p>
            <a:pPr marL="0" indent="0">
              <a:buNone/>
            </a:pPr>
            <a:r>
              <a:rPr lang="en-US" sz="1050" dirty="0">
                <a:solidFill>
                  <a:srgbClr val="6B7680"/>
                </a:solidFill>
                <a:latin typeface="Arial" pitchFamily="34" charset="0"/>
                <a:ea typeface="Arial" pitchFamily="34" charset="-122"/>
                <a:cs typeface="Arial" pitchFamily="34" charset="-120"/>
              </a:rPr>
              <a:t>Network Unit</a:t>
            </a:r>
            <a:endParaRPr lang="en-US" sz="1050" dirty="0"/>
          </a:p>
        </p:txBody>
      </p:sp>
      <p:sp>
        <p:nvSpPr>
          <p:cNvPr id="13" name="Shape 11"/>
          <p:cNvSpPr/>
          <p:nvPr/>
        </p:nvSpPr>
        <p:spPr>
          <a:xfrm>
            <a:off x="6080760" y="1920240"/>
            <a:ext cx="0" cy="822960"/>
          </a:xfrm>
          <a:prstGeom prst="line">
            <a:avLst/>
          </a:prstGeom>
          <a:noFill/>
          <a:ln w="15875">
            <a:solidFill>
              <a:srgbClr val="003362"/>
            </a:solidFill>
            <a:prstDash val="solid"/>
          </a:ln>
        </p:spPr>
        <p:txBody>
          <a:bodyPr/>
          <a:lstStyle/>
          <a:p>
            <a:endParaRPr lang="nl-NL"/>
          </a:p>
        </p:txBody>
      </p:sp>
      <p:sp>
        <p:nvSpPr>
          <p:cNvPr id="14" name="Text 12"/>
          <p:cNvSpPr/>
          <p:nvPr/>
        </p:nvSpPr>
        <p:spPr>
          <a:xfrm>
            <a:off x="6172200" y="1965960"/>
            <a:ext cx="731520" cy="228600"/>
          </a:xfrm>
          <a:prstGeom prst="rect">
            <a:avLst/>
          </a:prstGeom>
          <a:noFill/>
          <a:ln/>
        </p:spPr>
        <p:txBody>
          <a:bodyPr wrap="square" rtlCol="0" anchor="ctr"/>
          <a:lstStyle/>
          <a:p>
            <a:pPr marL="0" indent="0">
              <a:buNone/>
            </a:pPr>
            <a:r>
              <a:rPr lang="en-US" sz="850" dirty="0">
                <a:solidFill>
                  <a:srgbClr val="6B7680"/>
                </a:solidFill>
                <a:latin typeface="Arial" pitchFamily="34" charset="0"/>
                <a:ea typeface="Arial" pitchFamily="34" charset="-122"/>
                <a:cs typeface="Arial" pitchFamily="34" charset="-120"/>
              </a:rPr>
              <a:t>:port</a:t>
            </a:r>
            <a:endParaRPr lang="en-US" sz="850" dirty="0"/>
          </a:p>
        </p:txBody>
      </p:sp>
      <p:sp>
        <p:nvSpPr>
          <p:cNvPr id="15" name="Shape 13"/>
          <p:cNvSpPr/>
          <p:nvPr/>
        </p:nvSpPr>
        <p:spPr>
          <a:xfrm>
            <a:off x="2743200" y="2560320"/>
            <a:ext cx="6675120" cy="1005840"/>
          </a:xfrm>
          <a:prstGeom prst="rect">
            <a:avLst/>
          </a:prstGeom>
          <a:solidFill>
            <a:srgbClr val="FBEAEA"/>
          </a:solidFill>
          <a:ln w="12700">
            <a:solidFill>
              <a:srgbClr val="D98A8A"/>
            </a:solidFill>
            <a:prstDash val="solid"/>
          </a:ln>
        </p:spPr>
        <p:txBody>
          <a:bodyPr/>
          <a:lstStyle/>
          <a:p>
            <a:endParaRPr lang="nl-NL"/>
          </a:p>
        </p:txBody>
      </p:sp>
      <p:sp>
        <p:nvSpPr>
          <p:cNvPr id="16" name="Text 14"/>
          <p:cNvSpPr/>
          <p:nvPr/>
        </p:nvSpPr>
        <p:spPr>
          <a:xfrm>
            <a:off x="2880360" y="2633472"/>
            <a:ext cx="1828800" cy="228600"/>
          </a:xfrm>
          <a:prstGeom prst="rect">
            <a:avLst/>
          </a:prstGeom>
          <a:noFill/>
          <a:ln/>
        </p:spPr>
        <p:txBody>
          <a:bodyPr wrap="square" rtlCol="0" anchor="ctr"/>
          <a:lstStyle/>
          <a:p>
            <a:pPr marL="0" indent="0">
              <a:buNone/>
            </a:pPr>
            <a:r>
              <a:rPr lang="en-US" sz="1000" dirty="0">
                <a:solidFill>
                  <a:srgbClr val="8A3A3A"/>
                </a:solidFill>
                <a:latin typeface="Arial" pitchFamily="34" charset="0"/>
                <a:ea typeface="Arial" pitchFamily="34" charset="-122"/>
                <a:cs typeface="Arial" pitchFamily="34" charset="-120"/>
              </a:rPr>
              <a:t>DMZ</a:t>
            </a:r>
            <a:endParaRPr lang="en-US" sz="1000" dirty="0"/>
          </a:p>
        </p:txBody>
      </p:sp>
      <p:sp>
        <p:nvSpPr>
          <p:cNvPr id="17" name="Shape 15"/>
          <p:cNvSpPr/>
          <p:nvPr/>
        </p:nvSpPr>
        <p:spPr>
          <a:xfrm>
            <a:off x="5074920" y="2770632"/>
            <a:ext cx="2011680" cy="585216"/>
          </a:xfrm>
          <a:prstGeom prst="roundRect">
            <a:avLst>
              <a:gd name="adj" fmla="val 7813"/>
            </a:avLst>
          </a:prstGeom>
          <a:solidFill>
            <a:srgbClr val="FCEEDB"/>
          </a:solidFill>
          <a:ln w="15875">
            <a:solidFill>
              <a:srgbClr val="D9A441"/>
            </a:solidFill>
            <a:prstDash val="solid"/>
          </a:ln>
        </p:spPr>
        <p:txBody>
          <a:bodyPr/>
          <a:lstStyle/>
          <a:p>
            <a:endParaRPr lang="nl-NL"/>
          </a:p>
        </p:txBody>
      </p:sp>
      <p:sp>
        <p:nvSpPr>
          <p:cNvPr id="18" name="Text 16"/>
          <p:cNvSpPr/>
          <p:nvPr/>
        </p:nvSpPr>
        <p:spPr>
          <a:xfrm>
            <a:off x="5074920" y="2770632"/>
            <a:ext cx="2011680" cy="585216"/>
          </a:xfrm>
          <a:prstGeom prst="rect">
            <a:avLst/>
          </a:prstGeom>
          <a:noFill/>
          <a:ln/>
        </p:spPr>
        <p:txBody>
          <a:bodyPr wrap="square" rtlCol="0" anchor="ctr"/>
          <a:lstStyle/>
          <a:p>
            <a:pPr marL="0" indent="0" algn="ctr">
              <a:buNone/>
            </a:pPr>
            <a:r>
              <a:rPr lang="en-US" sz="1000" dirty="0">
                <a:solidFill>
                  <a:srgbClr val="003362"/>
                </a:solidFill>
                <a:latin typeface="Arial" pitchFamily="34" charset="0"/>
                <a:ea typeface="Arial" pitchFamily="34" charset="-122"/>
                <a:cs typeface="Arial" pitchFamily="34" charset="-120"/>
              </a:rPr>
              <a:t>proxy hardware</a:t>
            </a:r>
            <a:endParaRPr lang="en-US" sz="1000" dirty="0"/>
          </a:p>
        </p:txBody>
      </p:sp>
      <p:sp>
        <p:nvSpPr>
          <p:cNvPr id="19" name="Shape 17"/>
          <p:cNvSpPr/>
          <p:nvPr/>
        </p:nvSpPr>
        <p:spPr>
          <a:xfrm>
            <a:off x="2743200" y="3794760"/>
            <a:ext cx="6675120" cy="2286000"/>
          </a:xfrm>
          <a:prstGeom prst="rect">
            <a:avLst/>
          </a:prstGeom>
          <a:solidFill>
            <a:srgbClr val="EAF3EA"/>
          </a:solidFill>
          <a:ln w="12700">
            <a:solidFill>
              <a:srgbClr val="8FBF8F"/>
            </a:solidFill>
            <a:prstDash val="solid"/>
          </a:ln>
        </p:spPr>
        <p:txBody>
          <a:bodyPr/>
          <a:lstStyle/>
          <a:p>
            <a:endParaRPr lang="nl-NL"/>
          </a:p>
        </p:txBody>
      </p:sp>
      <p:sp>
        <p:nvSpPr>
          <p:cNvPr id="20" name="Text 18"/>
          <p:cNvSpPr/>
          <p:nvPr/>
        </p:nvSpPr>
        <p:spPr>
          <a:xfrm>
            <a:off x="2880360" y="3867912"/>
            <a:ext cx="1828800" cy="228600"/>
          </a:xfrm>
          <a:prstGeom prst="rect">
            <a:avLst/>
          </a:prstGeom>
          <a:noFill/>
          <a:ln/>
        </p:spPr>
        <p:txBody>
          <a:bodyPr wrap="square" rtlCol="0" anchor="ctr"/>
          <a:lstStyle/>
          <a:p>
            <a:pPr marL="0" indent="0">
              <a:buNone/>
            </a:pPr>
            <a:r>
              <a:rPr lang="en-US" sz="1000" dirty="0">
                <a:solidFill>
                  <a:srgbClr val="3A6B3A"/>
                </a:solidFill>
                <a:latin typeface="Arial" pitchFamily="34" charset="0"/>
                <a:ea typeface="Arial" pitchFamily="34" charset="-122"/>
                <a:cs typeface="Arial" pitchFamily="34" charset="-120"/>
              </a:rPr>
              <a:t>Internal</a:t>
            </a:r>
            <a:endParaRPr lang="en-US" sz="1000" dirty="0"/>
          </a:p>
        </p:txBody>
      </p:sp>
      <p:sp>
        <p:nvSpPr>
          <p:cNvPr id="21" name="Shape 19"/>
          <p:cNvSpPr/>
          <p:nvPr/>
        </p:nvSpPr>
        <p:spPr>
          <a:xfrm>
            <a:off x="6080760" y="3566160"/>
            <a:ext cx="0" cy="731520"/>
          </a:xfrm>
          <a:prstGeom prst="line">
            <a:avLst/>
          </a:prstGeom>
          <a:noFill/>
          <a:ln w="15875">
            <a:solidFill>
              <a:srgbClr val="003362"/>
            </a:solidFill>
            <a:prstDash val="solid"/>
          </a:ln>
        </p:spPr>
        <p:txBody>
          <a:bodyPr/>
          <a:lstStyle/>
          <a:p>
            <a:endParaRPr lang="nl-NL"/>
          </a:p>
        </p:txBody>
      </p:sp>
      <p:sp>
        <p:nvSpPr>
          <p:cNvPr id="22" name="Text 20"/>
          <p:cNvSpPr/>
          <p:nvPr/>
        </p:nvSpPr>
        <p:spPr>
          <a:xfrm>
            <a:off x="6172200" y="3611880"/>
            <a:ext cx="731520" cy="228600"/>
          </a:xfrm>
          <a:prstGeom prst="rect">
            <a:avLst/>
          </a:prstGeom>
          <a:noFill/>
          <a:ln/>
        </p:spPr>
        <p:txBody>
          <a:bodyPr wrap="square" rtlCol="0" anchor="ctr"/>
          <a:lstStyle/>
          <a:p>
            <a:pPr marL="0" indent="0">
              <a:buNone/>
            </a:pPr>
            <a:r>
              <a:rPr lang="en-US" sz="850" dirty="0">
                <a:solidFill>
                  <a:srgbClr val="6B7680"/>
                </a:solidFill>
                <a:latin typeface="Arial" pitchFamily="34" charset="0"/>
                <a:ea typeface="Arial" pitchFamily="34" charset="-122"/>
                <a:cs typeface="Arial" pitchFamily="34" charset="-120"/>
              </a:rPr>
              <a:t>:port</a:t>
            </a:r>
            <a:endParaRPr lang="en-US" sz="850" dirty="0"/>
          </a:p>
        </p:txBody>
      </p:sp>
      <p:sp>
        <p:nvSpPr>
          <p:cNvPr id="23" name="Shape 21"/>
          <p:cNvSpPr/>
          <p:nvPr/>
        </p:nvSpPr>
        <p:spPr>
          <a:xfrm>
            <a:off x="5074920" y="4251960"/>
            <a:ext cx="2011680" cy="585216"/>
          </a:xfrm>
          <a:prstGeom prst="roundRect">
            <a:avLst>
              <a:gd name="adj" fmla="val 7813"/>
            </a:avLst>
          </a:prstGeom>
          <a:solidFill>
            <a:srgbClr val="E9F1FA"/>
          </a:solidFill>
          <a:ln w="15875">
            <a:solidFill>
              <a:srgbClr val="7FAAD1"/>
            </a:solidFill>
            <a:prstDash val="solid"/>
          </a:ln>
        </p:spPr>
        <p:txBody>
          <a:bodyPr/>
          <a:lstStyle/>
          <a:p>
            <a:endParaRPr lang="nl-NL"/>
          </a:p>
        </p:txBody>
      </p:sp>
      <p:sp>
        <p:nvSpPr>
          <p:cNvPr id="24" name="Text 22"/>
          <p:cNvSpPr/>
          <p:nvPr/>
        </p:nvSpPr>
        <p:spPr>
          <a:xfrm>
            <a:off x="5074920" y="4251960"/>
            <a:ext cx="2011680" cy="585216"/>
          </a:xfrm>
          <a:prstGeom prst="rect">
            <a:avLst/>
          </a:prstGeom>
          <a:noFill/>
          <a:ln/>
        </p:spPr>
        <p:txBody>
          <a:bodyPr wrap="square" rtlCol="0" anchor="ctr"/>
          <a:lstStyle/>
          <a:p>
            <a:pPr marL="0" indent="0" algn="ctr">
              <a:buNone/>
            </a:pPr>
            <a:r>
              <a:rPr lang="en-US" sz="950" dirty="0">
                <a:solidFill>
                  <a:srgbClr val="003362"/>
                </a:solidFill>
                <a:latin typeface="Arial" pitchFamily="34" charset="0"/>
                <a:ea typeface="Arial" pitchFamily="34" charset="-122"/>
                <a:cs typeface="Arial" pitchFamily="34" charset="-120"/>
              </a:rPr>
              <a:t>Compute Hardware</a:t>
            </a:r>
            <a:endParaRPr lang="en-US" sz="950" dirty="0"/>
          </a:p>
        </p:txBody>
      </p:sp>
      <p:sp>
        <p:nvSpPr>
          <p:cNvPr id="25" name="Shape 23"/>
          <p:cNvSpPr/>
          <p:nvPr/>
        </p:nvSpPr>
        <p:spPr>
          <a:xfrm>
            <a:off x="6080760" y="4837176"/>
            <a:ext cx="0" cy="283464"/>
          </a:xfrm>
          <a:prstGeom prst="line">
            <a:avLst/>
          </a:prstGeom>
          <a:noFill/>
          <a:ln w="15875">
            <a:solidFill>
              <a:srgbClr val="003362"/>
            </a:solidFill>
            <a:prstDash val="solid"/>
          </a:ln>
        </p:spPr>
        <p:txBody>
          <a:bodyPr/>
          <a:lstStyle/>
          <a:p>
            <a:endParaRPr lang="nl-NL"/>
          </a:p>
        </p:txBody>
      </p:sp>
      <p:sp>
        <p:nvSpPr>
          <p:cNvPr id="26" name="Text 24"/>
          <p:cNvSpPr/>
          <p:nvPr/>
        </p:nvSpPr>
        <p:spPr>
          <a:xfrm>
            <a:off x="6172200" y="4855464"/>
            <a:ext cx="731520" cy="228600"/>
          </a:xfrm>
          <a:prstGeom prst="rect">
            <a:avLst/>
          </a:prstGeom>
          <a:noFill/>
          <a:ln/>
        </p:spPr>
        <p:txBody>
          <a:bodyPr wrap="square" rtlCol="0" anchor="ctr"/>
          <a:lstStyle/>
          <a:p>
            <a:pPr marL="0" indent="0">
              <a:buNone/>
            </a:pPr>
            <a:r>
              <a:rPr lang="en-US" sz="850" dirty="0">
                <a:solidFill>
                  <a:srgbClr val="6B7680"/>
                </a:solidFill>
                <a:latin typeface="Arial" pitchFamily="34" charset="0"/>
                <a:ea typeface="Arial" pitchFamily="34" charset="-122"/>
                <a:cs typeface="Arial" pitchFamily="34" charset="-120"/>
              </a:rPr>
              <a:t>:port</a:t>
            </a:r>
            <a:endParaRPr lang="en-US" sz="850" dirty="0"/>
          </a:p>
        </p:txBody>
      </p:sp>
      <p:sp>
        <p:nvSpPr>
          <p:cNvPr id="27" name="Shape 25"/>
          <p:cNvSpPr/>
          <p:nvPr/>
        </p:nvSpPr>
        <p:spPr>
          <a:xfrm>
            <a:off x="5166360" y="5120640"/>
            <a:ext cx="1828800" cy="219456"/>
          </a:xfrm>
          <a:prstGeom prst="ellipse">
            <a:avLst/>
          </a:prstGeom>
          <a:solidFill>
            <a:srgbClr val="F1E9F5"/>
          </a:solidFill>
          <a:ln w="12700">
            <a:solidFill>
              <a:srgbClr val="B79BCB"/>
            </a:solidFill>
            <a:prstDash val="solid"/>
          </a:ln>
        </p:spPr>
        <p:txBody>
          <a:bodyPr/>
          <a:lstStyle/>
          <a:p>
            <a:endParaRPr lang="nl-NL"/>
          </a:p>
        </p:txBody>
      </p:sp>
      <p:sp>
        <p:nvSpPr>
          <p:cNvPr id="28" name="Shape 26"/>
          <p:cNvSpPr/>
          <p:nvPr/>
        </p:nvSpPr>
        <p:spPr>
          <a:xfrm>
            <a:off x="5166360" y="5212080"/>
            <a:ext cx="1828800" cy="219456"/>
          </a:xfrm>
          <a:prstGeom prst="ellipse">
            <a:avLst/>
          </a:prstGeom>
          <a:solidFill>
            <a:srgbClr val="F1E9F5"/>
          </a:solidFill>
          <a:ln w="12700">
            <a:solidFill>
              <a:srgbClr val="B79BCB"/>
            </a:solidFill>
            <a:prstDash val="solid"/>
          </a:ln>
        </p:spPr>
        <p:txBody>
          <a:bodyPr/>
          <a:lstStyle/>
          <a:p>
            <a:endParaRPr lang="nl-NL"/>
          </a:p>
        </p:txBody>
      </p:sp>
      <p:sp>
        <p:nvSpPr>
          <p:cNvPr id="29" name="Shape 27"/>
          <p:cNvSpPr/>
          <p:nvPr/>
        </p:nvSpPr>
        <p:spPr>
          <a:xfrm>
            <a:off x="5166360" y="5212080"/>
            <a:ext cx="1828800" cy="548640"/>
          </a:xfrm>
          <a:prstGeom prst="rect">
            <a:avLst/>
          </a:prstGeom>
          <a:solidFill>
            <a:srgbClr val="F1E9F5"/>
          </a:solidFill>
          <a:ln/>
        </p:spPr>
        <p:txBody>
          <a:bodyPr/>
          <a:lstStyle/>
          <a:p>
            <a:endParaRPr lang="nl-NL"/>
          </a:p>
        </p:txBody>
      </p:sp>
      <p:sp>
        <p:nvSpPr>
          <p:cNvPr id="30" name="Shape 28"/>
          <p:cNvSpPr/>
          <p:nvPr/>
        </p:nvSpPr>
        <p:spPr>
          <a:xfrm>
            <a:off x="5166360" y="5212080"/>
            <a:ext cx="0" cy="548640"/>
          </a:xfrm>
          <a:prstGeom prst="line">
            <a:avLst/>
          </a:prstGeom>
          <a:noFill/>
          <a:ln w="12700">
            <a:solidFill>
              <a:srgbClr val="B79BCB"/>
            </a:solidFill>
            <a:prstDash val="solid"/>
          </a:ln>
        </p:spPr>
        <p:txBody>
          <a:bodyPr/>
          <a:lstStyle/>
          <a:p>
            <a:endParaRPr lang="nl-NL"/>
          </a:p>
        </p:txBody>
      </p:sp>
      <p:sp>
        <p:nvSpPr>
          <p:cNvPr id="31" name="Shape 29"/>
          <p:cNvSpPr/>
          <p:nvPr/>
        </p:nvSpPr>
        <p:spPr>
          <a:xfrm>
            <a:off x="6995160" y="5212080"/>
            <a:ext cx="0" cy="548640"/>
          </a:xfrm>
          <a:prstGeom prst="line">
            <a:avLst/>
          </a:prstGeom>
          <a:noFill/>
          <a:ln w="12700">
            <a:solidFill>
              <a:srgbClr val="B79BCB"/>
            </a:solidFill>
            <a:prstDash val="solid"/>
          </a:ln>
        </p:spPr>
        <p:txBody>
          <a:bodyPr/>
          <a:lstStyle/>
          <a:p>
            <a:endParaRPr lang="nl-NL"/>
          </a:p>
        </p:txBody>
      </p:sp>
      <p:sp>
        <p:nvSpPr>
          <p:cNvPr id="32" name="Text 30"/>
          <p:cNvSpPr/>
          <p:nvPr/>
        </p:nvSpPr>
        <p:spPr>
          <a:xfrm>
            <a:off x="5166360" y="5340096"/>
            <a:ext cx="1828800" cy="320040"/>
          </a:xfrm>
          <a:prstGeom prst="rect">
            <a:avLst/>
          </a:prstGeom>
          <a:noFill/>
          <a:ln/>
        </p:spPr>
        <p:txBody>
          <a:bodyPr wrap="square" rtlCol="0" anchor="ctr"/>
          <a:lstStyle/>
          <a:p>
            <a:pPr marL="0" indent="0" algn="ctr">
              <a:buNone/>
            </a:pPr>
            <a:r>
              <a:rPr lang="en-US" sz="950" dirty="0">
                <a:solidFill>
                  <a:srgbClr val="003362"/>
                </a:solidFill>
                <a:latin typeface="Arial" pitchFamily="34" charset="0"/>
                <a:ea typeface="Arial" pitchFamily="34" charset="-122"/>
                <a:cs typeface="Arial" pitchFamily="34" charset="-120"/>
              </a:rPr>
              <a:t>Storage hardware</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274320"/>
            <a:ext cx="960120" cy="960120"/>
          </a:xfrm>
          <a:prstGeom prst="diamond">
            <a:avLst/>
          </a:prstGeom>
          <a:ln w="63500">
            <a:solidFill>
              <a:srgbClr val="89CDF2"/>
            </a:solidFill>
            <a:prstDash val="solid"/>
          </a:ln>
        </p:spPr>
        <p:txBody>
          <a:bodyPr/>
          <a:lstStyle/>
          <a:p>
            <a:endParaRPr lang="nl-NL"/>
          </a:p>
        </p:txBody>
      </p:sp>
      <p:sp>
        <p:nvSpPr>
          <p:cNvPr id="3" name="Text 1"/>
          <p:cNvSpPr/>
          <p:nvPr/>
        </p:nvSpPr>
        <p:spPr>
          <a:xfrm>
            <a:off x="502920" y="292608"/>
            <a:ext cx="9144000" cy="292608"/>
          </a:xfrm>
          <a:prstGeom prst="rect">
            <a:avLst/>
          </a:prstGeom>
          <a:noFill/>
          <a:ln/>
        </p:spPr>
        <p:txBody>
          <a:bodyPr wrap="square" rtlCol="0" anchor="ctr"/>
          <a:lstStyle/>
          <a:p>
            <a:pPr marL="0" indent="0">
              <a:buNone/>
            </a:pPr>
            <a:r>
              <a:rPr lang="en-US" sz="1100" b="1" kern="0" spc="150" dirty="0">
                <a:solidFill>
                  <a:srgbClr val="E76734"/>
                </a:solidFill>
                <a:latin typeface="Arial" pitchFamily="34" charset="0"/>
                <a:ea typeface="Arial" pitchFamily="34" charset="-122"/>
                <a:cs typeface="Arial" pitchFamily="34" charset="-120"/>
              </a:rPr>
              <a:t>APPLICATIE ARCHITECTUUR &amp; DEPLOYMENT</a:t>
            </a:r>
            <a:endParaRPr lang="en-US" sz="1100" dirty="0"/>
          </a:p>
        </p:txBody>
      </p:sp>
      <p:sp>
        <p:nvSpPr>
          <p:cNvPr id="4" name="Text 2"/>
          <p:cNvSpPr/>
          <p:nvPr/>
        </p:nvSpPr>
        <p:spPr>
          <a:xfrm>
            <a:off x="502920" y="566928"/>
            <a:ext cx="10515600" cy="640080"/>
          </a:xfrm>
          <a:prstGeom prst="rect">
            <a:avLst/>
          </a:prstGeom>
          <a:noFill/>
          <a:ln/>
        </p:spPr>
        <p:txBody>
          <a:bodyPr wrap="square" rtlCol="0" anchor="ctr"/>
          <a:lstStyle/>
          <a:p>
            <a:pPr marL="0" indent="0">
              <a:buNone/>
            </a:pPr>
            <a:r>
              <a:rPr lang="en-US" sz="2600" b="1" dirty="0">
                <a:solidFill>
                  <a:srgbClr val="003362"/>
                </a:solidFill>
                <a:latin typeface="Helvetica" pitchFamily="34" charset="0"/>
                <a:ea typeface="Helvetica" pitchFamily="34" charset="-122"/>
                <a:cs typeface="Helvetica" pitchFamily="34" charset="-120"/>
              </a:rPr>
              <a:t>Applicatie architectuur diagram: toelichting</a:t>
            </a:r>
            <a:endParaRPr lang="en-US" sz="2600" dirty="0"/>
          </a:p>
        </p:txBody>
      </p:sp>
      <p:sp>
        <p:nvSpPr>
          <p:cNvPr id="5" name="Shape 3"/>
          <p:cNvSpPr/>
          <p:nvPr/>
        </p:nvSpPr>
        <p:spPr>
          <a:xfrm>
            <a:off x="0" y="6748272"/>
            <a:ext cx="12188952" cy="109728"/>
          </a:xfrm>
          <a:prstGeom prst="rect">
            <a:avLst/>
          </a:prstGeom>
          <a:solidFill>
            <a:srgbClr val="003362"/>
          </a:solidFill>
          <a:ln/>
        </p:spPr>
        <p:txBody>
          <a:bodyPr/>
          <a:lstStyle/>
          <a:p>
            <a:endParaRPr lang="nl-NL"/>
          </a:p>
        </p:txBody>
      </p:sp>
      <p:sp>
        <p:nvSpPr>
          <p:cNvPr id="6" name="Text 4"/>
          <p:cNvSpPr/>
          <p:nvPr/>
        </p:nvSpPr>
        <p:spPr>
          <a:xfrm>
            <a:off x="457200" y="6355080"/>
            <a:ext cx="5486400" cy="320040"/>
          </a:xfrm>
          <a:prstGeom prst="rect">
            <a:avLst/>
          </a:prstGeom>
          <a:noFill/>
          <a:ln/>
        </p:spPr>
        <p:txBody>
          <a:bodyPr wrap="square" rtlCol="0" anchor="ctr"/>
          <a:lstStyle/>
          <a:p>
            <a:pPr marL="0" indent="0">
              <a:buNone/>
            </a:pPr>
            <a:r>
              <a:rPr lang="en-US" sz="950" i="1" dirty="0">
                <a:solidFill>
                  <a:srgbClr val="6B7680"/>
                </a:solidFill>
                <a:latin typeface="Arial" pitchFamily="34" charset="0"/>
                <a:ea typeface="Arial" pitchFamily="34" charset="-122"/>
                <a:cs typeface="Arial" pitchFamily="34" charset="-120"/>
              </a:rPr>
              <a:t>Architectuur &amp; deployment</a:t>
            </a:r>
            <a:endParaRPr lang="en-US" sz="950" dirty="0"/>
          </a:p>
        </p:txBody>
      </p:sp>
      <p:sp>
        <p:nvSpPr>
          <p:cNvPr id="7" name="Shape 5"/>
          <p:cNvSpPr/>
          <p:nvPr/>
        </p:nvSpPr>
        <p:spPr>
          <a:xfrm>
            <a:off x="502920" y="1463040"/>
            <a:ext cx="11183112" cy="777240"/>
          </a:xfrm>
          <a:prstGeom prst="roundRect">
            <a:avLst>
              <a:gd name="adj" fmla="val 8235"/>
            </a:avLst>
          </a:prstGeom>
          <a:solidFill>
            <a:srgbClr val="F5F8FA"/>
          </a:solidFill>
          <a:ln w="9525">
            <a:solidFill>
              <a:srgbClr val="DCE6EA"/>
            </a:solidFill>
            <a:prstDash val="solid"/>
          </a:ln>
        </p:spPr>
        <p:txBody>
          <a:bodyPr/>
          <a:lstStyle/>
          <a:p>
            <a:endParaRPr lang="nl-NL"/>
          </a:p>
        </p:txBody>
      </p:sp>
      <p:sp>
        <p:nvSpPr>
          <p:cNvPr id="8" name="Shape 6"/>
          <p:cNvSpPr/>
          <p:nvPr/>
        </p:nvSpPr>
        <p:spPr>
          <a:xfrm>
            <a:off x="502920" y="1463040"/>
            <a:ext cx="82296" cy="777240"/>
          </a:xfrm>
          <a:prstGeom prst="rect">
            <a:avLst/>
          </a:prstGeom>
          <a:solidFill>
            <a:srgbClr val="89CDF2"/>
          </a:solidFill>
          <a:ln/>
        </p:spPr>
        <p:txBody>
          <a:bodyPr/>
          <a:lstStyle/>
          <a:p>
            <a:endParaRPr lang="nl-NL"/>
          </a:p>
        </p:txBody>
      </p:sp>
      <p:sp>
        <p:nvSpPr>
          <p:cNvPr id="9" name="Text 7"/>
          <p:cNvSpPr/>
          <p:nvPr/>
        </p:nvSpPr>
        <p:spPr>
          <a:xfrm>
            <a:off x="777240" y="1536192"/>
            <a:ext cx="10698480" cy="640080"/>
          </a:xfrm>
          <a:prstGeom prst="rect">
            <a:avLst/>
          </a:prstGeom>
          <a:noFill/>
          <a:ln/>
        </p:spPr>
        <p:txBody>
          <a:bodyPr wrap="square" rtlCol="0" anchor="ctr"/>
          <a:lstStyle/>
          <a:p>
            <a:pPr marL="0" indent="0">
              <a:lnSpc>
                <a:spcPts val="1500"/>
              </a:lnSpc>
              <a:buNone/>
            </a:pPr>
            <a:r>
              <a:rPr lang="en-US" sz="1250" i="1" dirty="0">
                <a:solidFill>
                  <a:srgbClr val="6B7680"/>
                </a:solidFill>
                <a:latin typeface="Arial" pitchFamily="34" charset="0"/>
                <a:ea typeface="Arial" pitchFamily="34" charset="-122"/>
                <a:cs typeface="Arial" pitchFamily="34" charset="-120"/>
              </a:rPr>
              <a:t>Voeg hier een applicatie architectuurdiagram toe, specifiek voor deze implementatie.</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274320"/>
            <a:ext cx="960120" cy="960120"/>
          </a:xfrm>
          <a:prstGeom prst="diamond">
            <a:avLst/>
          </a:prstGeom>
          <a:ln w="63500">
            <a:solidFill>
              <a:srgbClr val="89CDF2"/>
            </a:solidFill>
            <a:prstDash val="solid"/>
          </a:ln>
        </p:spPr>
        <p:txBody>
          <a:bodyPr/>
          <a:lstStyle/>
          <a:p>
            <a:endParaRPr lang="nl-NL"/>
          </a:p>
        </p:txBody>
      </p:sp>
      <p:sp>
        <p:nvSpPr>
          <p:cNvPr id="3" name="Text 1"/>
          <p:cNvSpPr/>
          <p:nvPr/>
        </p:nvSpPr>
        <p:spPr>
          <a:xfrm>
            <a:off x="502920" y="292608"/>
            <a:ext cx="9144000" cy="292608"/>
          </a:xfrm>
          <a:prstGeom prst="rect">
            <a:avLst/>
          </a:prstGeom>
          <a:noFill/>
          <a:ln/>
        </p:spPr>
        <p:txBody>
          <a:bodyPr wrap="square" rtlCol="0" anchor="ctr"/>
          <a:lstStyle/>
          <a:p>
            <a:pPr marL="0" indent="0">
              <a:buNone/>
            </a:pPr>
            <a:r>
              <a:rPr lang="en-US" sz="1100" b="1" kern="0" spc="150" dirty="0">
                <a:solidFill>
                  <a:srgbClr val="E76734"/>
                </a:solidFill>
                <a:latin typeface="Arial" pitchFamily="34" charset="0"/>
                <a:ea typeface="Arial" pitchFamily="34" charset="-122"/>
                <a:cs typeface="Arial" pitchFamily="34" charset="-120"/>
              </a:rPr>
              <a:t>APPLICATIE ARCHITECTUUR &amp; DEPLOYMENT</a:t>
            </a:r>
            <a:endParaRPr lang="en-US" sz="1100" dirty="0"/>
          </a:p>
        </p:txBody>
      </p:sp>
      <p:sp>
        <p:nvSpPr>
          <p:cNvPr id="4" name="Text 2"/>
          <p:cNvSpPr/>
          <p:nvPr/>
        </p:nvSpPr>
        <p:spPr>
          <a:xfrm>
            <a:off x="502920" y="566928"/>
            <a:ext cx="10515600" cy="640080"/>
          </a:xfrm>
          <a:prstGeom prst="rect">
            <a:avLst/>
          </a:prstGeom>
          <a:noFill/>
          <a:ln/>
        </p:spPr>
        <p:txBody>
          <a:bodyPr wrap="square" rtlCol="0" anchor="ctr"/>
          <a:lstStyle/>
          <a:p>
            <a:pPr marL="0" indent="0">
              <a:buNone/>
            </a:pPr>
            <a:r>
              <a:rPr lang="en-US" sz="2600" b="1" dirty="0">
                <a:solidFill>
                  <a:srgbClr val="003362"/>
                </a:solidFill>
                <a:latin typeface="Helvetica" pitchFamily="34" charset="0"/>
                <a:ea typeface="Helvetica" pitchFamily="34" charset="-122"/>
                <a:cs typeface="Helvetica" pitchFamily="34" charset="-120"/>
              </a:rPr>
              <a:t>Deployment diagram: toelichting</a:t>
            </a:r>
            <a:endParaRPr lang="en-US" sz="2600" dirty="0"/>
          </a:p>
        </p:txBody>
      </p:sp>
      <p:sp>
        <p:nvSpPr>
          <p:cNvPr id="5" name="Shape 3"/>
          <p:cNvSpPr/>
          <p:nvPr/>
        </p:nvSpPr>
        <p:spPr>
          <a:xfrm>
            <a:off x="0" y="6748272"/>
            <a:ext cx="12188952" cy="109728"/>
          </a:xfrm>
          <a:prstGeom prst="rect">
            <a:avLst/>
          </a:prstGeom>
          <a:solidFill>
            <a:srgbClr val="003362"/>
          </a:solidFill>
          <a:ln/>
        </p:spPr>
        <p:txBody>
          <a:bodyPr/>
          <a:lstStyle/>
          <a:p>
            <a:endParaRPr lang="nl-NL"/>
          </a:p>
        </p:txBody>
      </p:sp>
      <p:sp>
        <p:nvSpPr>
          <p:cNvPr id="6" name="Text 4"/>
          <p:cNvSpPr/>
          <p:nvPr/>
        </p:nvSpPr>
        <p:spPr>
          <a:xfrm>
            <a:off x="457200" y="6355080"/>
            <a:ext cx="5486400" cy="320040"/>
          </a:xfrm>
          <a:prstGeom prst="rect">
            <a:avLst/>
          </a:prstGeom>
          <a:noFill/>
          <a:ln/>
        </p:spPr>
        <p:txBody>
          <a:bodyPr wrap="square" rtlCol="0" anchor="ctr"/>
          <a:lstStyle/>
          <a:p>
            <a:pPr marL="0" indent="0">
              <a:buNone/>
            </a:pPr>
            <a:r>
              <a:rPr lang="en-US" sz="950" i="1" dirty="0">
                <a:solidFill>
                  <a:srgbClr val="6B7680"/>
                </a:solidFill>
                <a:latin typeface="Arial" pitchFamily="34" charset="0"/>
                <a:ea typeface="Arial" pitchFamily="34" charset="-122"/>
                <a:cs typeface="Arial" pitchFamily="34" charset="-120"/>
              </a:rPr>
              <a:t>Architectuur &amp; deployment</a:t>
            </a:r>
            <a:endParaRPr lang="en-US" sz="950" dirty="0"/>
          </a:p>
        </p:txBody>
      </p:sp>
      <p:sp>
        <p:nvSpPr>
          <p:cNvPr id="7" name="Shape 5"/>
          <p:cNvSpPr/>
          <p:nvPr/>
        </p:nvSpPr>
        <p:spPr>
          <a:xfrm>
            <a:off x="502920" y="1463040"/>
            <a:ext cx="11183112" cy="777240"/>
          </a:xfrm>
          <a:prstGeom prst="roundRect">
            <a:avLst>
              <a:gd name="adj" fmla="val 8235"/>
            </a:avLst>
          </a:prstGeom>
          <a:solidFill>
            <a:srgbClr val="F5F8FA"/>
          </a:solidFill>
          <a:ln w="9525">
            <a:solidFill>
              <a:srgbClr val="DCE6EA"/>
            </a:solidFill>
            <a:prstDash val="solid"/>
          </a:ln>
        </p:spPr>
        <p:txBody>
          <a:bodyPr/>
          <a:lstStyle/>
          <a:p>
            <a:endParaRPr lang="nl-NL"/>
          </a:p>
        </p:txBody>
      </p:sp>
      <p:sp>
        <p:nvSpPr>
          <p:cNvPr id="8" name="Shape 6"/>
          <p:cNvSpPr/>
          <p:nvPr/>
        </p:nvSpPr>
        <p:spPr>
          <a:xfrm>
            <a:off x="502920" y="1463040"/>
            <a:ext cx="82296" cy="777240"/>
          </a:xfrm>
          <a:prstGeom prst="rect">
            <a:avLst/>
          </a:prstGeom>
          <a:solidFill>
            <a:srgbClr val="89CDF2"/>
          </a:solidFill>
          <a:ln/>
        </p:spPr>
        <p:txBody>
          <a:bodyPr/>
          <a:lstStyle/>
          <a:p>
            <a:endParaRPr lang="nl-NL"/>
          </a:p>
        </p:txBody>
      </p:sp>
      <p:sp>
        <p:nvSpPr>
          <p:cNvPr id="9" name="Text 7"/>
          <p:cNvSpPr/>
          <p:nvPr/>
        </p:nvSpPr>
        <p:spPr>
          <a:xfrm>
            <a:off x="777240" y="1536192"/>
            <a:ext cx="10698480" cy="640080"/>
          </a:xfrm>
          <a:prstGeom prst="rect">
            <a:avLst/>
          </a:prstGeom>
          <a:noFill/>
          <a:ln/>
        </p:spPr>
        <p:txBody>
          <a:bodyPr wrap="square" rtlCol="0" anchor="ctr"/>
          <a:lstStyle/>
          <a:p>
            <a:pPr marL="0" indent="0">
              <a:lnSpc>
                <a:spcPts val="1500"/>
              </a:lnSpc>
              <a:buNone/>
            </a:pPr>
            <a:r>
              <a:rPr lang="en-US" sz="1250" i="1" dirty="0">
                <a:solidFill>
                  <a:srgbClr val="6B7680"/>
                </a:solidFill>
                <a:latin typeface="Arial" pitchFamily="34" charset="0"/>
                <a:ea typeface="Arial" pitchFamily="34" charset="-122"/>
                <a:cs typeface="Arial" pitchFamily="34" charset="-120"/>
              </a:rPr>
              <a:t>Voeg hier een deployment diagram toe, specifiek voor deze implementatie.</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03362"/>
        </a:solidFill>
        <a:effectLst/>
      </p:bgPr>
    </p:bg>
    <p:spTree>
      <p:nvGrpSpPr>
        <p:cNvPr id="1" name=""/>
        <p:cNvGrpSpPr/>
        <p:nvPr/>
      </p:nvGrpSpPr>
      <p:grpSpPr>
        <a:xfrm>
          <a:off x="0" y="0"/>
          <a:ext cx="0" cy="0"/>
          <a:chOff x="0" y="0"/>
          <a:chExt cx="0" cy="0"/>
        </a:xfrm>
      </p:grpSpPr>
      <p:sp>
        <p:nvSpPr>
          <p:cNvPr id="2" name="Shape 0"/>
          <p:cNvSpPr/>
          <p:nvPr/>
        </p:nvSpPr>
        <p:spPr>
          <a:xfrm>
            <a:off x="9692640" y="2377440"/>
            <a:ext cx="3108960" cy="3108960"/>
          </a:xfrm>
          <a:prstGeom prst="diamond">
            <a:avLst/>
          </a:prstGeom>
          <a:ln w="38100">
            <a:solidFill>
              <a:srgbClr val="1F5488"/>
            </a:solidFill>
            <a:prstDash val="solid"/>
          </a:ln>
        </p:spPr>
        <p:txBody>
          <a:bodyPr/>
          <a:lstStyle/>
          <a:p>
            <a:endParaRPr lang="nl-NL"/>
          </a:p>
        </p:txBody>
      </p:sp>
      <p:sp>
        <p:nvSpPr>
          <p:cNvPr id="3" name="Text 1"/>
          <p:cNvSpPr/>
          <p:nvPr/>
        </p:nvSpPr>
        <p:spPr>
          <a:xfrm>
            <a:off x="822960" y="685800"/>
            <a:ext cx="7315200" cy="320040"/>
          </a:xfrm>
          <a:prstGeom prst="rect">
            <a:avLst/>
          </a:prstGeom>
          <a:noFill/>
          <a:ln/>
        </p:spPr>
        <p:txBody>
          <a:bodyPr wrap="square" rtlCol="0" anchor="ctr"/>
          <a:lstStyle/>
          <a:p>
            <a:pPr marL="0" indent="0">
              <a:buNone/>
            </a:pPr>
            <a:r>
              <a:rPr lang="en-US" sz="1200" b="1" kern="0" spc="200" dirty="0">
                <a:solidFill>
                  <a:srgbClr val="E76734"/>
                </a:solidFill>
                <a:latin typeface="Arial" pitchFamily="34" charset="0"/>
                <a:ea typeface="Arial" pitchFamily="34" charset="-122"/>
                <a:cs typeface="Arial" pitchFamily="34" charset="-120"/>
              </a:rPr>
              <a:t>HOOFDSTUK 06 VAN 06</a:t>
            </a:r>
            <a:endParaRPr lang="en-US" sz="1200" dirty="0"/>
          </a:p>
        </p:txBody>
      </p:sp>
      <p:sp>
        <p:nvSpPr>
          <p:cNvPr id="4" name="Text 2"/>
          <p:cNvSpPr/>
          <p:nvPr/>
        </p:nvSpPr>
        <p:spPr>
          <a:xfrm>
            <a:off x="822960" y="1417320"/>
            <a:ext cx="2743200" cy="1371600"/>
          </a:xfrm>
          <a:prstGeom prst="rect">
            <a:avLst/>
          </a:prstGeom>
          <a:noFill/>
          <a:ln/>
        </p:spPr>
        <p:txBody>
          <a:bodyPr wrap="square" rtlCol="0" anchor="ctr"/>
          <a:lstStyle/>
          <a:p>
            <a:pPr marL="0" indent="0">
              <a:buNone/>
            </a:pPr>
            <a:r>
              <a:rPr lang="en-US" sz="6600" b="1" dirty="0">
                <a:solidFill>
                  <a:srgbClr val="2E6592"/>
                </a:solidFill>
                <a:latin typeface="Helvetica" pitchFamily="34" charset="0"/>
                <a:ea typeface="Helvetica" pitchFamily="34" charset="-122"/>
                <a:cs typeface="Helvetica" pitchFamily="34" charset="-120"/>
              </a:rPr>
              <a:t>06</a:t>
            </a:r>
            <a:endParaRPr lang="en-US" sz="6600" dirty="0"/>
          </a:p>
        </p:txBody>
      </p:sp>
      <p:sp>
        <p:nvSpPr>
          <p:cNvPr id="5" name="Text 3"/>
          <p:cNvSpPr/>
          <p:nvPr/>
        </p:nvSpPr>
        <p:spPr>
          <a:xfrm>
            <a:off x="822960" y="2514600"/>
            <a:ext cx="9144000" cy="914400"/>
          </a:xfrm>
          <a:prstGeom prst="rect">
            <a:avLst/>
          </a:prstGeom>
          <a:noFill/>
          <a:ln/>
        </p:spPr>
        <p:txBody>
          <a:bodyPr wrap="square" rtlCol="0" anchor="ctr"/>
          <a:lstStyle/>
          <a:p>
            <a:pPr marL="0" indent="0">
              <a:buNone/>
            </a:pPr>
            <a:r>
              <a:rPr lang="en-US" sz="3200" b="1" dirty="0">
                <a:solidFill>
                  <a:srgbClr val="FFFFFF"/>
                </a:solidFill>
                <a:latin typeface="Helvetica" pitchFamily="34" charset="0"/>
                <a:ea typeface="Helvetica" pitchFamily="34" charset="-122"/>
                <a:cs typeface="Helvetica" pitchFamily="34" charset="-120"/>
              </a:rPr>
              <a:t>Vervolgstappen</a:t>
            </a:r>
            <a:endParaRPr lang="en-US" sz="3200" dirty="0"/>
          </a:p>
        </p:txBody>
      </p:sp>
      <p:sp>
        <p:nvSpPr>
          <p:cNvPr id="6" name="Shape 4"/>
          <p:cNvSpPr/>
          <p:nvPr/>
        </p:nvSpPr>
        <p:spPr>
          <a:xfrm>
            <a:off x="822960" y="3310128"/>
            <a:ext cx="1463040" cy="41148"/>
          </a:xfrm>
          <a:prstGeom prst="rect">
            <a:avLst/>
          </a:prstGeom>
          <a:solidFill>
            <a:srgbClr val="E76734"/>
          </a:solidFill>
          <a:ln/>
        </p:spPr>
        <p:txBody>
          <a:bodyPr/>
          <a:lstStyle/>
          <a:p>
            <a:endParaRPr lang="nl-NL"/>
          </a:p>
        </p:txBody>
      </p:sp>
      <p:sp>
        <p:nvSpPr>
          <p:cNvPr id="7" name="Text 5"/>
          <p:cNvSpPr/>
          <p:nvPr/>
        </p:nvSpPr>
        <p:spPr>
          <a:xfrm>
            <a:off x="822960" y="3474720"/>
            <a:ext cx="8503920" cy="640080"/>
          </a:xfrm>
          <a:prstGeom prst="rect">
            <a:avLst/>
          </a:prstGeom>
          <a:noFill/>
          <a:ln/>
        </p:spPr>
        <p:txBody>
          <a:bodyPr wrap="square" rtlCol="0" anchor="ctr"/>
          <a:lstStyle/>
          <a:p>
            <a:pPr marL="0" indent="0">
              <a:lnSpc>
                <a:spcPts val="1800"/>
              </a:lnSpc>
              <a:buNone/>
            </a:pPr>
            <a:r>
              <a:rPr lang="en-US" sz="1400" i="1" dirty="0">
                <a:solidFill>
                  <a:srgbClr val="89CDF2"/>
                </a:solidFill>
                <a:latin typeface="Arial" pitchFamily="34" charset="0"/>
                <a:ea typeface="Arial" pitchFamily="34" charset="-122"/>
                <a:cs typeface="Arial" pitchFamily="34" charset="-120"/>
              </a:rPr>
              <a:t>Wat er na vandaag nader onderzocht wordt, en wie daarbij aan zet is.</a:t>
            </a:r>
            <a:endParaRPr lang="en-US" sz="1400" dirty="0"/>
          </a:p>
        </p:txBody>
      </p:sp>
      <p:sp>
        <p:nvSpPr>
          <p:cNvPr id="8" name="Shape 6"/>
          <p:cNvSpPr/>
          <p:nvPr/>
        </p:nvSpPr>
        <p:spPr>
          <a:xfrm>
            <a:off x="950976" y="5687568"/>
            <a:ext cx="1624584" cy="0"/>
          </a:xfrm>
          <a:prstGeom prst="line">
            <a:avLst/>
          </a:prstGeom>
          <a:noFill/>
          <a:ln w="19050">
            <a:solidFill>
              <a:srgbClr val="5C88AC"/>
            </a:solidFill>
            <a:prstDash val="solid"/>
          </a:ln>
        </p:spPr>
        <p:txBody>
          <a:bodyPr/>
          <a:lstStyle/>
          <a:p>
            <a:endParaRPr lang="nl-NL"/>
          </a:p>
        </p:txBody>
      </p:sp>
      <p:sp>
        <p:nvSpPr>
          <p:cNvPr id="9" name="Shape 7"/>
          <p:cNvSpPr/>
          <p:nvPr/>
        </p:nvSpPr>
        <p:spPr>
          <a:xfrm>
            <a:off x="822960" y="5623560"/>
            <a:ext cx="128016" cy="128016"/>
          </a:xfrm>
          <a:prstGeom prst="ellipse">
            <a:avLst/>
          </a:prstGeom>
          <a:solidFill>
            <a:srgbClr val="5C88AC"/>
          </a:solidFill>
          <a:ln/>
        </p:spPr>
        <p:txBody>
          <a:bodyPr/>
          <a:lstStyle/>
          <a:p>
            <a:endParaRPr lang="nl-NL"/>
          </a:p>
        </p:txBody>
      </p:sp>
      <p:sp>
        <p:nvSpPr>
          <p:cNvPr id="10" name="Text 8"/>
          <p:cNvSpPr/>
          <p:nvPr/>
        </p:nvSpPr>
        <p:spPr>
          <a:xfrm>
            <a:off x="320040" y="5824728"/>
            <a:ext cx="1752600" cy="320040"/>
          </a:xfrm>
          <a:prstGeom prst="rect">
            <a:avLst/>
          </a:prstGeom>
          <a:noFill/>
          <a:ln/>
        </p:spPr>
        <p:txBody>
          <a:bodyPr wrap="square" rtlCol="0" anchor="ctr"/>
          <a:lstStyle/>
          <a:p>
            <a:pPr marL="0" indent="0" algn="l">
              <a:buNone/>
            </a:pPr>
            <a:r>
              <a:rPr lang="en-US" sz="950" dirty="0">
                <a:solidFill>
                  <a:srgbClr val="6E93B5"/>
                </a:solidFill>
                <a:latin typeface="Arial" pitchFamily="34" charset="0"/>
                <a:ea typeface="Arial" pitchFamily="34" charset="-122"/>
                <a:cs typeface="Arial" pitchFamily="34" charset="-120"/>
              </a:rPr>
              <a:t>Hosting</a:t>
            </a:r>
            <a:endParaRPr lang="en-US" sz="950" dirty="0"/>
          </a:p>
        </p:txBody>
      </p:sp>
      <p:sp>
        <p:nvSpPr>
          <p:cNvPr id="11" name="Shape 9"/>
          <p:cNvSpPr/>
          <p:nvPr/>
        </p:nvSpPr>
        <p:spPr>
          <a:xfrm>
            <a:off x="2703576" y="5687568"/>
            <a:ext cx="1624584" cy="0"/>
          </a:xfrm>
          <a:prstGeom prst="line">
            <a:avLst/>
          </a:prstGeom>
          <a:noFill/>
          <a:ln w="19050">
            <a:solidFill>
              <a:srgbClr val="5C88AC"/>
            </a:solidFill>
            <a:prstDash val="solid"/>
          </a:ln>
        </p:spPr>
        <p:txBody>
          <a:bodyPr/>
          <a:lstStyle/>
          <a:p>
            <a:endParaRPr lang="nl-NL"/>
          </a:p>
        </p:txBody>
      </p:sp>
      <p:sp>
        <p:nvSpPr>
          <p:cNvPr id="12" name="Shape 10"/>
          <p:cNvSpPr/>
          <p:nvPr/>
        </p:nvSpPr>
        <p:spPr>
          <a:xfrm>
            <a:off x="2575560" y="5623560"/>
            <a:ext cx="128016" cy="128016"/>
          </a:xfrm>
          <a:prstGeom prst="ellipse">
            <a:avLst/>
          </a:prstGeom>
          <a:solidFill>
            <a:srgbClr val="5C88AC"/>
          </a:solidFill>
          <a:ln/>
        </p:spPr>
        <p:txBody>
          <a:bodyPr/>
          <a:lstStyle/>
          <a:p>
            <a:endParaRPr lang="nl-NL"/>
          </a:p>
        </p:txBody>
      </p:sp>
      <p:sp>
        <p:nvSpPr>
          <p:cNvPr id="13" name="Text 11"/>
          <p:cNvSpPr/>
          <p:nvPr/>
        </p:nvSpPr>
        <p:spPr>
          <a:xfrm>
            <a:off x="2072640" y="5824728"/>
            <a:ext cx="1752600" cy="320040"/>
          </a:xfrm>
          <a:prstGeom prst="rect">
            <a:avLst/>
          </a:prstGeom>
          <a:noFill/>
          <a:ln/>
        </p:spPr>
        <p:txBody>
          <a:bodyPr wrap="square" rtlCol="0" anchor="ctr"/>
          <a:lstStyle/>
          <a:p>
            <a:pPr marL="0" indent="0" algn="l">
              <a:buNone/>
            </a:pPr>
            <a:r>
              <a:rPr lang="en-US" sz="950" dirty="0">
                <a:solidFill>
                  <a:srgbClr val="6E93B5"/>
                </a:solidFill>
                <a:latin typeface="Arial" pitchFamily="34" charset="0"/>
                <a:ea typeface="Arial" pitchFamily="34" charset="-122"/>
                <a:cs typeface="Arial" pitchFamily="34" charset="-120"/>
              </a:rPr>
              <a:t>Context diagram</a:t>
            </a:r>
            <a:endParaRPr lang="en-US" sz="950" dirty="0"/>
          </a:p>
        </p:txBody>
      </p:sp>
      <p:sp>
        <p:nvSpPr>
          <p:cNvPr id="14" name="Shape 12"/>
          <p:cNvSpPr/>
          <p:nvPr/>
        </p:nvSpPr>
        <p:spPr>
          <a:xfrm>
            <a:off x="4456176" y="5687568"/>
            <a:ext cx="1624584" cy="0"/>
          </a:xfrm>
          <a:prstGeom prst="line">
            <a:avLst/>
          </a:prstGeom>
          <a:noFill/>
          <a:ln w="19050">
            <a:solidFill>
              <a:srgbClr val="5C88AC"/>
            </a:solidFill>
            <a:prstDash val="solid"/>
          </a:ln>
        </p:spPr>
        <p:txBody>
          <a:bodyPr/>
          <a:lstStyle/>
          <a:p>
            <a:endParaRPr lang="nl-NL"/>
          </a:p>
        </p:txBody>
      </p:sp>
      <p:sp>
        <p:nvSpPr>
          <p:cNvPr id="15" name="Shape 13"/>
          <p:cNvSpPr/>
          <p:nvPr/>
        </p:nvSpPr>
        <p:spPr>
          <a:xfrm>
            <a:off x="4328160" y="5623560"/>
            <a:ext cx="128016" cy="128016"/>
          </a:xfrm>
          <a:prstGeom prst="ellipse">
            <a:avLst/>
          </a:prstGeom>
          <a:solidFill>
            <a:srgbClr val="5C88AC"/>
          </a:solidFill>
          <a:ln/>
        </p:spPr>
        <p:txBody>
          <a:bodyPr/>
          <a:lstStyle/>
          <a:p>
            <a:endParaRPr lang="nl-NL"/>
          </a:p>
        </p:txBody>
      </p:sp>
      <p:sp>
        <p:nvSpPr>
          <p:cNvPr id="16" name="Text 14"/>
          <p:cNvSpPr/>
          <p:nvPr/>
        </p:nvSpPr>
        <p:spPr>
          <a:xfrm>
            <a:off x="3825240" y="5824728"/>
            <a:ext cx="1752600" cy="320040"/>
          </a:xfrm>
          <a:prstGeom prst="rect">
            <a:avLst/>
          </a:prstGeom>
          <a:noFill/>
          <a:ln/>
        </p:spPr>
        <p:txBody>
          <a:bodyPr wrap="square" rtlCol="0" anchor="ctr"/>
          <a:lstStyle/>
          <a:p>
            <a:pPr marL="0" indent="0" algn="l">
              <a:buNone/>
            </a:pPr>
            <a:r>
              <a:rPr lang="en-US" sz="950" dirty="0">
                <a:solidFill>
                  <a:srgbClr val="6E93B5"/>
                </a:solidFill>
                <a:latin typeface="Arial" pitchFamily="34" charset="0"/>
                <a:ea typeface="Arial" pitchFamily="34" charset="-122"/>
                <a:cs typeface="Arial" pitchFamily="34" charset="-120"/>
              </a:rPr>
              <a:t>Componenten</a:t>
            </a:r>
            <a:endParaRPr lang="en-US" sz="950" dirty="0"/>
          </a:p>
        </p:txBody>
      </p:sp>
      <p:sp>
        <p:nvSpPr>
          <p:cNvPr id="17" name="Shape 15"/>
          <p:cNvSpPr/>
          <p:nvPr/>
        </p:nvSpPr>
        <p:spPr>
          <a:xfrm>
            <a:off x="6208776" y="5687568"/>
            <a:ext cx="1624584" cy="0"/>
          </a:xfrm>
          <a:prstGeom prst="line">
            <a:avLst/>
          </a:prstGeom>
          <a:noFill/>
          <a:ln w="19050">
            <a:solidFill>
              <a:srgbClr val="5C88AC"/>
            </a:solidFill>
            <a:prstDash val="solid"/>
          </a:ln>
        </p:spPr>
        <p:txBody>
          <a:bodyPr/>
          <a:lstStyle/>
          <a:p>
            <a:endParaRPr lang="nl-NL"/>
          </a:p>
        </p:txBody>
      </p:sp>
      <p:sp>
        <p:nvSpPr>
          <p:cNvPr id="18" name="Shape 16"/>
          <p:cNvSpPr/>
          <p:nvPr/>
        </p:nvSpPr>
        <p:spPr>
          <a:xfrm>
            <a:off x="6080760" y="5623560"/>
            <a:ext cx="128016" cy="128016"/>
          </a:xfrm>
          <a:prstGeom prst="ellipse">
            <a:avLst/>
          </a:prstGeom>
          <a:solidFill>
            <a:srgbClr val="5C88AC"/>
          </a:solidFill>
          <a:ln/>
        </p:spPr>
        <p:txBody>
          <a:bodyPr/>
          <a:lstStyle/>
          <a:p>
            <a:endParaRPr lang="nl-NL"/>
          </a:p>
        </p:txBody>
      </p:sp>
      <p:sp>
        <p:nvSpPr>
          <p:cNvPr id="19" name="Text 17"/>
          <p:cNvSpPr/>
          <p:nvPr/>
        </p:nvSpPr>
        <p:spPr>
          <a:xfrm>
            <a:off x="5577840" y="5824728"/>
            <a:ext cx="1752600" cy="320040"/>
          </a:xfrm>
          <a:prstGeom prst="rect">
            <a:avLst/>
          </a:prstGeom>
          <a:noFill/>
          <a:ln/>
        </p:spPr>
        <p:txBody>
          <a:bodyPr wrap="square" rtlCol="0" anchor="ctr"/>
          <a:lstStyle/>
          <a:p>
            <a:pPr marL="0" indent="0" algn="l">
              <a:buNone/>
            </a:pPr>
            <a:r>
              <a:rPr lang="en-US" sz="950" dirty="0">
                <a:solidFill>
                  <a:srgbClr val="6E93B5"/>
                </a:solidFill>
                <a:latin typeface="Arial" pitchFamily="34" charset="0"/>
                <a:ea typeface="Arial" pitchFamily="34" charset="-122"/>
                <a:cs typeface="Arial" pitchFamily="34" charset="-120"/>
              </a:rPr>
              <a:t>Nieuwe functionaliteiten</a:t>
            </a:r>
            <a:endParaRPr lang="en-US" sz="950" dirty="0"/>
          </a:p>
        </p:txBody>
      </p:sp>
      <p:sp>
        <p:nvSpPr>
          <p:cNvPr id="20" name="Shape 18"/>
          <p:cNvSpPr/>
          <p:nvPr/>
        </p:nvSpPr>
        <p:spPr>
          <a:xfrm>
            <a:off x="7961376" y="5687568"/>
            <a:ext cx="1624584" cy="0"/>
          </a:xfrm>
          <a:prstGeom prst="line">
            <a:avLst/>
          </a:prstGeom>
          <a:noFill/>
          <a:ln w="19050">
            <a:solidFill>
              <a:srgbClr val="5C88AC"/>
            </a:solidFill>
            <a:prstDash val="solid"/>
          </a:ln>
        </p:spPr>
        <p:txBody>
          <a:bodyPr/>
          <a:lstStyle/>
          <a:p>
            <a:endParaRPr lang="nl-NL"/>
          </a:p>
        </p:txBody>
      </p:sp>
      <p:sp>
        <p:nvSpPr>
          <p:cNvPr id="21" name="Shape 19"/>
          <p:cNvSpPr/>
          <p:nvPr/>
        </p:nvSpPr>
        <p:spPr>
          <a:xfrm>
            <a:off x="7833360" y="5623560"/>
            <a:ext cx="128016" cy="128016"/>
          </a:xfrm>
          <a:prstGeom prst="ellipse">
            <a:avLst/>
          </a:prstGeom>
          <a:solidFill>
            <a:srgbClr val="5C88AC"/>
          </a:solidFill>
          <a:ln/>
        </p:spPr>
        <p:txBody>
          <a:bodyPr/>
          <a:lstStyle/>
          <a:p>
            <a:endParaRPr lang="nl-NL"/>
          </a:p>
        </p:txBody>
      </p:sp>
      <p:sp>
        <p:nvSpPr>
          <p:cNvPr id="22" name="Text 20"/>
          <p:cNvSpPr/>
          <p:nvPr/>
        </p:nvSpPr>
        <p:spPr>
          <a:xfrm>
            <a:off x="7330440" y="5824728"/>
            <a:ext cx="1752600" cy="320040"/>
          </a:xfrm>
          <a:prstGeom prst="rect">
            <a:avLst/>
          </a:prstGeom>
          <a:noFill/>
          <a:ln/>
        </p:spPr>
        <p:txBody>
          <a:bodyPr wrap="square" rtlCol="0" anchor="ctr"/>
          <a:lstStyle/>
          <a:p>
            <a:pPr marL="0" indent="0" algn="l">
              <a:buNone/>
            </a:pPr>
            <a:r>
              <a:rPr lang="en-US" sz="950" dirty="0">
                <a:solidFill>
                  <a:srgbClr val="6E93B5"/>
                </a:solidFill>
                <a:latin typeface="Arial" pitchFamily="34" charset="0"/>
                <a:ea typeface="Arial" pitchFamily="34" charset="-122"/>
                <a:cs typeface="Arial" pitchFamily="34" charset="-120"/>
              </a:rPr>
              <a:t>Architectuur &amp; deployment</a:t>
            </a:r>
            <a:endParaRPr lang="en-US" sz="950" dirty="0"/>
          </a:p>
        </p:txBody>
      </p:sp>
      <p:sp>
        <p:nvSpPr>
          <p:cNvPr id="23" name="Shape 21"/>
          <p:cNvSpPr/>
          <p:nvPr/>
        </p:nvSpPr>
        <p:spPr>
          <a:xfrm>
            <a:off x="9585960" y="5623560"/>
            <a:ext cx="128016" cy="128016"/>
          </a:xfrm>
          <a:prstGeom prst="ellipse">
            <a:avLst/>
          </a:prstGeom>
          <a:solidFill>
            <a:srgbClr val="E76734"/>
          </a:solidFill>
          <a:ln w="19050">
            <a:solidFill>
              <a:srgbClr val="FFFFFF"/>
            </a:solidFill>
            <a:prstDash val="solid"/>
          </a:ln>
        </p:spPr>
        <p:txBody>
          <a:bodyPr/>
          <a:lstStyle/>
          <a:p>
            <a:endParaRPr lang="nl-NL"/>
          </a:p>
        </p:txBody>
      </p:sp>
      <p:sp>
        <p:nvSpPr>
          <p:cNvPr id="24" name="Text 22"/>
          <p:cNvSpPr/>
          <p:nvPr/>
        </p:nvSpPr>
        <p:spPr>
          <a:xfrm>
            <a:off x="9083040" y="5824728"/>
            <a:ext cx="1752600" cy="320040"/>
          </a:xfrm>
          <a:prstGeom prst="rect">
            <a:avLst/>
          </a:prstGeom>
          <a:noFill/>
          <a:ln/>
        </p:spPr>
        <p:txBody>
          <a:bodyPr wrap="square" rtlCol="0" anchor="ctr"/>
          <a:lstStyle/>
          <a:p>
            <a:pPr marL="0" indent="0" algn="l">
              <a:buNone/>
            </a:pPr>
            <a:r>
              <a:rPr lang="en-US" sz="950" b="1" dirty="0">
                <a:solidFill>
                  <a:srgbClr val="FFFFFF"/>
                </a:solidFill>
                <a:latin typeface="Arial" pitchFamily="34" charset="0"/>
                <a:ea typeface="Arial" pitchFamily="34" charset="-122"/>
                <a:cs typeface="Arial" pitchFamily="34" charset="-120"/>
              </a:rPr>
              <a:t>Vervolgstappen</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274320"/>
            <a:ext cx="960120" cy="960120"/>
          </a:xfrm>
          <a:prstGeom prst="diamond">
            <a:avLst/>
          </a:prstGeom>
          <a:ln w="63500">
            <a:solidFill>
              <a:srgbClr val="89CDF2"/>
            </a:solidFill>
            <a:prstDash val="solid"/>
          </a:ln>
        </p:spPr>
        <p:txBody>
          <a:bodyPr/>
          <a:lstStyle/>
          <a:p>
            <a:endParaRPr lang="nl-NL"/>
          </a:p>
        </p:txBody>
      </p:sp>
      <p:sp>
        <p:nvSpPr>
          <p:cNvPr id="3" name="Text 1"/>
          <p:cNvSpPr/>
          <p:nvPr/>
        </p:nvSpPr>
        <p:spPr>
          <a:xfrm>
            <a:off x="502920" y="292608"/>
            <a:ext cx="9144000" cy="292608"/>
          </a:xfrm>
          <a:prstGeom prst="rect">
            <a:avLst/>
          </a:prstGeom>
          <a:noFill/>
          <a:ln/>
        </p:spPr>
        <p:txBody>
          <a:bodyPr wrap="square" rtlCol="0" anchor="ctr"/>
          <a:lstStyle/>
          <a:p>
            <a:pPr marL="0" indent="0">
              <a:buNone/>
            </a:pPr>
            <a:r>
              <a:rPr lang="en-US" sz="1100" b="1" kern="0" spc="150" dirty="0">
                <a:solidFill>
                  <a:srgbClr val="E76734"/>
                </a:solidFill>
                <a:latin typeface="Arial" pitchFamily="34" charset="0"/>
                <a:ea typeface="Arial" pitchFamily="34" charset="-122"/>
                <a:cs typeface="Arial" pitchFamily="34" charset="-120"/>
              </a:rPr>
              <a:t>VERVOLGSTAPPEN</a:t>
            </a:r>
            <a:endParaRPr lang="en-US" sz="1100" dirty="0"/>
          </a:p>
        </p:txBody>
      </p:sp>
      <p:sp>
        <p:nvSpPr>
          <p:cNvPr id="4" name="Text 2"/>
          <p:cNvSpPr/>
          <p:nvPr/>
        </p:nvSpPr>
        <p:spPr>
          <a:xfrm>
            <a:off x="502920" y="566928"/>
            <a:ext cx="10515600" cy="640080"/>
          </a:xfrm>
          <a:prstGeom prst="rect">
            <a:avLst/>
          </a:prstGeom>
          <a:noFill/>
          <a:ln/>
        </p:spPr>
        <p:txBody>
          <a:bodyPr wrap="square" rtlCol="0" anchor="ctr"/>
          <a:lstStyle/>
          <a:p>
            <a:pPr marL="0" indent="0">
              <a:buNone/>
            </a:pPr>
            <a:r>
              <a:rPr lang="en-US" sz="2600" b="1" dirty="0">
                <a:solidFill>
                  <a:srgbClr val="003362"/>
                </a:solidFill>
                <a:latin typeface="Helvetica" pitchFamily="34" charset="0"/>
                <a:ea typeface="Helvetica" pitchFamily="34" charset="-122"/>
                <a:cs typeface="Helvetica" pitchFamily="34" charset="-120"/>
              </a:rPr>
              <a:t>Nader te onderzoeken</a:t>
            </a:r>
            <a:endParaRPr lang="en-US" sz="2600" dirty="0"/>
          </a:p>
        </p:txBody>
      </p:sp>
      <p:sp>
        <p:nvSpPr>
          <p:cNvPr id="5" name="Shape 3"/>
          <p:cNvSpPr/>
          <p:nvPr/>
        </p:nvSpPr>
        <p:spPr>
          <a:xfrm>
            <a:off x="0" y="6748272"/>
            <a:ext cx="12188952" cy="109728"/>
          </a:xfrm>
          <a:prstGeom prst="rect">
            <a:avLst/>
          </a:prstGeom>
          <a:solidFill>
            <a:srgbClr val="003362"/>
          </a:solidFill>
          <a:ln/>
        </p:spPr>
        <p:txBody>
          <a:bodyPr/>
          <a:lstStyle/>
          <a:p>
            <a:endParaRPr lang="nl-NL"/>
          </a:p>
        </p:txBody>
      </p:sp>
      <p:sp>
        <p:nvSpPr>
          <p:cNvPr id="6" name="Text 4"/>
          <p:cNvSpPr/>
          <p:nvPr/>
        </p:nvSpPr>
        <p:spPr>
          <a:xfrm>
            <a:off x="457200" y="6355080"/>
            <a:ext cx="5486400" cy="320040"/>
          </a:xfrm>
          <a:prstGeom prst="rect">
            <a:avLst/>
          </a:prstGeom>
          <a:noFill/>
          <a:ln/>
        </p:spPr>
        <p:txBody>
          <a:bodyPr wrap="square" rtlCol="0" anchor="ctr"/>
          <a:lstStyle/>
          <a:p>
            <a:pPr marL="0" indent="0">
              <a:buNone/>
            </a:pPr>
            <a:r>
              <a:rPr lang="en-US" sz="950" i="1" dirty="0">
                <a:solidFill>
                  <a:srgbClr val="6B7680"/>
                </a:solidFill>
                <a:latin typeface="Arial" pitchFamily="34" charset="0"/>
                <a:ea typeface="Arial" pitchFamily="34" charset="-122"/>
                <a:cs typeface="Arial" pitchFamily="34" charset="-120"/>
              </a:rPr>
              <a:t>Vervolgstappen</a:t>
            </a:r>
            <a:endParaRPr lang="en-US" sz="95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02920" y="1645920"/>
          <a:ext cx="11183112" cy="3749040"/>
        </p:xfrm>
        <a:graphic>
          <a:graphicData uri="http://schemas.openxmlformats.org/drawingml/2006/table">
            <a:tbl>
              <a:tblPr/>
              <a:tblGrid>
                <a:gridCol w="237744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2130552">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tblGrid>
              <a:tr h="457200">
                <a:tc>
                  <a:txBody>
                    <a:bodyPr/>
                    <a:lstStyle/>
                    <a:p>
                      <a:pPr marL="0" indent="0">
                        <a:buNone/>
                      </a:pPr>
                      <a:r>
                        <a:rPr lang="en-US" sz="1200" b="1" dirty="0">
                          <a:solidFill>
                            <a:srgbClr val="FFFFFF"/>
                          </a:solidFill>
                          <a:latin typeface="Arial" pitchFamily="34" charset="0"/>
                          <a:ea typeface="Arial" pitchFamily="34" charset="-122"/>
                          <a:cs typeface="Arial" pitchFamily="34" charset="-120"/>
                        </a:rPr>
                        <a:t>Onderwerp</a:t>
                      </a:r>
                      <a:endParaRPr lang="en-US" sz="1200" dirty="0">
                        <a:latin typeface="Arial" charset="0"/>
                        <a:ea typeface="Arial" charset="0"/>
                        <a:cs typeface="Arial" charset="0"/>
                      </a:endParaRPr>
                    </a:p>
                  </a:txBody>
                  <a:tcPr anchor="ctr">
                    <a:lnL w="7620" cap="flat" cmpd="sng" algn="ctr">
                      <a:solidFill>
                        <a:srgbClr val="E3E8EA"/>
                      </a:solidFill>
                      <a:prstDash val="solid"/>
                      <a:round/>
                      <a:headEnd type="none" w="med" len="med"/>
                      <a:tailEnd type="none" w="med" len="med"/>
                    </a:lnL>
                    <a:lnR w="7620" cap="flat" cmpd="sng" algn="ctr">
                      <a:solidFill>
                        <a:srgbClr val="E3E8EA"/>
                      </a:solidFill>
                      <a:prstDash val="solid"/>
                      <a:round/>
                      <a:headEnd type="none" w="med" len="med"/>
                      <a:tailEnd type="none" w="med" len="med"/>
                    </a:lnR>
                    <a:lnT w="7620" cap="flat" cmpd="sng" algn="ctr">
                      <a:solidFill>
                        <a:srgbClr val="E3E8EA"/>
                      </a:solidFill>
                      <a:prstDash val="solid"/>
                      <a:round/>
                      <a:headEnd type="none" w="med" len="med"/>
                      <a:tailEnd type="none" w="med" len="med"/>
                    </a:lnT>
                    <a:lnB w="7620" cap="flat" cmpd="sng" algn="ctr">
                      <a:solidFill>
                        <a:srgbClr val="E3E8EA"/>
                      </a:solidFill>
                      <a:prstDash val="solid"/>
                      <a:round/>
                      <a:headEnd type="none" w="med" len="med"/>
                      <a:tailEnd type="none" w="med" len="med"/>
                    </a:lnB>
                    <a:solidFill>
                      <a:srgbClr val="003362"/>
                    </a:solidFill>
                  </a:tcPr>
                </a:tc>
                <a:tc>
                  <a:txBody>
                    <a:bodyPr/>
                    <a:lstStyle/>
                    <a:p>
                      <a:pPr marL="0" indent="0">
                        <a:buNone/>
                      </a:pPr>
                      <a:r>
                        <a:rPr lang="en-US" sz="1200" b="1" dirty="0">
                          <a:solidFill>
                            <a:srgbClr val="FFFFFF"/>
                          </a:solidFill>
                          <a:latin typeface="Arial" pitchFamily="34" charset="0"/>
                          <a:ea typeface="Arial" pitchFamily="34" charset="-122"/>
                          <a:cs typeface="Arial" pitchFamily="34" charset="-120"/>
                        </a:rPr>
                        <a:t>Globale omschrijving</a:t>
                      </a:r>
                      <a:endParaRPr lang="en-US" sz="1200" dirty="0">
                        <a:latin typeface="Arial" charset="0"/>
                        <a:ea typeface="Arial" charset="0"/>
                        <a:cs typeface="Arial" charset="0"/>
                      </a:endParaRPr>
                    </a:p>
                  </a:txBody>
                  <a:tcPr anchor="ctr">
                    <a:lnL w="7620" cap="flat" cmpd="sng" algn="ctr">
                      <a:solidFill>
                        <a:srgbClr val="E3E8EA"/>
                      </a:solidFill>
                      <a:prstDash val="solid"/>
                      <a:round/>
                      <a:headEnd type="none" w="med" len="med"/>
                      <a:tailEnd type="none" w="med" len="med"/>
                    </a:lnL>
                    <a:lnR w="7620" cap="flat" cmpd="sng" algn="ctr">
                      <a:solidFill>
                        <a:srgbClr val="E3E8EA"/>
                      </a:solidFill>
                      <a:prstDash val="solid"/>
                      <a:round/>
                      <a:headEnd type="none" w="med" len="med"/>
                      <a:tailEnd type="none" w="med" len="med"/>
                    </a:lnR>
                    <a:lnT w="7620" cap="flat" cmpd="sng" algn="ctr">
                      <a:solidFill>
                        <a:srgbClr val="E3E8EA"/>
                      </a:solidFill>
                      <a:prstDash val="solid"/>
                      <a:round/>
                      <a:headEnd type="none" w="med" len="med"/>
                      <a:tailEnd type="none" w="med" len="med"/>
                    </a:lnT>
                    <a:lnB w="7620" cap="flat" cmpd="sng" algn="ctr">
                      <a:solidFill>
                        <a:srgbClr val="E3E8EA"/>
                      </a:solidFill>
                      <a:prstDash val="solid"/>
                      <a:round/>
                      <a:headEnd type="none" w="med" len="med"/>
                      <a:tailEnd type="none" w="med" len="med"/>
                    </a:lnB>
                    <a:solidFill>
                      <a:srgbClr val="003362"/>
                    </a:solidFill>
                  </a:tcPr>
                </a:tc>
                <a:tc>
                  <a:txBody>
                    <a:bodyPr/>
                    <a:lstStyle/>
                    <a:p>
                      <a:pPr marL="0" indent="0">
                        <a:buNone/>
                      </a:pPr>
                      <a:r>
                        <a:rPr lang="en-US" sz="1200" b="1" dirty="0">
                          <a:solidFill>
                            <a:srgbClr val="FFFFFF"/>
                          </a:solidFill>
                          <a:latin typeface="Arial" pitchFamily="34" charset="0"/>
                          <a:ea typeface="Arial" pitchFamily="34" charset="-122"/>
                          <a:cs typeface="Arial" pitchFamily="34" charset="-120"/>
                        </a:rPr>
                        <a:t>Benodigde deelnemers</a:t>
                      </a:r>
                      <a:endParaRPr lang="en-US" sz="1200" dirty="0">
                        <a:latin typeface="Arial" charset="0"/>
                        <a:ea typeface="Arial" charset="0"/>
                        <a:cs typeface="Arial" charset="0"/>
                      </a:endParaRPr>
                    </a:p>
                  </a:txBody>
                  <a:tcPr anchor="ctr">
                    <a:lnL w="7620" cap="flat" cmpd="sng" algn="ctr">
                      <a:solidFill>
                        <a:srgbClr val="E3E8EA"/>
                      </a:solidFill>
                      <a:prstDash val="solid"/>
                      <a:round/>
                      <a:headEnd type="none" w="med" len="med"/>
                      <a:tailEnd type="none" w="med" len="med"/>
                    </a:lnL>
                    <a:lnR w="7620" cap="flat" cmpd="sng" algn="ctr">
                      <a:solidFill>
                        <a:srgbClr val="E3E8EA"/>
                      </a:solidFill>
                      <a:prstDash val="solid"/>
                      <a:round/>
                      <a:headEnd type="none" w="med" len="med"/>
                      <a:tailEnd type="none" w="med" len="med"/>
                    </a:lnR>
                    <a:lnT w="7620" cap="flat" cmpd="sng" algn="ctr">
                      <a:solidFill>
                        <a:srgbClr val="E3E8EA"/>
                      </a:solidFill>
                      <a:prstDash val="solid"/>
                      <a:round/>
                      <a:headEnd type="none" w="med" len="med"/>
                      <a:tailEnd type="none" w="med" len="med"/>
                    </a:lnT>
                    <a:lnB w="7620" cap="flat" cmpd="sng" algn="ctr">
                      <a:solidFill>
                        <a:srgbClr val="E3E8EA"/>
                      </a:solidFill>
                      <a:prstDash val="solid"/>
                      <a:round/>
                      <a:headEnd type="none" w="med" len="med"/>
                      <a:tailEnd type="none" w="med" len="med"/>
                    </a:lnB>
                    <a:solidFill>
                      <a:srgbClr val="003362"/>
                    </a:solidFill>
                  </a:tcPr>
                </a:tc>
                <a:tc>
                  <a:txBody>
                    <a:bodyPr/>
                    <a:lstStyle/>
                    <a:p>
                      <a:pPr marL="0" indent="0">
                        <a:buNone/>
                      </a:pPr>
                      <a:r>
                        <a:rPr lang="en-US" sz="1200" b="1" dirty="0">
                          <a:solidFill>
                            <a:srgbClr val="FFFFFF"/>
                          </a:solidFill>
                          <a:latin typeface="Arial" pitchFamily="34" charset="0"/>
                          <a:ea typeface="Arial" pitchFamily="34" charset="-122"/>
                          <a:cs typeface="Arial" pitchFamily="34" charset="-120"/>
                        </a:rPr>
                        <a:t>Verantwoordelijke</a:t>
                      </a:r>
                      <a:endParaRPr lang="en-US" sz="1200" dirty="0">
                        <a:latin typeface="Arial" charset="0"/>
                        <a:ea typeface="Arial" charset="0"/>
                        <a:cs typeface="Arial" charset="0"/>
                      </a:endParaRPr>
                    </a:p>
                  </a:txBody>
                  <a:tcPr anchor="ctr">
                    <a:lnL w="7620" cap="flat" cmpd="sng" algn="ctr">
                      <a:solidFill>
                        <a:srgbClr val="E3E8EA"/>
                      </a:solidFill>
                      <a:prstDash val="solid"/>
                      <a:round/>
                      <a:headEnd type="none" w="med" len="med"/>
                      <a:tailEnd type="none" w="med" len="med"/>
                    </a:lnL>
                    <a:lnR w="7620" cap="flat" cmpd="sng" algn="ctr">
                      <a:solidFill>
                        <a:srgbClr val="E3E8EA"/>
                      </a:solidFill>
                      <a:prstDash val="solid"/>
                      <a:round/>
                      <a:headEnd type="none" w="med" len="med"/>
                      <a:tailEnd type="none" w="med" len="med"/>
                    </a:lnR>
                    <a:lnT w="7620" cap="flat" cmpd="sng" algn="ctr">
                      <a:solidFill>
                        <a:srgbClr val="E3E8EA"/>
                      </a:solidFill>
                      <a:prstDash val="solid"/>
                      <a:round/>
                      <a:headEnd type="none" w="med" len="med"/>
                      <a:tailEnd type="none" w="med" len="med"/>
                    </a:lnT>
                    <a:lnB w="7620" cap="flat" cmpd="sng" algn="ctr">
                      <a:solidFill>
                        <a:srgbClr val="E3E8EA"/>
                      </a:solidFill>
                      <a:prstDash val="solid"/>
                      <a:round/>
                      <a:headEnd type="none" w="med" len="med"/>
                      <a:tailEnd type="none" w="med" len="med"/>
                    </a:lnB>
                    <a:solidFill>
                      <a:srgbClr val="003362"/>
                    </a:solidFill>
                  </a:tcPr>
                </a:tc>
                <a:extLst>
                  <a:ext uri="{0D108BD9-81ED-4DB2-BD59-A6C34878D82A}">
                    <a16:rowId xmlns:a16="http://schemas.microsoft.com/office/drawing/2014/main" val="10000"/>
                  </a:ext>
                </a:extLst>
              </a:tr>
              <a:tr h="822960">
                <a:tc>
                  <a:txBody>
                    <a:bodyPr/>
                    <a:lstStyle/>
                    <a:p>
                      <a:pPr marL="0" indent="0">
                        <a:buNone/>
                      </a:pPr>
                      <a:r>
                        <a:rPr lang="en-US" sz="1100" i="1" dirty="0">
                          <a:solidFill>
                            <a:srgbClr val="6B7680"/>
                          </a:solidFill>
                          <a:latin typeface="Arial" pitchFamily="34" charset="0"/>
                          <a:ea typeface="Arial" pitchFamily="34" charset="-122"/>
                          <a:cs typeface="Arial" pitchFamily="34" charset="-120"/>
                        </a:rPr>
                        <a:t>[in te vullen]</a:t>
                      </a:r>
                      <a:endParaRPr lang="en-US" sz="1100" dirty="0">
                        <a:latin typeface="Arial" charset="0"/>
                        <a:ea typeface="Arial" charset="0"/>
                        <a:cs typeface="Arial" charset="0"/>
                      </a:endParaRPr>
                    </a:p>
                  </a:txBody>
                  <a:tcPr anchor="ctr">
                    <a:lnL w="7620" cap="flat" cmpd="sng" algn="ctr">
                      <a:solidFill>
                        <a:srgbClr val="E3E8EA"/>
                      </a:solidFill>
                      <a:prstDash val="solid"/>
                      <a:round/>
                      <a:headEnd type="none" w="med" len="med"/>
                      <a:tailEnd type="none" w="med" len="med"/>
                    </a:lnL>
                    <a:lnR w="7620" cap="flat" cmpd="sng" algn="ctr">
                      <a:solidFill>
                        <a:srgbClr val="E3E8EA"/>
                      </a:solidFill>
                      <a:prstDash val="solid"/>
                      <a:round/>
                      <a:headEnd type="none" w="med" len="med"/>
                      <a:tailEnd type="none" w="med" len="med"/>
                    </a:lnR>
                    <a:lnT w="7620" cap="flat" cmpd="sng" algn="ctr">
                      <a:solidFill>
                        <a:srgbClr val="E3E8EA"/>
                      </a:solidFill>
                      <a:prstDash val="solid"/>
                      <a:round/>
                      <a:headEnd type="none" w="med" len="med"/>
                      <a:tailEnd type="none" w="med" len="med"/>
                    </a:lnT>
                    <a:lnB w="7620" cap="flat" cmpd="sng" algn="ctr">
                      <a:solidFill>
                        <a:srgbClr val="E3E8EA"/>
                      </a:solidFill>
                      <a:prstDash val="solid"/>
                      <a:round/>
                      <a:headEnd type="none" w="med" len="med"/>
                      <a:tailEnd type="none" w="med" len="med"/>
                    </a:lnB>
                    <a:solidFill>
                      <a:srgbClr val="F5F8FA"/>
                    </a:solidFill>
                  </a:tcPr>
                </a:tc>
                <a:tc>
                  <a:txBody>
                    <a:bodyPr/>
                    <a:lstStyle/>
                    <a:p>
                      <a:pPr marL="0" indent="0">
                        <a:buNone/>
                      </a:pPr>
                      <a:r>
                        <a:rPr lang="en-US" sz="1100" i="1" dirty="0">
                          <a:solidFill>
                            <a:srgbClr val="6B7680"/>
                          </a:solidFill>
                          <a:latin typeface="Arial" pitchFamily="34" charset="0"/>
                          <a:ea typeface="Arial" pitchFamily="34" charset="-122"/>
                          <a:cs typeface="Arial" pitchFamily="34" charset="-120"/>
                        </a:rPr>
                        <a:t>[in te vullen]</a:t>
                      </a:r>
                      <a:endParaRPr lang="en-US" sz="1100" dirty="0">
                        <a:latin typeface="Arial" charset="0"/>
                        <a:ea typeface="Arial" charset="0"/>
                        <a:cs typeface="Arial" charset="0"/>
                      </a:endParaRPr>
                    </a:p>
                  </a:txBody>
                  <a:tcPr anchor="ctr">
                    <a:lnL w="7620" cap="flat" cmpd="sng" algn="ctr">
                      <a:solidFill>
                        <a:srgbClr val="E3E8EA"/>
                      </a:solidFill>
                      <a:prstDash val="solid"/>
                      <a:round/>
                      <a:headEnd type="none" w="med" len="med"/>
                      <a:tailEnd type="none" w="med" len="med"/>
                    </a:lnL>
                    <a:lnR w="7620" cap="flat" cmpd="sng" algn="ctr">
                      <a:solidFill>
                        <a:srgbClr val="E3E8EA"/>
                      </a:solidFill>
                      <a:prstDash val="solid"/>
                      <a:round/>
                      <a:headEnd type="none" w="med" len="med"/>
                      <a:tailEnd type="none" w="med" len="med"/>
                    </a:lnR>
                    <a:lnT w="7620" cap="flat" cmpd="sng" algn="ctr">
                      <a:solidFill>
                        <a:srgbClr val="E3E8EA"/>
                      </a:solidFill>
                      <a:prstDash val="solid"/>
                      <a:round/>
                      <a:headEnd type="none" w="med" len="med"/>
                      <a:tailEnd type="none" w="med" len="med"/>
                    </a:lnT>
                    <a:lnB w="7620" cap="flat" cmpd="sng" algn="ctr">
                      <a:solidFill>
                        <a:srgbClr val="E3E8EA"/>
                      </a:solidFill>
                      <a:prstDash val="solid"/>
                      <a:round/>
                      <a:headEnd type="none" w="med" len="med"/>
                      <a:tailEnd type="none" w="med" len="med"/>
                    </a:lnB>
                    <a:solidFill>
                      <a:srgbClr val="F5F8FA"/>
                    </a:solidFill>
                  </a:tcPr>
                </a:tc>
                <a:tc>
                  <a:txBody>
                    <a:bodyPr/>
                    <a:lstStyle/>
                    <a:p>
                      <a:pPr marL="0" indent="0">
                        <a:buNone/>
                      </a:pPr>
                      <a:r>
                        <a:rPr lang="en-US" sz="1100" i="1" dirty="0">
                          <a:solidFill>
                            <a:srgbClr val="6B7680"/>
                          </a:solidFill>
                          <a:latin typeface="Arial" pitchFamily="34" charset="0"/>
                          <a:ea typeface="Arial" pitchFamily="34" charset="-122"/>
                          <a:cs typeface="Arial" pitchFamily="34" charset="-120"/>
                        </a:rPr>
                        <a:t>[in te vullen]</a:t>
                      </a:r>
                      <a:endParaRPr lang="en-US" sz="1100" dirty="0">
                        <a:latin typeface="Arial" charset="0"/>
                        <a:ea typeface="Arial" charset="0"/>
                        <a:cs typeface="Arial" charset="0"/>
                      </a:endParaRPr>
                    </a:p>
                  </a:txBody>
                  <a:tcPr anchor="ctr">
                    <a:lnL w="7620" cap="flat" cmpd="sng" algn="ctr">
                      <a:solidFill>
                        <a:srgbClr val="E3E8EA"/>
                      </a:solidFill>
                      <a:prstDash val="solid"/>
                      <a:round/>
                      <a:headEnd type="none" w="med" len="med"/>
                      <a:tailEnd type="none" w="med" len="med"/>
                    </a:lnL>
                    <a:lnR w="7620" cap="flat" cmpd="sng" algn="ctr">
                      <a:solidFill>
                        <a:srgbClr val="E3E8EA"/>
                      </a:solidFill>
                      <a:prstDash val="solid"/>
                      <a:round/>
                      <a:headEnd type="none" w="med" len="med"/>
                      <a:tailEnd type="none" w="med" len="med"/>
                    </a:lnR>
                    <a:lnT w="7620" cap="flat" cmpd="sng" algn="ctr">
                      <a:solidFill>
                        <a:srgbClr val="E3E8EA"/>
                      </a:solidFill>
                      <a:prstDash val="solid"/>
                      <a:round/>
                      <a:headEnd type="none" w="med" len="med"/>
                      <a:tailEnd type="none" w="med" len="med"/>
                    </a:lnT>
                    <a:lnB w="7620" cap="flat" cmpd="sng" algn="ctr">
                      <a:solidFill>
                        <a:srgbClr val="E3E8EA"/>
                      </a:solidFill>
                      <a:prstDash val="solid"/>
                      <a:round/>
                      <a:headEnd type="none" w="med" len="med"/>
                      <a:tailEnd type="none" w="med" len="med"/>
                    </a:lnB>
                    <a:solidFill>
                      <a:srgbClr val="F5F8FA"/>
                    </a:solidFill>
                  </a:tcPr>
                </a:tc>
                <a:tc>
                  <a:txBody>
                    <a:bodyPr/>
                    <a:lstStyle/>
                    <a:p>
                      <a:pPr marL="0" indent="0">
                        <a:buNone/>
                      </a:pPr>
                      <a:r>
                        <a:rPr lang="en-US" sz="1100" i="1" dirty="0">
                          <a:solidFill>
                            <a:srgbClr val="6B7680"/>
                          </a:solidFill>
                          <a:latin typeface="Arial" pitchFamily="34" charset="0"/>
                          <a:ea typeface="Arial" pitchFamily="34" charset="-122"/>
                          <a:cs typeface="Arial" pitchFamily="34" charset="-120"/>
                        </a:rPr>
                        <a:t>[in te vullen]</a:t>
                      </a:r>
                      <a:endParaRPr lang="en-US" sz="1100" dirty="0">
                        <a:latin typeface="Arial" charset="0"/>
                        <a:ea typeface="Arial" charset="0"/>
                        <a:cs typeface="Arial" charset="0"/>
                      </a:endParaRPr>
                    </a:p>
                  </a:txBody>
                  <a:tcPr anchor="ctr">
                    <a:lnL w="7620" cap="flat" cmpd="sng" algn="ctr">
                      <a:solidFill>
                        <a:srgbClr val="E3E8EA"/>
                      </a:solidFill>
                      <a:prstDash val="solid"/>
                      <a:round/>
                      <a:headEnd type="none" w="med" len="med"/>
                      <a:tailEnd type="none" w="med" len="med"/>
                    </a:lnL>
                    <a:lnR w="7620" cap="flat" cmpd="sng" algn="ctr">
                      <a:solidFill>
                        <a:srgbClr val="E3E8EA"/>
                      </a:solidFill>
                      <a:prstDash val="solid"/>
                      <a:round/>
                      <a:headEnd type="none" w="med" len="med"/>
                      <a:tailEnd type="none" w="med" len="med"/>
                    </a:lnR>
                    <a:lnT w="7620" cap="flat" cmpd="sng" algn="ctr">
                      <a:solidFill>
                        <a:srgbClr val="E3E8EA"/>
                      </a:solidFill>
                      <a:prstDash val="solid"/>
                      <a:round/>
                      <a:headEnd type="none" w="med" len="med"/>
                      <a:tailEnd type="none" w="med" len="med"/>
                    </a:lnT>
                    <a:lnB w="7620" cap="flat" cmpd="sng" algn="ctr">
                      <a:solidFill>
                        <a:srgbClr val="E3E8EA"/>
                      </a:solidFill>
                      <a:prstDash val="solid"/>
                      <a:round/>
                      <a:headEnd type="none" w="med" len="med"/>
                      <a:tailEnd type="none" w="med" len="med"/>
                    </a:lnB>
                    <a:solidFill>
                      <a:srgbClr val="F5F8FA"/>
                    </a:solidFill>
                  </a:tcPr>
                </a:tc>
                <a:extLst>
                  <a:ext uri="{0D108BD9-81ED-4DB2-BD59-A6C34878D82A}">
                    <a16:rowId xmlns:a16="http://schemas.microsoft.com/office/drawing/2014/main" val="10001"/>
                  </a:ext>
                </a:extLst>
              </a:tr>
              <a:tr h="822960">
                <a:tc>
                  <a:txBody>
                    <a:bodyPr/>
                    <a:lstStyle/>
                    <a:p>
                      <a:pPr marL="0" indent="0">
                        <a:buNone/>
                      </a:pPr>
                      <a:r>
                        <a:rPr lang="en-US" sz="1100" i="1" dirty="0">
                          <a:solidFill>
                            <a:srgbClr val="6B7680"/>
                          </a:solidFill>
                          <a:latin typeface="Arial" pitchFamily="34" charset="0"/>
                          <a:ea typeface="Arial" pitchFamily="34" charset="-122"/>
                          <a:cs typeface="Arial" pitchFamily="34" charset="-120"/>
                        </a:rPr>
                        <a:t>[in te vullen]</a:t>
                      </a:r>
                      <a:endParaRPr lang="en-US" sz="1100" dirty="0">
                        <a:latin typeface="Arial" charset="0"/>
                        <a:ea typeface="Arial" charset="0"/>
                        <a:cs typeface="Arial" charset="0"/>
                      </a:endParaRPr>
                    </a:p>
                  </a:txBody>
                  <a:tcPr anchor="ctr">
                    <a:lnL w="7620" cap="flat" cmpd="sng" algn="ctr">
                      <a:solidFill>
                        <a:srgbClr val="E3E8EA"/>
                      </a:solidFill>
                      <a:prstDash val="solid"/>
                      <a:round/>
                      <a:headEnd type="none" w="med" len="med"/>
                      <a:tailEnd type="none" w="med" len="med"/>
                    </a:lnL>
                    <a:lnR w="7620" cap="flat" cmpd="sng" algn="ctr">
                      <a:solidFill>
                        <a:srgbClr val="E3E8EA"/>
                      </a:solidFill>
                      <a:prstDash val="solid"/>
                      <a:round/>
                      <a:headEnd type="none" w="med" len="med"/>
                      <a:tailEnd type="none" w="med" len="med"/>
                    </a:lnR>
                    <a:lnT w="7620" cap="flat" cmpd="sng" algn="ctr">
                      <a:solidFill>
                        <a:srgbClr val="E3E8EA"/>
                      </a:solidFill>
                      <a:prstDash val="solid"/>
                      <a:round/>
                      <a:headEnd type="none" w="med" len="med"/>
                      <a:tailEnd type="none" w="med" len="med"/>
                    </a:lnT>
                    <a:lnB w="7620" cap="flat" cmpd="sng" algn="ctr">
                      <a:solidFill>
                        <a:srgbClr val="E3E8EA"/>
                      </a:solidFill>
                      <a:prstDash val="solid"/>
                      <a:round/>
                      <a:headEnd type="none" w="med" len="med"/>
                      <a:tailEnd type="none" w="med" len="med"/>
                    </a:lnB>
                    <a:solidFill>
                      <a:srgbClr val="F5F8FA"/>
                    </a:solidFill>
                  </a:tcPr>
                </a:tc>
                <a:tc>
                  <a:txBody>
                    <a:bodyPr/>
                    <a:lstStyle/>
                    <a:p>
                      <a:pPr marL="0" indent="0">
                        <a:buNone/>
                      </a:pPr>
                      <a:r>
                        <a:rPr lang="en-US" sz="1100" i="1" dirty="0">
                          <a:solidFill>
                            <a:srgbClr val="6B7680"/>
                          </a:solidFill>
                          <a:latin typeface="Arial" pitchFamily="34" charset="0"/>
                          <a:ea typeface="Arial" pitchFamily="34" charset="-122"/>
                          <a:cs typeface="Arial" pitchFamily="34" charset="-120"/>
                        </a:rPr>
                        <a:t>[in te vullen]</a:t>
                      </a:r>
                      <a:endParaRPr lang="en-US" sz="1100" dirty="0">
                        <a:latin typeface="Arial" charset="0"/>
                        <a:ea typeface="Arial" charset="0"/>
                        <a:cs typeface="Arial" charset="0"/>
                      </a:endParaRPr>
                    </a:p>
                  </a:txBody>
                  <a:tcPr anchor="ctr">
                    <a:lnL w="7620" cap="flat" cmpd="sng" algn="ctr">
                      <a:solidFill>
                        <a:srgbClr val="E3E8EA"/>
                      </a:solidFill>
                      <a:prstDash val="solid"/>
                      <a:round/>
                      <a:headEnd type="none" w="med" len="med"/>
                      <a:tailEnd type="none" w="med" len="med"/>
                    </a:lnL>
                    <a:lnR w="7620" cap="flat" cmpd="sng" algn="ctr">
                      <a:solidFill>
                        <a:srgbClr val="E3E8EA"/>
                      </a:solidFill>
                      <a:prstDash val="solid"/>
                      <a:round/>
                      <a:headEnd type="none" w="med" len="med"/>
                      <a:tailEnd type="none" w="med" len="med"/>
                    </a:lnR>
                    <a:lnT w="7620" cap="flat" cmpd="sng" algn="ctr">
                      <a:solidFill>
                        <a:srgbClr val="E3E8EA"/>
                      </a:solidFill>
                      <a:prstDash val="solid"/>
                      <a:round/>
                      <a:headEnd type="none" w="med" len="med"/>
                      <a:tailEnd type="none" w="med" len="med"/>
                    </a:lnT>
                    <a:lnB w="7620" cap="flat" cmpd="sng" algn="ctr">
                      <a:solidFill>
                        <a:srgbClr val="E3E8EA"/>
                      </a:solidFill>
                      <a:prstDash val="solid"/>
                      <a:round/>
                      <a:headEnd type="none" w="med" len="med"/>
                      <a:tailEnd type="none" w="med" len="med"/>
                    </a:lnB>
                    <a:solidFill>
                      <a:srgbClr val="F5F8FA"/>
                    </a:solidFill>
                  </a:tcPr>
                </a:tc>
                <a:tc>
                  <a:txBody>
                    <a:bodyPr/>
                    <a:lstStyle/>
                    <a:p>
                      <a:pPr marL="0" indent="0">
                        <a:buNone/>
                      </a:pPr>
                      <a:r>
                        <a:rPr lang="en-US" sz="1100" i="1" dirty="0">
                          <a:solidFill>
                            <a:srgbClr val="6B7680"/>
                          </a:solidFill>
                          <a:latin typeface="Arial" pitchFamily="34" charset="0"/>
                          <a:ea typeface="Arial" pitchFamily="34" charset="-122"/>
                          <a:cs typeface="Arial" pitchFamily="34" charset="-120"/>
                        </a:rPr>
                        <a:t>[in te vullen]</a:t>
                      </a:r>
                      <a:endParaRPr lang="en-US" sz="1100" dirty="0">
                        <a:latin typeface="Arial" charset="0"/>
                        <a:ea typeface="Arial" charset="0"/>
                        <a:cs typeface="Arial" charset="0"/>
                      </a:endParaRPr>
                    </a:p>
                  </a:txBody>
                  <a:tcPr anchor="ctr">
                    <a:lnL w="7620" cap="flat" cmpd="sng" algn="ctr">
                      <a:solidFill>
                        <a:srgbClr val="E3E8EA"/>
                      </a:solidFill>
                      <a:prstDash val="solid"/>
                      <a:round/>
                      <a:headEnd type="none" w="med" len="med"/>
                      <a:tailEnd type="none" w="med" len="med"/>
                    </a:lnL>
                    <a:lnR w="7620" cap="flat" cmpd="sng" algn="ctr">
                      <a:solidFill>
                        <a:srgbClr val="E3E8EA"/>
                      </a:solidFill>
                      <a:prstDash val="solid"/>
                      <a:round/>
                      <a:headEnd type="none" w="med" len="med"/>
                      <a:tailEnd type="none" w="med" len="med"/>
                    </a:lnR>
                    <a:lnT w="7620" cap="flat" cmpd="sng" algn="ctr">
                      <a:solidFill>
                        <a:srgbClr val="E3E8EA"/>
                      </a:solidFill>
                      <a:prstDash val="solid"/>
                      <a:round/>
                      <a:headEnd type="none" w="med" len="med"/>
                      <a:tailEnd type="none" w="med" len="med"/>
                    </a:lnT>
                    <a:lnB w="7620" cap="flat" cmpd="sng" algn="ctr">
                      <a:solidFill>
                        <a:srgbClr val="E3E8EA"/>
                      </a:solidFill>
                      <a:prstDash val="solid"/>
                      <a:round/>
                      <a:headEnd type="none" w="med" len="med"/>
                      <a:tailEnd type="none" w="med" len="med"/>
                    </a:lnB>
                    <a:solidFill>
                      <a:srgbClr val="F5F8FA"/>
                    </a:solidFill>
                  </a:tcPr>
                </a:tc>
                <a:tc>
                  <a:txBody>
                    <a:bodyPr/>
                    <a:lstStyle/>
                    <a:p>
                      <a:pPr marL="0" indent="0">
                        <a:buNone/>
                      </a:pPr>
                      <a:r>
                        <a:rPr lang="en-US" sz="1100" i="1" dirty="0">
                          <a:solidFill>
                            <a:srgbClr val="6B7680"/>
                          </a:solidFill>
                          <a:latin typeface="Arial" pitchFamily="34" charset="0"/>
                          <a:ea typeface="Arial" pitchFamily="34" charset="-122"/>
                          <a:cs typeface="Arial" pitchFamily="34" charset="-120"/>
                        </a:rPr>
                        <a:t>[in te vullen]</a:t>
                      </a:r>
                      <a:endParaRPr lang="en-US" sz="1100" dirty="0">
                        <a:latin typeface="Arial" charset="0"/>
                        <a:ea typeface="Arial" charset="0"/>
                        <a:cs typeface="Arial" charset="0"/>
                      </a:endParaRPr>
                    </a:p>
                  </a:txBody>
                  <a:tcPr anchor="ctr">
                    <a:lnL w="7620" cap="flat" cmpd="sng" algn="ctr">
                      <a:solidFill>
                        <a:srgbClr val="E3E8EA"/>
                      </a:solidFill>
                      <a:prstDash val="solid"/>
                      <a:round/>
                      <a:headEnd type="none" w="med" len="med"/>
                      <a:tailEnd type="none" w="med" len="med"/>
                    </a:lnL>
                    <a:lnR w="7620" cap="flat" cmpd="sng" algn="ctr">
                      <a:solidFill>
                        <a:srgbClr val="E3E8EA"/>
                      </a:solidFill>
                      <a:prstDash val="solid"/>
                      <a:round/>
                      <a:headEnd type="none" w="med" len="med"/>
                      <a:tailEnd type="none" w="med" len="med"/>
                    </a:lnR>
                    <a:lnT w="7620" cap="flat" cmpd="sng" algn="ctr">
                      <a:solidFill>
                        <a:srgbClr val="E3E8EA"/>
                      </a:solidFill>
                      <a:prstDash val="solid"/>
                      <a:round/>
                      <a:headEnd type="none" w="med" len="med"/>
                      <a:tailEnd type="none" w="med" len="med"/>
                    </a:lnT>
                    <a:lnB w="7620" cap="flat" cmpd="sng" algn="ctr">
                      <a:solidFill>
                        <a:srgbClr val="E3E8EA"/>
                      </a:solidFill>
                      <a:prstDash val="solid"/>
                      <a:round/>
                      <a:headEnd type="none" w="med" len="med"/>
                      <a:tailEnd type="none" w="med" len="med"/>
                    </a:lnB>
                    <a:solidFill>
                      <a:srgbClr val="F5F8FA"/>
                    </a:solidFill>
                  </a:tcPr>
                </a:tc>
                <a:extLst>
                  <a:ext uri="{0D108BD9-81ED-4DB2-BD59-A6C34878D82A}">
                    <a16:rowId xmlns:a16="http://schemas.microsoft.com/office/drawing/2014/main" val="10002"/>
                  </a:ext>
                </a:extLst>
              </a:tr>
              <a:tr h="822960">
                <a:tc>
                  <a:txBody>
                    <a:bodyPr/>
                    <a:lstStyle/>
                    <a:p>
                      <a:pPr marL="0" indent="0">
                        <a:buNone/>
                      </a:pPr>
                      <a:r>
                        <a:rPr lang="en-US" sz="1100" i="1" dirty="0">
                          <a:solidFill>
                            <a:srgbClr val="6B7680"/>
                          </a:solidFill>
                          <a:latin typeface="Arial" pitchFamily="34" charset="0"/>
                          <a:ea typeface="Arial" pitchFamily="34" charset="-122"/>
                          <a:cs typeface="Arial" pitchFamily="34" charset="-120"/>
                        </a:rPr>
                        <a:t>[in te vullen]</a:t>
                      </a:r>
                      <a:endParaRPr lang="en-US" sz="1100" dirty="0">
                        <a:latin typeface="Arial" charset="0"/>
                        <a:ea typeface="Arial" charset="0"/>
                        <a:cs typeface="Arial" charset="0"/>
                      </a:endParaRPr>
                    </a:p>
                  </a:txBody>
                  <a:tcPr anchor="ctr">
                    <a:lnL w="7620" cap="flat" cmpd="sng" algn="ctr">
                      <a:solidFill>
                        <a:srgbClr val="E3E8EA"/>
                      </a:solidFill>
                      <a:prstDash val="solid"/>
                      <a:round/>
                      <a:headEnd type="none" w="med" len="med"/>
                      <a:tailEnd type="none" w="med" len="med"/>
                    </a:lnL>
                    <a:lnR w="7620" cap="flat" cmpd="sng" algn="ctr">
                      <a:solidFill>
                        <a:srgbClr val="E3E8EA"/>
                      </a:solidFill>
                      <a:prstDash val="solid"/>
                      <a:round/>
                      <a:headEnd type="none" w="med" len="med"/>
                      <a:tailEnd type="none" w="med" len="med"/>
                    </a:lnR>
                    <a:lnT w="7620" cap="flat" cmpd="sng" algn="ctr">
                      <a:solidFill>
                        <a:srgbClr val="E3E8EA"/>
                      </a:solidFill>
                      <a:prstDash val="solid"/>
                      <a:round/>
                      <a:headEnd type="none" w="med" len="med"/>
                      <a:tailEnd type="none" w="med" len="med"/>
                    </a:lnT>
                    <a:lnB w="7620" cap="flat" cmpd="sng" algn="ctr">
                      <a:solidFill>
                        <a:srgbClr val="E3E8EA"/>
                      </a:solidFill>
                      <a:prstDash val="solid"/>
                      <a:round/>
                      <a:headEnd type="none" w="med" len="med"/>
                      <a:tailEnd type="none" w="med" len="med"/>
                    </a:lnB>
                    <a:solidFill>
                      <a:srgbClr val="F5F8FA"/>
                    </a:solidFill>
                  </a:tcPr>
                </a:tc>
                <a:tc>
                  <a:txBody>
                    <a:bodyPr/>
                    <a:lstStyle/>
                    <a:p>
                      <a:pPr marL="0" indent="0">
                        <a:buNone/>
                      </a:pPr>
                      <a:r>
                        <a:rPr lang="en-US" sz="1100" i="1" dirty="0">
                          <a:solidFill>
                            <a:srgbClr val="6B7680"/>
                          </a:solidFill>
                          <a:latin typeface="Arial" pitchFamily="34" charset="0"/>
                          <a:ea typeface="Arial" pitchFamily="34" charset="-122"/>
                          <a:cs typeface="Arial" pitchFamily="34" charset="-120"/>
                        </a:rPr>
                        <a:t>[in te vullen]</a:t>
                      </a:r>
                      <a:endParaRPr lang="en-US" sz="1100" dirty="0">
                        <a:latin typeface="Arial" charset="0"/>
                        <a:ea typeface="Arial" charset="0"/>
                        <a:cs typeface="Arial" charset="0"/>
                      </a:endParaRPr>
                    </a:p>
                  </a:txBody>
                  <a:tcPr anchor="ctr">
                    <a:lnL w="7620" cap="flat" cmpd="sng" algn="ctr">
                      <a:solidFill>
                        <a:srgbClr val="E3E8EA"/>
                      </a:solidFill>
                      <a:prstDash val="solid"/>
                      <a:round/>
                      <a:headEnd type="none" w="med" len="med"/>
                      <a:tailEnd type="none" w="med" len="med"/>
                    </a:lnL>
                    <a:lnR w="7620" cap="flat" cmpd="sng" algn="ctr">
                      <a:solidFill>
                        <a:srgbClr val="E3E8EA"/>
                      </a:solidFill>
                      <a:prstDash val="solid"/>
                      <a:round/>
                      <a:headEnd type="none" w="med" len="med"/>
                      <a:tailEnd type="none" w="med" len="med"/>
                    </a:lnR>
                    <a:lnT w="7620" cap="flat" cmpd="sng" algn="ctr">
                      <a:solidFill>
                        <a:srgbClr val="E3E8EA"/>
                      </a:solidFill>
                      <a:prstDash val="solid"/>
                      <a:round/>
                      <a:headEnd type="none" w="med" len="med"/>
                      <a:tailEnd type="none" w="med" len="med"/>
                    </a:lnT>
                    <a:lnB w="7620" cap="flat" cmpd="sng" algn="ctr">
                      <a:solidFill>
                        <a:srgbClr val="E3E8EA"/>
                      </a:solidFill>
                      <a:prstDash val="solid"/>
                      <a:round/>
                      <a:headEnd type="none" w="med" len="med"/>
                      <a:tailEnd type="none" w="med" len="med"/>
                    </a:lnB>
                    <a:solidFill>
                      <a:srgbClr val="F5F8FA"/>
                    </a:solidFill>
                  </a:tcPr>
                </a:tc>
                <a:tc>
                  <a:txBody>
                    <a:bodyPr/>
                    <a:lstStyle/>
                    <a:p>
                      <a:pPr marL="0" indent="0">
                        <a:buNone/>
                      </a:pPr>
                      <a:r>
                        <a:rPr lang="en-US" sz="1100" i="1" dirty="0">
                          <a:solidFill>
                            <a:srgbClr val="6B7680"/>
                          </a:solidFill>
                          <a:latin typeface="Arial" pitchFamily="34" charset="0"/>
                          <a:ea typeface="Arial" pitchFamily="34" charset="-122"/>
                          <a:cs typeface="Arial" pitchFamily="34" charset="-120"/>
                        </a:rPr>
                        <a:t>[in te vullen]</a:t>
                      </a:r>
                      <a:endParaRPr lang="en-US" sz="1100" dirty="0">
                        <a:latin typeface="Arial" charset="0"/>
                        <a:ea typeface="Arial" charset="0"/>
                        <a:cs typeface="Arial" charset="0"/>
                      </a:endParaRPr>
                    </a:p>
                  </a:txBody>
                  <a:tcPr anchor="ctr">
                    <a:lnL w="7620" cap="flat" cmpd="sng" algn="ctr">
                      <a:solidFill>
                        <a:srgbClr val="E3E8EA"/>
                      </a:solidFill>
                      <a:prstDash val="solid"/>
                      <a:round/>
                      <a:headEnd type="none" w="med" len="med"/>
                      <a:tailEnd type="none" w="med" len="med"/>
                    </a:lnL>
                    <a:lnR w="7620" cap="flat" cmpd="sng" algn="ctr">
                      <a:solidFill>
                        <a:srgbClr val="E3E8EA"/>
                      </a:solidFill>
                      <a:prstDash val="solid"/>
                      <a:round/>
                      <a:headEnd type="none" w="med" len="med"/>
                      <a:tailEnd type="none" w="med" len="med"/>
                    </a:lnR>
                    <a:lnT w="7620" cap="flat" cmpd="sng" algn="ctr">
                      <a:solidFill>
                        <a:srgbClr val="E3E8EA"/>
                      </a:solidFill>
                      <a:prstDash val="solid"/>
                      <a:round/>
                      <a:headEnd type="none" w="med" len="med"/>
                      <a:tailEnd type="none" w="med" len="med"/>
                    </a:lnT>
                    <a:lnB w="7620" cap="flat" cmpd="sng" algn="ctr">
                      <a:solidFill>
                        <a:srgbClr val="E3E8EA"/>
                      </a:solidFill>
                      <a:prstDash val="solid"/>
                      <a:round/>
                      <a:headEnd type="none" w="med" len="med"/>
                      <a:tailEnd type="none" w="med" len="med"/>
                    </a:lnB>
                    <a:solidFill>
                      <a:srgbClr val="F5F8FA"/>
                    </a:solidFill>
                  </a:tcPr>
                </a:tc>
                <a:tc>
                  <a:txBody>
                    <a:bodyPr/>
                    <a:lstStyle/>
                    <a:p>
                      <a:pPr marL="0" indent="0">
                        <a:buNone/>
                      </a:pPr>
                      <a:r>
                        <a:rPr lang="en-US" sz="1100" i="1" dirty="0">
                          <a:solidFill>
                            <a:srgbClr val="6B7680"/>
                          </a:solidFill>
                          <a:latin typeface="Arial" pitchFamily="34" charset="0"/>
                          <a:ea typeface="Arial" pitchFamily="34" charset="-122"/>
                          <a:cs typeface="Arial" pitchFamily="34" charset="-120"/>
                        </a:rPr>
                        <a:t>[in te vullen]</a:t>
                      </a:r>
                      <a:endParaRPr lang="en-US" sz="1100" dirty="0">
                        <a:latin typeface="Arial" charset="0"/>
                        <a:ea typeface="Arial" charset="0"/>
                        <a:cs typeface="Arial" charset="0"/>
                      </a:endParaRPr>
                    </a:p>
                  </a:txBody>
                  <a:tcPr anchor="ctr">
                    <a:lnL w="7620" cap="flat" cmpd="sng" algn="ctr">
                      <a:solidFill>
                        <a:srgbClr val="E3E8EA"/>
                      </a:solidFill>
                      <a:prstDash val="solid"/>
                      <a:round/>
                      <a:headEnd type="none" w="med" len="med"/>
                      <a:tailEnd type="none" w="med" len="med"/>
                    </a:lnL>
                    <a:lnR w="7620" cap="flat" cmpd="sng" algn="ctr">
                      <a:solidFill>
                        <a:srgbClr val="E3E8EA"/>
                      </a:solidFill>
                      <a:prstDash val="solid"/>
                      <a:round/>
                      <a:headEnd type="none" w="med" len="med"/>
                      <a:tailEnd type="none" w="med" len="med"/>
                    </a:lnR>
                    <a:lnT w="7620" cap="flat" cmpd="sng" algn="ctr">
                      <a:solidFill>
                        <a:srgbClr val="E3E8EA"/>
                      </a:solidFill>
                      <a:prstDash val="solid"/>
                      <a:round/>
                      <a:headEnd type="none" w="med" len="med"/>
                      <a:tailEnd type="none" w="med" len="med"/>
                    </a:lnT>
                    <a:lnB w="7620" cap="flat" cmpd="sng" algn="ctr">
                      <a:solidFill>
                        <a:srgbClr val="E3E8EA"/>
                      </a:solidFill>
                      <a:prstDash val="solid"/>
                      <a:round/>
                      <a:headEnd type="none" w="med" len="med"/>
                      <a:tailEnd type="none" w="med" len="med"/>
                    </a:lnB>
                    <a:solidFill>
                      <a:srgbClr val="F5F8FA"/>
                    </a:solidFill>
                  </a:tcPr>
                </a:tc>
                <a:extLst>
                  <a:ext uri="{0D108BD9-81ED-4DB2-BD59-A6C34878D82A}">
                    <a16:rowId xmlns:a16="http://schemas.microsoft.com/office/drawing/2014/main" val="10003"/>
                  </a:ext>
                </a:extLst>
              </a:tr>
              <a:tr h="822960">
                <a:tc>
                  <a:txBody>
                    <a:bodyPr/>
                    <a:lstStyle/>
                    <a:p>
                      <a:pPr marL="0" indent="0">
                        <a:buNone/>
                      </a:pPr>
                      <a:r>
                        <a:rPr lang="en-US" sz="1100" i="1" dirty="0">
                          <a:solidFill>
                            <a:srgbClr val="6B7680"/>
                          </a:solidFill>
                          <a:latin typeface="Arial" pitchFamily="34" charset="0"/>
                          <a:ea typeface="Arial" pitchFamily="34" charset="-122"/>
                          <a:cs typeface="Arial" pitchFamily="34" charset="-120"/>
                        </a:rPr>
                        <a:t>[in te vullen]</a:t>
                      </a:r>
                      <a:endParaRPr lang="en-US" sz="1100" dirty="0">
                        <a:latin typeface="Arial" charset="0"/>
                        <a:ea typeface="Arial" charset="0"/>
                        <a:cs typeface="Arial" charset="0"/>
                      </a:endParaRPr>
                    </a:p>
                  </a:txBody>
                  <a:tcPr anchor="ctr">
                    <a:lnL w="7620" cap="flat" cmpd="sng" algn="ctr">
                      <a:solidFill>
                        <a:srgbClr val="E3E8EA"/>
                      </a:solidFill>
                      <a:prstDash val="solid"/>
                      <a:round/>
                      <a:headEnd type="none" w="med" len="med"/>
                      <a:tailEnd type="none" w="med" len="med"/>
                    </a:lnL>
                    <a:lnR w="7620" cap="flat" cmpd="sng" algn="ctr">
                      <a:solidFill>
                        <a:srgbClr val="E3E8EA"/>
                      </a:solidFill>
                      <a:prstDash val="solid"/>
                      <a:round/>
                      <a:headEnd type="none" w="med" len="med"/>
                      <a:tailEnd type="none" w="med" len="med"/>
                    </a:lnR>
                    <a:lnT w="7620" cap="flat" cmpd="sng" algn="ctr">
                      <a:solidFill>
                        <a:srgbClr val="E3E8EA"/>
                      </a:solidFill>
                      <a:prstDash val="solid"/>
                      <a:round/>
                      <a:headEnd type="none" w="med" len="med"/>
                      <a:tailEnd type="none" w="med" len="med"/>
                    </a:lnT>
                    <a:lnB w="7620" cap="flat" cmpd="sng" algn="ctr">
                      <a:solidFill>
                        <a:srgbClr val="E3E8EA"/>
                      </a:solidFill>
                      <a:prstDash val="solid"/>
                      <a:round/>
                      <a:headEnd type="none" w="med" len="med"/>
                      <a:tailEnd type="none" w="med" len="med"/>
                    </a:lnB>
                    <a:solidFill>
                      <a:srgbClr val="F5F8FA"/>
                    </a:solidFill>
                  </a:tcPr>
                </a:tc>
                <a:tc>
                  <a:txBody>
                    <a:bodyPr/>
                    <a:lstStyle/>
                    <a:p>
                      <a:pPr marL="0" indent="0">
                        <a:buNone/>
                      </a:pPr>
                      <a:r>
                        <a:rPr lang="en-US" sz="1100" i="1" dirty="0">
                          <a:solidFill>
                            <a:srgbClr val="6B7680"/>
                          </a:solidFill>
                          <a:latin typeface="Arial" pitchFamily="34" charset="0"/>
                          <a:ea typeface="Arial" pitchFamily="34" charset="-122"/>
                          <a:cs typeface="Arial" pitchFamily="34" charset="-120"/>
                        </a:rPr>
                        <a:t>[in te vullen]</a:t>
                      </a:r>
                      <a:endParaRPr lang="en-US" sz="1100" dirty="0">
                        <a:latin typeface="Arial" charset="0"/>
                        <a:ea typeface="Arial" charset="0"/>
                        <a:cs typeface="Arial" charset="0"/>
                      </a:endParaRPr>
                    </a:p>
                  </a:txBody>
                  <a:tcPr anchor="ctr">
                    <a:lnL w="7620" cap="flat" cmpd="sng" algn="ctr">
                      <a:solidFill>
                        <a:srgbClr val="E3E8EA"/>
                      </a:solidFill>
                      <a:prstDash val="solid"/>
                      <a:round/>
                      <a:headEnd type="none" w="med" len="med"/>
                      <a:tailEnd type="none" w="med" len="med"/>
                    </a:lnL>
                    <a:lnR w="7620" cap="flat" cmpd="sng" algn="ctr">
                      <a:solidFill>
                        <a:srgbClr val="E3E8EA"/>
                      </a:solidFill>
                      <a:prstDash val="solid"/>
                      <a:round/>
                      <a:headEnd type="none" w="med" len="med"/>
                      <a:tailEnd type="none" w="med" len="med"/>
                    </a:lnR>
                    <a:lnT w="7620" cap="flat" cmpd="sng" algn="ctr">
                      <a:solidFill>
                        <a:srgbClr val="E3E8EA"/>
                      </a:solidFill>
                      <a:prstDash val="solid"/>
                      <a:round/>
                      <a:headEnd type="none" w="med" len="med"/>
                      <a:tailEnd type="none" w="med" len="med"/>
                    </a:lnT>
                    <a:lnB w="7620" cap="flat" cmpd="sng" algn="ctr">
                      <a:solidFill>
                        <a:srgbClr val="E3E8EA"/>
                      </a:solidFill>
                      <a:prstDash val="solid"/>
                      <a:round/>
                      <a:headEnd type="none" w="med" len="med"/>
                      <a:tailEnd type="none" w="med" len="med"/>
                    </a:lnB>
                    <a:solidFill>
                      <a:srgbClr val="F5F8FA"/>
                    </a:solidFill>
                  </a:tcPr>
                </a:tc>
                <a:tc>
                  <a:txBody>
                    <a:bodyPr/>
                    <a:lstStyle/>
                    <a:p>
                      <a:pPr marL="0" indent="0">
                        <a:buNone/>
                      </a:pPr>
                      <a:r>
                        <a:rPr lang="en-US" sz="1100" i="1" dirty="0">
                          <a:solidFill>
                            <a:srgbClr val="6B7680"/>
                          </a:solidFill>
                          <a:latin typeface="Arial" pitchFamily="34" charset="0"/>
                          <a:ea typeface="Arial" pitchFamily="34" charset="-122"/>
                          <a:cs typeface="Arial" pitchFamily="34" charset="-120"/>
                        </a:rPr>
                        <a:t>[in te vullen]</a:t>
                      </a:r>
                      <a:endParaRPr lang="en-US" sz="1100" dirty="0">
                        <a:latin typeface="Arial" charset="0"/>
                        <a:ea typeface="Arial" charset="0"/>
                        <a:cs typeface="Arial" charset="0"/>
                      </a:endParaRPr>
                    </a:p>
                  </a:txBody>
                  <a:tcPr anchor="ctr">
                    <a:lnL w="7620" cap="flat" cmpd="sng" algn="ctr">
                      <a:solidFill>
                        <a:srgbClr val="E3E8EA"/>
                      </a:solidFill>
                      <a:prstDash val="solid"/>
                      <a:round/>
                      <a:headEnd type="none" w="med" len="med"/>
                      <a:tailEnd type="none" w="med" len="med"/>
                    </a:lnL>
                    <a:lnR w="7620" cap="flat" cmpd="sng" algn="ctr">
                      <a:solidFill>
                        <a:srgbClr val="E3E8EA"/>
                      </a:solidFill>
                      <a:prstDash val="solid"/>
                      <a:round/>
                      <a:headEnd type="none" w="med" len="med"/>
                      <a:tailEnd type="none" w="med" len="med"/>
                    </a:lnR>
                    <a:lnT w="7620" cap="flat" cmpd="sng" algn="ctr">
                      <a:solidFill>
                        <a:srgbClr val="E3E8EA"/>
                      </a:solidFill>
                      <a:prstDash val="solid"/>
                      <a:round/>
                      <a:headEnd type="none" w="med" len="med"/>
                      <a:tailEnd type="none" w="med" len="med"/>
                    </a:lnT>
                    <a:lnB w="7620" cap="flat" cmpd="sng" algn="ctr">
                      <a:solidFill>
                        <a:srgbClr val="E3E8EA"/>
                      </a:solidFill>
                      <a:prstDash val="solid"/>
                      <a:round/>
                      <a:headEnd type="none" w="med" len="med"/>
                      <a:tailEnd type="none" w="med" len="med"/>
                    </a:lnB>
                    <a:solidFill>
                      <a:srgbClr val="F5F8FA"/>
                    </a:solidFill>
                  </a:tcPr>
                </a:tc>
                <a:tc>
                  <a:txBody>
                    <a:bodyPr/>
                    <a:lstStyle/>
                    <a:p>
                      <a:pPr marL="0" indent="0">
                        <a:buNone/>
                      </a:pPr>
                      <a:r>
                        <a:rPr lang="en-US" sz="1100" i="1" dirty="0">
                          <a:solidFill>
                            <a:srgbClr val="6B7680"/>
                          </a:solidFill>
                          <a:latin typeface="Arial" pitchFamily="34" charset="0"/>
                          <a:ea typeface="Arial" pitchFamily="34" charset="-122"/>
                          <a:cs typeface="Arial" pitchFamily="34" charset="-120"/>
                        </a:rPr>
                        <a:t>[in te vullen]</a:t>
                      </a:r>
                      <a:endParaRPr lang="en-US" sz="1100" dirty="0">
                        <a:latin typeface="Arial" charset="0"/>
                        <a:ea typeface="Arial" charset="0"/>
                        <a:cs typeface="Arial" charset="0"/>
                      </a:endParaRPr>
                    </a:p>
                  </a:txBody>
                  <a:tcPr anchor="ctr">
                    <a:lnL w="7620" cap="flat" cmpd="sng" algn="ctr">
                      <a:solidFill>
                        <a:srgbClr val="E3E8EA"/>
                      </a:solidFill>
                      <a:prstDash val="solid"/>
                      <a:round/>
                      <a:headEnd type="none" w="med" len="med"/>
                      <a:tailEnd type="none" w="med" len="med"/>
                    </a:lnL>
                    <a:lnR w="7620" cap="flat" cmpd="sng" algn="ctr">
                      <a:solidFill>
                        <a:srgbClr val="E3E8EA"/>
                      </a:solidFill>
                      <a:prstDash val="solid"/>
                      <a:round/>
                      <a:headEnd type="none" w="med" len="med"/>
                      <a:tailEnd type="none" w="med" len="med"/>
                    </a:lnR>
                    <a:lnT w="7620" cap="flat" cmpd="sng" algn="ctr">
                      <a:solidFill>
                        <a:srgbClr val="E3E8EA"/>
                      </a:solidFill>
                      <a:prstDash val="solid"/>
                      <a:round/>
                      <a:headEnd type="none" w="med" len="med"/>
                      <a:tailEnd type="none" w="med" len="med"/>
                    </a:lnT>
                    <a:lnB w="7620" cap="flat" cmpd="sng" algn="ctr">
                      <a:solidFill>
                        <a:srgbClr val="E3E8EA"/>
                      </a:solidFill>
                      <a:prstDash val="solid"/>
                      <a:round/>
                      <a:headEnd type="none" w="med" len="med"/>
                      <a:tailEnd type="none" w="med" len="med"/>
                    </a:lnB>
                    <a:solidFill>
                      <a:srgbClr val="F5F8FA"/>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01F3D"/>
        </a:solidFill>
        <a:effectLst/>
      </p:bgPr>
    </p:bg>
    <p:spTree>
      <p:nvGrpSpPr>
        <p:cNvPr id="1" name=""/>
        <p:cNvGrpSpPr/>
        <p:nvPr/>
      </p:nvGrpSpPr>
      <p:grpSpPr>
        <a:xfrm>
          <a:off x="0" y="0"/>
          <a:ext cx="0" cy="0"/>
          <a:chOff x="0" y="0"/>
          <a:chExt cx="0" cy="0"/>
        </a:xfrm>
      </p:grpSpPr>
      <p:sp>
        <p:nvSpPr>
          <p:cNvPr id="2" name="Shape 0"/>
          <p:cNvSpPr/>
          <p:nvPr/>
        </p:nvSpPr>
        <p:spPr>
          <a:xfrm>
            <a:off x="-1371600" y="-1371600"/>
            <a:ext cx="4572000" cy="4572000"/>
          </a:xfrm>
          <a:prstGeom prst="diamond">
            <a:avLst/>
          </a:prstGeom>
          <a:ln w="381000">
            <a:solidFill>
              <a:srgbClr val="003362"/>
            </a:solidFill>
            <a:prstDash val="solid"/>
          </a:ln>
        </p:spPr>
        <p:txBody>
          <a:bodyPr/>
          <a:lstStyle/>
          <a:p>
            <a:endParaRPr lang="nl-NL"/>
          </a:p>
        </p:txBody>
      </p:sp>
      <p:sp>
        <p:nvSpPr>
          <p:cNvPr id="3" name="Text 1"/>
          <p:cNvSpPr/>
          <p:nvPr/>
        </p:nvSpPr>
        <p:spPr>
          <a:xfrm>
            <a:off x="822960" y="2651760"/>
            <a:ext cx="9601200" cy="1005840"/>
          </a:xfrm>
          <a:prstGeom prst="rect">
            <a:avLst/>
          </a:prstGeom>
          <a:noFill/>
          <a:ln/>
        </p:spPr>
        <p:txBody>
          <a:bodyPr wrap="square" rtlCol="0" anchor="ctr"/>
          <a:lstStyle/>
          <a:p>
            <a:pPr marL="0" indent="0">
              <a:buNone/>
            </a:pPr>
            <a:r>
              <a:rPr lang="en-US" sz="3400" b="1" dirty="0">
                <a:solidFill>
                  <a:srgbClr val="FFFFFF"/>
                </a:solidFill>
                <a:latin typeface="Helvetica" pitchFamily="34" charset="0"/>
                <a:ea typeface="Helvetica" pitchFamily="34" charset="-122"/>
                <a:cs typeface="Helvetica" pitchFamily="34" charset="-120"/>
              </a:rPr>
              <a:t>Afsluiting &amp; feedback</a:t>
            </a:r>
            <a:endParaRPr lang="en-US" sz="3400" dirty="0"/>
          </a:p>
        </p:txBody>
      </p:sp>
      <p:sp>
        <p:nvSpPr>
          <p:cNvPr id="4" name="Text 2"/>
          <p:cNvSpPr/>
          <p:nvPr/>
        </p:nvSpPr>
        <p:spPr>
          <a:xfrm>
            <a:off x="822960" y="3566160"/>
            <a:ext cx="8412480" cy="731520"/>
          </a:xfrm>
          <a:prstGeom prst="rect">
            <a:avLst/>
          </a:prstGeom>
          <a:noFill/>
          <a:ln/>
        </p:spPr>
        <p:txBody>
          <a:bodyPr wrap="square" rtlCol="0" anchor="ctr"/>
          <a:lstStyle/>
          <a:p>
            <a:pPr marL="0" indent="0">
              <a:buNone/>
            </a:pPr>
            <a:r>
              <a:rPr lang="en-US" sz="1400" i="1" dirty="0">
                <a:solidFill>
                  <a:srgbClr val="89CDF2"/>
                </a:solidFill>
                <a:latin typeface="Arial" pitchFamily="34" charset="0"/>
                <a:ea typeface="Arial" pitchFamily="34" charset="-122"/>
                <a:cs typeface="Arial" pitchFamily="34" charset="-120"/>
              </a:rPr>
              <a:t>Vandaag stond in het teken van wederzijds begrip. Zijn de doelstellingen behaald? — Inzicht in de technische aansluiting van Valtimo/GZAC, overeenstemming over architectuur, componenten en randvoorwaarden, en heldere </a:t>
            </a:r>
            <a:r>
              <a:rPr lang="en-US" sz="1400" i="1" dirty="0" err="1">
                <a:solidFill>
                  <a:srgbClr val="89CDF2"/>
                </a:solidFill>
                <a:latin typeface="Arial" pitchFamily="34" charset="0"/>
                <a:ea typeface="Arial" pitchFamily="34" charset="-122"/>
                <a:cs typeface="Arial" pitchFamily="34" charset="-120"/>
              </a:rPr>
              <a:t>vervolgstappen</a:t>
            </a:r>
            <a:r>
              <a:rPr lang="en-US" sz="1400" i="1" dirty="0">
                <a:solidFill>
                  <a:srgbClr val="89CDF2"/>
                </a:solidFill>
                <a:latin typeface="Arial" pitchFamily="34" charset="0"/>
                <a:ea typeface="Arial" pitchFamily="34" charset="-122"/>
                <a:cs typeface="Arial" pitchFamily="34" charset="-120"/>
              </a:rPr>
              <a:t>.</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b7c7f78c-7234-4659-a714-2029890e9078">
      <Terms xmlns="http://schemas.microsoft.com/office/infopath/2007/PartnerControls"/>
    </lcf76f155ced4ddcb4097134ff3c332f>
    <TaxCatchAll xmlns="2fe64aa1-c683-46d7-84f3-af40499a985b"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2A3365B6D5ACA43963BA2237853E801" ma:contentTypeVersion="18" ma:contentTypeDescription="Een nieuw document maken." ma:contentTypeScope="" ma:versionID="989f22ee5be1179405b6dc66f4bd959e">
  <xsd:schema xmlns:xsd="http://www.w3.org/2001/XMLSchema" xmlns:xs="http://www.w3.org/2001/XMLSchema" xmlns:p="http://schemas.microsoft.com/office/2006/metadata/properties" xmlns:ns2="b7c7f78c-7234-4659-a714-2029890e9078" xmlns:ns3="2fe64aa1-c683-46d7-84f3-af40499a985b" targetNamespace="http://schemas.microsoft.com/office/2006/metadata/properties" ma:root="true" ma:fieldsID="d19c94840720035c35e2054c0d10dfc5" ns2:_="" ns3:_="">
    <xsd:import namespace="b7c7f78c-7234-4659-a714-2029890e9078"/>
    <xsd:import namespace="2fe64aa1-c683-46d7-84f3-af40499a985b"/>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3:SharedWithUsers" minOccurs="0"/>
                <xsd:element ref="ns3:SharedWithDetails" minOccurs="0"/>
                <xsd:element ref="ns2:MediaServiceAutoKeyPoints" minOccurs="0"/>
                <xsd:element ref="ns2:MediaServiceKeyPoints" minOccurs="0"/>
                <xsd:element ref="ns2:MediaServiceGenerationTime" minOccurs="0"/>
                <xsd:element ref="ns2:MediaServiceEventHashCode" minOccurs="0"/>
                <xsd:element ref="ns2:MediaServiceDateTake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7c7f78c-7234-4659-a714-2029890e907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Afbeeldingtags" ma:readOnly="false" ma:fieldId="{5cf76f15-5ced-4ddc-b409-7134ff3c332f}" ma:taxonomyMulti="true" ma:sspId="4715737a-954d-41d6-82c4-cd9397da7da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Location" ma:index="25"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fe64aa1-c683-46d7-84f3-af40499a985b" elementFormDefault="qualified">
    <xsd:import namespace="http://schemas.microsoft.com/office/2006/documentManagement/types"/>
    <xsd:import namespace="http://schemas.microsoft.com/office/infopath/2007/PartnerControls"/>
    <xsd:element name="SharedWithUsers" ma:index="12"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Gedeeld met details" ma:internalName="SharedWithDetails" ma:readOnly="true">
      <xsd:simpleType>
        <xsd:restriction base="dms:Note">
          <xsd:maxLength value="255"/>
        </xsd:restriction>
      </xsd:simpleType>
    </xsd:element>
    <xsd:element name="TaxCatchAll" ma:index="22" nillable="true" ma:displayName="Taxonomy Catch All Column" ma:hidden="true" ma:list="{8a783b73-dd60-459b-8c34-563840e812fb}" ma:internalName="TaxCatchAll" ma:showField="CatchAllData" ma:web="2fe64aa1-c683-46d7-84f3-af40499a985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24ACF6A-8767-4DE7-A8BF-9907EFE298CA}">
  <ds:schemaRefs>
    <ds:schemaRef ds:uri="http://schemas.microsoft.com/office/2006/metadata/properties"/>
    <ds:schemaRef ds:uri="http://schemas.microsoft.com/office/infopath/2007/PartnerControls"/>
    <ds:schemaRef ds:uri="b7c7f78c-7234-4659-a714-2029890e9078"/>
    <ds:schemaRef ds:uri="2fe64aa1-c683-46d7-84f3-af40499a985b"/>
  </ds:schemaRefs>
</ds:datastoreItem>
</file>

<file path=customXml/itemProps2.xml><?xml version="1.0" encoding="utf-8"?>
<ds:datastoreItem xmlns:ds="http://schemas.openxmlformats.org/officeDocument/2006/customXml" ds:itemID="{4C74448D-5850-4B9C-BB57-CC1651B03A2B}">
  <ds:schemaRefs>
    <ds:schemaRef ds:uri="http://schemas.microsoft.com/sharepoint/v3/contenttype/forms"/>
  </ds:schemaRefs>
</ds:datastoreItem>
</file>

<file path=customXml/itemProps3.xml><?xml version="1.0" encoding="utf-8"?>
<ds:datastoreItem xmlns:ds="http://schemas.openxmlformats.org/officeDocument/2006/customXml" ds:itemID="{DB819C0F-32E1-470B-A179-FACE9CB2F1E9}"/>
</file>

<file path=docProps/app.xml><?xml version="1.0" encoding="utf-8"?>
<Properties xmlns="http://schemas.openxmlformats.org/officeDocument/2006/extended-properties" xmlns:vt="http://schemas.openxmlformats.org/officeDocument/2006/docPropsVTypes">
  <TotalTime>0</TotalTime>
  <Words>1292</Words>
  <Application>Microsoft Office PowerPoint</Application>
  <PresentationFormat>Breedbeeld</PresentationFormat>
  <Paragraphs>294</Paragraphs>
  <Slides>25</Slides>
  <Notes>25</Notes>
  <HiddenSlides>0</HiddenSlides>
  <MMClips>0</MMClips>
  <ScaleCrop>false</ScaleCrop>
  <HeadingPairs>
    <vt:vector size="6" baseType="variant">
      <vt:variant>
        <vt:lpstr>Gebruikte lettertypen</vt:lpstr>
      </vt:variant>
      <vt:variant>
        <vt:i4>2</vt:i4>
      </vt:variant>
      <vt:variant>
        <vt:lpstr>Thema</vt:lpstr>
      </vt:variant>
      <vt:variant>
        <vt:i4>1</vt:i4>
      </vt:variant>
      <vt:variant>
        <vt:lpstr>Diatitels</vt:lpstr>
      </vt:variant>
      <vt:variant>
        <vt:i4>25</vt:i4>
      </vt:variant>
    </vt:vector>
  </HeadingPairs>
  <TitlesOfParts>
    <vt:vector size="28" baseType="lpstr">
      <vt:lpstr>Arial</vt:lpstr>
      <vt:lpstr>Helvetica</vt:lpstr>
      <vt:lpstr>Office Theme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Damon Beynon</cp:lastModifiedBy>
  <cp:revision>1</cp:revision>
  <dcterms:created xsi:type="dcterms:W3CDTF">2026-09-25T11:25:03Z</dcterms:created>
  <dcterms:modified xsi:type="dcterms:W3CDTF">2026-09-25T11:53:04Z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0x010100B2A3365B6D5ACA43963BA2237853E801</vt:lpwstr>
  </property>
  <property fmtid="{D5CDD505-2E9C-101B-9397-08002B2CF9AE}" pid="3" name="MediaServiceImageTags">
    <vt:lpwstr/>
  </property>
</Properties>
</file>